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14"/>
  </p:notesMasterIdLst>
  <p:sldIdLst>
    <p:sldId id="256" r:id="rId2"/>
    <p:sldId id="257" r:id="rId3"/>
    <p:sldId id="258" r:id="rId4"/>
    <p:sldId id="267" r:id="rId5"/>
    <p:sldId id="262" r:id="rId6"/>
    <p:sldId id="269" r:id="rId7"/>
    <p:sldId id="327" r:id="rId8"/>
    <p:sldId id="265" r:id="rId9"/>
    <p:sldId id="259" r:id="rId10"/>
    <p:sldId id="260" r:id="rId11"/>
    <p:sldId id="261" r:id="rId12"/>
    <p:sldId id="305" r:id="rId13"/>
  </p:sldIdLst>
  <p:sldSz cx="9144000" cy="5143500" type="screen16x9"/>
  <p:notesSz cx="6858000" cy="9144000"/>
  <p:embeddedFontLst>
    <p:embeddedFont>
      <p:font typeface="Cambay" panose="020B0604020202020204" charset="0"/>
      <p:regular r:id="rId15"/>
      <p:bold r:id="rId16"/>
      <p:italic r:id="rId17"/>
      <p:boldItalic r:id="rId18"/>
    </p:embeddedFont>
    <p:embeddedFont>
      <p:font typeface="DM Sans" pitchFamily="2" charset="0"/>
      <p:regular r:id="rId19"/>
      <p:bold r:id="rId20"/>
      <p:italic r:id="rId21"/>
      <p:boldItalic r:id="rId22"/>
    </p:embeddedFont>
    <p:embeddedFont>
      <p:font typeface="Montserrat Black" panose="00000A00000000000000" pitchFamily="2" charset="0"/>
      <p:bold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469039-FBF0-4BC3-9977-535DDA70ED0F}" v="150" dt="2025-12-12T14:32:23.243"/>
  </p1510:revLst>
</p1510:revInfo>
</file>

<file path=ppt/tableStyles.xml><?xml version="1.0" encoding="utf-8"?>
<a:tblStyleLst xmlns:a="http://schemas.openxmlformats.org/drawingml/2006/main" def="{E3F8FF83-D36E-48BE-8BBF-96A932EB5EF9}">
  <a:tblStyle styleId="{E3F8FF83-D36E-48BE-8BBF-96A932EB5EF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5" d="100"/>
          <a:sy n="135" d="100"/>
        </p:scale>
        <p:origin x="91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75" name="Google Shape;3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1b6fc200b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88" name="Google Shape;388;g21b6fc200b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21b6fc200b6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97" name="Google Shape;397;g21b6fc200b6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21c32e4b9e4_0_179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50" name="Google Shape;550;g21c32e4b9e4_0_179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21b6fc200b6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42" name="Google Shape;442;g21b6fc200b6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21c32e4b9e4_0_180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87" name="Google Shape;587;g21c32e4b9e4_0_180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a:extLst>
            <a:ext uri="{FF2B5EF4-FFF2-40B4-BE49-F238E27FC236}">
              <a16:creationId xmlns:a16="http://schemas.microsoft.com/office/drawing/2014/main" id="{C4490A1D-F95D-7DCF-5964-B55DAA4292A9}"/>
            </a:ext>
          </a:extLst>
        </p:cNvPr>
        <p:cNvGrpSpPr/>
        <p:nvPr/>
      </p:nvGrpSpPr>
      <p:grpSpPr>
        <a:xfrm>
          <a:off x="0" y="0"/>
          <a:ext cx="0" cy="0"/>
          <a:chOff x="0" y="0"/>
          <a:chExt cx="0" cy="0"/>
        </a:xfrm>
      </p:grpSpPr>
      <p:sp>
        <p:nvSpPr>
          <p:cNvPr id="441" name="Google Shape;441;g21b6fc200b6_0_81:notes">
            <a:extLst>
              <a:ext uri="{FF2B5EF4-FFF2-40B4-BE49-F238E27FC236}">
                <a16:creationId xmlns:a16="http://schemas.microsoft.com/office/drawing/2014/main" id="{91774611-F060-CFC2-6084-55533E6372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42" name="Google Shape;442;g21b6fc200b6_0_81:notes">
            <a:extLst>
              <a:ext uri="{FF2B5EF4-FFF2-40B4-BE49-F238E27FC236}">
                <a16:creationId xmlns:a16="http://schemas.microsoft.com/office/drawing/2014/main" id="{FFF1B246-6F23-5E9C-785E-489A8BE29F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54994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1c32e4b9e4_0_179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14" name="Google Shape;514;g21c32e4b9e4_0_179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1b6fc200b6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14" name="Google Shape;414;g21b6fc200b6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21b6fc200b6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22" name="Google Shape;422;g21b6fc200b6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21b6fc200b6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33" name="Google Shape;433;g21b6fc200b6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0"/>
        <p:cNvGrpSpPr/>
        <p:nvPr/>
      </p:nvGrpSpPr>
      <p:grpSpPr>
        <a:xfrm>
          <a:off x="0" y="0"/>
          <a:ext cx="0" cy="0"/>
          <a:chOff x="0" y="0"/>
          <a:chExt cx="0" cy="0"/>
        </a:xfrm>
      </p:grpSpPr>
      <p:sp>
        <p:nvSpPr>
          <p:cNvPr id="1311" name="Google Shape;1311;g21c32e4b9e4_0_189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312" name="Google Shape;1312;g21c32e4b9e4_0_189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lt1"/>
            </a:gs>
            <a:gs pos="100000">
              <a:schemeClr val="dk2"/>
            </a:gs>
          </a:gsLst>
          <a:lin ang="2700006" scaled="0"/>
        </a:gradFill>
        <a:effectLst/>
      </p:bgPr>
    </p:bg>
    <p:spTree>
      <p:nvGrpSpPr>
        <p:cNvPr id="1" name="Shape 8"/>
        <p:cNvGrpSpPr/>
        <p:nvPr/>
      </p:nvGrpSpPr>
      <p:grpSpPr>
        <a:xfrm>
          <a:off x="0" y="0"/>
          <a:ext cx="0" cy="0"/>
          <a:chOff x="0" y="0"/>
          <a:chExt cx="0" cy="0"/>
        </a:xfrm>
      </p:grpSpPr>
      <p:grpSp>
        <p:nvGrpSpPr>
          <p:cNvPr id="9" name="Google Shape;9;p2"/>
          <p:cNvGrpSpPr/>
          <p:nvPr/>
        </p:nvGrpSpPr>
        <p:grpSpPr>
          <a:xfrm>
            <a:off x="-1142721" y="-15975"/>
            <a:ext cx="10361312" cy="5179650"/>
            <a:chOff x="-1142721" y="-15975"/>
            <a:chExt cx="10361312" cy="5179650"/>
          </a:xfrm>
        </p:grpSpPr>
        <p:grpSp>
          <p:nvGrpSpPr>
            <p:cNvPr id="10" name="Google Shape;10;p2"/>
            <p:cNvGrpSpPr/>
            <p:nvPr/>
          </p:nvGrpSpPr>
          <p:grpSpPr>
            <a:xfrm>
              <a:off x="-1142721" y="4397399"/>
              <a:ext cx="10361312" cy="766276"/>
              <a:chOff x="-1142721" y="4397399"/>
              <a:chExt cx="10361312" cy="766276"/>
            </a:xfrm>
          </p:grpSpPr>
          <p:sp>
            <p:nvSpPr>
              <p:cNvPr id="11" name="Google Shape;11;p2"/>
              <p:cNvSpPr/>
              <p:nvPr/>
            </p:nvSpPr>
            <p:spPr>
              <a:xfrm>
                <a:off x="4574850" y="4486500"/>
                <a:ext cx="4577375" cy="658575"/>
              </a:xfrm>
              <a:custGeom>
                <a:avLst/>
                <a:gdLst/>
                <a:ahLst/>
                <a:cxnLst/>
                <a:rect l="l" t="t" r="r" b="b"/>
                <a:pathLst>
                  <a:path w="183095" h="26343" extrusionOk="0">
                    <a:moveTo>
                      <a:pt x="6858" y="0"/>
                    </a:moveTo>
                    <a:lnTo>
                      <a:pt x="0" y="26343"/>
                    </a:lnTo>
                    <a:lnTo>
                      <a:pt x="183095" y="26103"/>
                    </a:lnTo>
                    <a:lnTo>
                      <a:pt x="183095" y="323"/>
                    </a:lnTo>
                    <a:close/>
                  </a:path>
                </a:pathLst>
              </a:custGeom>
              <a:solidFill>
                <a:schemeClr val="lt2"/>
              </a:solidFill>
              <a:ln>
                <a:noFill/>
              </a:ln>
            </p:spPr>
            <p:txBody>
              <a:bodyPr/>
              <a:lstStyle/>
              <a:p>
                <a:endParaRPr lang="en-US"/>
              </a:p>
            </p:txBody>
          </p:sp>
          <p:sp>
            <p:nvSpPr>
              <p:cNvPr id="12" name="Google Shape;12;p2"/>
              <p:cNvSpPr/>
              <p:nvPr/>
            </p:nvSpPr>
            <p:spPr>
              <a:xfrm>
                <a:off x="5822175" y="4486975"/>
                <a:ext cx="1130850" cy="676700"/>
              </a:xfrm>
              <a:custGeom>
                <a:avLst/>
                <a:gdLst/>
                <a:ahLst/>
                <a:cxnLst/>
                <a:rect l="l" t="t" r="r" b="b"/>
                <a:pathLst>
                  <a:path w="45234" h="27068" extrusionOk="0">
                    <a:moveTo>
                      <a:pt x="6867" y="0"/>
                    </a:moveTo>
                    <a:lnTo>
                      <a:pt x="0" y="26756"/>
                    </a:lnTo>
                    <a:lnTo>
                      <a:pt x="38270" y="27068"/>
                    </a:lnTo>
                    <a:lnTo>
                      <a:pt x="45234" y="95"/>
                    </a:lnTo>
                    <a:close/>
                  </a:path>
                </a:pathLst>
              </a:custGeom>
              <a:gradFill>
                <a:gsLst>
                  <a:gs pos="0">
                    <a:schemeClr val="lt2"/>
                  </a:gs>
                  <a:gs pos="100000">
                    <a:schemeClr val="accent2"/>
                  </a:gs>
                </a:gsLst>
                <a:lin ang="2700006" scaled="0"/>
              </a:gradFill>
              <a:ln>
                <a:noFill/>
              </a:ln>
            </p:spPr>
            <p:txBody>
              <a:bodyPr/>
              <a:lstStyle/>
              <a:p>
                <a:endParaRPr lang="en-US"/>
              </a:p>
            </p:txBody>
          </p:sp>
          <p:sp>
            <p:nvSpPr>
              <p:cNvPr id="13" name="Google Shape;13;p2"/>
              <p:cNvSpPr/>
              <p:nvPr/>
            </p:nvSpPr>
            <p:spPr>
              <a:xfrm>
                <a:off x="7150900" y="4486975"/>
                <a:ext cx="2021700" cy="668900"/>
              </a:xfrm>
              <a:custGeom>
                <a:avLst/>
                <a:gdLst/>
                <a:ahLst/>
                <a:cxnLst/>
                <a:rect l="l" t="t" r="r" b="b"/>
                <a:pathLst>
                  <a:path w="80868" h="26756" extrusionOk="0">
                    <a:moveTo>
                      <a:pt x="6867" y="0"/>
                    </a:moveTo>
                    <a:lnTo>
                      <a:pt x="0" y="26756"/>
                    </a:lnTo>
                    <a:lnTo>
                      <a:pt x="80868" y="26602"/>
                    </a:lnTo>
                    <a:lnTo>
                      <a:pt x="80678" y="1456"/>
                    </a:lnTo>
                    <a:close/>
                  </a:path>
                </a:pathLst>
              </a:custGeom>
              <a:gradFill>
                <a:gsLst>
                  <a:gs pos="0">
                    <a:schemeClr val="lt2"/>
                  </a:gs>
                  <a:gs pos="100000">
                    <a:schemeClr val="accent2"/>
                  </a:gs>
                </a:gsLst>
                <a:lin ang="2700006" scaled="0"/>
              </a:gradFill>
              <a:ln>
                <a:noFill/>
              </a:ln>
            </p:spPr>
            <p:txBody>
              <a:bodyPr/>
              <a:lstStyle/>
              <a:p>
                <a:endParaRPr lang="en-US"/>
              </a:p>
            </p:txBody>
          </p:sp>
          <p:sp>
            <p:nvSpPr>
              <p:cNvPr id="14" name="Google Shape;14;p2"/>
              <p:cNvSpPr/>
              <p:nvPr/>
            </p:nvSpPr>
            <p:spPr>
              <a:xfrm>
                <a:off x="-1142721" y="4397399"/>
                <a:ext cx="7364863" cy="335201"/>
              </a:xfrm>
              <a:custGeom>
                <a:avLst/>
                <a:gdLst/>
                <a:ahLst/>
                <a:cxnLst/>
                <a:rect l="l" t="t" r="r" b="b"/>
                <a:pathLst>
                  <a:path w="52272" h="2379" fill="none" extrusionOk="0">
                    <a:moveTo>
                      <a:pt x="0" y="1"/>
                    </a:moveTo>
                    <a:lnTo>
                      <a:pt x="23309" y="1"/>
                    </a:lnTo>
                    <a:lnTo>
                      <a:pt x="25683" y="2378"/>
                    </a:lnTo>
                    <a:lnTo>
                      <a:pt x="52272" y="237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4613175" y="4634650"/>
                <a:ext cx="4605416" cy="449401"/>
              </a:xfrm>
              <a:custGeom>
                <a:avLst/>
                <a:gdLst/>
                <a:ahLst/>
                <a:cxnLst/>
                <a:rect l="l" t="t" r="r" b="b"/>
                <a:pathLst>
                  <a:path w="51014" h="4978" fill="none" extrusionOk="0">
                    <a:moveTo>
                      <a:pt x="1" y="3301"/>
                    </a:moveTo>
                    <a:lnTo>
                      <a:pt x="7560" y="3301"/>
                    </a:lnTo>
                    <a:lnTo>
                      <a:pt x="10860" y="1"/>
                    </a:lnTo>
                    <a:lnTo>
                      <a:pt x="29697" y="1"/>
                    </a:lnTo>
                    <a:lnTo>
                      <a:pt x="34677" y="4978"/>
                    </a:lnTo>
                    <a:lnTo>
                      <a:pt x="51014" y="4978"/>
                    </a:lnTo>
                  </a:path>
                </a:pathLst>
              </a:custGeom>
              <a:noFill/>
              <a:ln w="9525" cap="flat" cmpd="sng">
                <a:solidFill>
                  <a:schemeClr val="dk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p:nvPr/>
          </p:nvSpPr>
          <p:spPr>
            <a:xfrm>
              <a:off x="100" y="-15975"/>
              <a:ext cx="9144000" cy="55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2"/>
          <p:cNvSpPr txBox="1">
            <a:spLocks noGrp="1"/>
          </p:cNvSpPr>
          <p:nvPr>
            <p:ph type="ctrTitle"/>
          </p:nvPr>
        </p:nvSpPr>
        <p:spPr>
          <a:xfrm>
            <a:off x="714675" y="1449208"/>
            <a:ext cx="3898500" cy="21552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8" name="Google Shape;18;p2"/>
          <p:cNvSpPr txBox="1">
            <a:spLocks noGrp="1"/>
          </p:cNvSpPr>
          <p:nvPr>
            <p:ph type="subTitle" idx="1"/>
          </p:nvPr>
        </p:nvSpPr>
        <p:spPr>
          <a:xfrm>
            <a:off x="714675" y="3621515"/>
            <a:ext cx="3898500" cy="449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latin typeface="DM Sans"/>
                <a:ea typeface="DM Sans"/>
                <a:cs typeface="DM Sans"/>
                <a:sym typeface="DM Sa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9" name="Google Shape;19;p2"/>
          <p:cNvSpPr>
            <a:spLocks noGrp="1"/>
          </p:cNvSpPr>
          <p:nvPr>
            <p:ph type="pic" idx="2"/>
          </p:nvPr>
        </p:nvSpPr>
        <p:spPr>
          <a:xfrm>
            <a:off x="4745200" y="1187487"/>
            <a:ext cx="5293500" cy="3299100"/>
          </a:xfrm>
          <a:prstGeom prst="parallelogram">
            <a:avLst>
              <a:gd name="adj" fmla="val 25000"/>
            </a:avLst>
          </a:prstGeom>
          <a:noFill/>
          <a:ln>
            <a:noFill/>
          </a:ln>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lt1"/>
            </a:gs>
            <a:gs pos="100000">
              <a:schemeClr val="dk2"/>
            </a:gs>
          </a:gsLst>
          <a:lin ang="2700006" scaled="0"/>
        </a:gradFill>
        <a:effectLst/>
      </p:bgPr>
    </p:bg>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1019475" y="2016363"/>
            <a:ext cx="3405000" cy="1405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500">
                <a:solidFill>
                  <a:schemeClr val="lt2"/>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1019475" y="819600"/>
            <a:ext cx="1560600" cy="1193100"/>
          </a:xfrm>
          <a:prstGeom prst="rect">
            <a:avLst/>
          </a:prstGeom>
        </p:spPr>
        <p:txBody>
          <a:bodyPr spcFirstLastPara="1" wrap="square" lIns="91425" tIns="91425" rIns="91425" bIns="91425" anchor="ctr" anchorCtr="0">
            <a:noAutofit/>
          </a:bodyPr>
          <a:lstStyle>
            <a:lvl1pPr lvl="0" rtl="0">
              <a:spcBef>
                <a:spcPts val="0"/>
              </a:spcBef>
              <a:spcAft>
                <a:spcPts val="0"/>
              </a:spcAft>
              <a:buSzPts val="12000"/>
              <a:buNone/>
              <a:defRPr sz="82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3" name="Google Shape;23;p3"/>
          <p:cNvSpPr txBox="1">
            <a:spLocks noGrp="1"/>
          </p:cNvSpPr>
          <p:nvPr>
            <p:ph type="subTitle" idx="1"/>
          </p:nvPr>
        </p:nvSpPr>
        <p:spPr>
          <a:xfrm>
            <a:off x="1019475" y="3466050"/>
            <a:ext cx="2701200" cy="599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4" name="Google Shape;24;p3"/>
          <p:cNvSpPr>
            <a:spLocks noGrp="1"/>
          </p:cNvSpPr>
          <p:nvPr>
            <p:ph type="pic" idx="3"/>
          </p:nvPr>
        </p:nvSpPr>
        <p:spPr>
          <a:xfrm>
            <a:off x="4019625" y="572825"/>
            <a:ext cx="6443400" cy="4674900"/>
          </a:xfrm>
          <a:prstGeom prst="parallelogram">
            <a:avLst>
              <a:gd name="adj" fmla="val 25000"/>
            </a:avLst>
          </a:prstGeom>
          <a:noFill/>
          <a:ln>
            <a:noFill/>
          </a:ln>
        </p:spPr>
        <p:txBody>
          <a:bodyPr/>
          <a:lstStyle/>
          <a:p>
            <a:endParaRPr lang="en-US"/>
          </a:p>
        </p:txBody>
      </p:sp>
      <p:sp>
        <p:nvSpPr>
          <p:cNvPr id="25" name="Google Shape;25;p3"/>
          <p:cNvSpPr/>
          <p:nvPr/>
        </p:nvSpPr>
        <p:spPr>
          <a:xfrm rot="10800000" flipH="1">
            <a:off x="-26301" y="208824"/>
            <a:ext cx="8450292" cy="384601"/>
          </a:xfrm>
          <a:custGeom>
            <a:avLst/>
            <a:gdLst/>
            <a:ahLst/>
            <a:cxnLst/>
            <a:rect l="l" t="t" r="r" b="b"/>
            <a:pathLst>
              <a:path w="52272" h="2379" fill="none" extrusionOk="0">
                <a:moveTo>
                  <a:pt x="0" y="1"/>
                </a:moveTo>
                <a:lnTo>
                  <a:pt x="23309" y="1"/>
                </a:lnTo>
                <a:lnTo>
                  <a:pt x="25683" y="2378"/>
                </a:lnTo>
                <a:lnTo>
                  <a:pt x="52272" y="237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5180725" y="-64175"/>
            <a:ext cx="3967175" cy="673025"/>
          </a:xfrm>
          <a:custGeom>
            <a:avLst/>
            <a:gdLst/>
            <a:ahLst/>
            <a:cxnLst/>
            <a:rect l="l" t="t" r="r" b="b"/>
            <a:pathLst>
              <a:path w="158687" h="26921" extrusionOk="0">
                <a:moveTo>
                  <a:pt x="6929" y="0"/>
                </a:moveTo>
                <a:lnTo>
                  <a:pt x="0" y="26921"/>
                </a:lnTo>
                <a:lnTo>
                  <a:pt x="157886" y="26472"/>
                </a:lnTo>
                <a:lnTo>
                  <a:pt x="158687" y="190"/>
                </a:lnTo>
                <a:close/>
              </a:path>
            </a:pathLst>
          </a:custGeom>
          <a:solidFill>
            <a:schemeClr val="lt2"/>
          </a:solidFill>
          <a:ln>
            <a:noFill/>
          </a:ln>
        </p:spPr>
        <p:txBody>
          <a:bodyPr/>
          <a:lstStyle/>
          <a:p>
            <a:endParaRPr lang="en-US"/>
          </a:p>
        </p:txBody>
      </p:sp>
      <p:sp>
        <p:nvSpPr>
          <p:cNvPr id="27" name="Google Shape;27;p3"/>
          <p:cNvSpPr/>
          <p:nvPr/>
        </p:nvSpPr>
        <p:spPr>
          <a:xfrm>
            <a:off x="5793575" y="-64175"/>
            <a:ext cx="1131850" cy="667425"/>
          </a:xfrm>
          <a:custGeom>
            <a:avLst/>
            <a:gdLst/>
            <a:ahLst/>
            <a:cxnLst/>
            <a:rect l="l" t="t" r="r" b="b"/>
            <a:pathLst>
              <a:path w="45274" h="26697" extrusionOk="0">
                <a:moveTo>
                  <a:pt x="6895" y="0"/>
                </a:moveTo>
                <a:lnTo>
                  <a:pt x="0" y="26643"/>
                </a:lnTo>
                <a:lnTo>
                  <a:pt x="38345" y="26697"/>
                </a:lnTo>
                <a:lnTo>
                  <a:pt x="45274" y="188"/>
                </a:lnTo>
                <a:close/>
              </a:path>
            </a:pathLst>
          </a:custGeom>
          <a:gradFill>
            <a:gsLst>
              <a:gs pos="0">
                <a:schemeClr val="lt2"/>
              </a:gs>
              <a:gs pos="100000">
                <a:schemeClr val="accent2"/>
              </a:gs>
            </a:gsLst>
            <a:lin ang="2700006" scaled="0"/>
          </a:gradFill>
          <a:ln>
            <a:noFill/>
          </a:ln>
        </p:spPr>
        <p:txBody>
          <a:bodyPr/>
          <a:lstStyle/>
          <a:p>
            <a:endParaRPr lang="en-US"/>
          </a:p>
        </p:txBody>
      </p:sp>
      <p:sp>
        <p:nvSpPr>
          <p:cNvPr id="28" name="Google Shape;28;p3"/>
          <p:cNvSpPr/>
          <p:nvPr/>
        </p:nvSpPr>
        <p:spPr>
          <a:xfrm>
            <a:off x="7122300" y="-61800"/>
            <a:ext cx="2030350" cy="666075"/>
          </a:xfrm>
          <a:custGeom>
            <a:avLst/>
            <a:gdLst/>
            <a:ahLst/>
            <a:cxnLst/>
            <a:rect l="l" t="t" r="r" b="b"/>
            <a:pathLst>
              <a:path w="81214" h="26643" extrusionOk="0">
                <a:moveTo>
                  <a:pt x="7032" y="93"/>
                </a:moveTo>
                <a:lnTo>
                  <a:pt x="0" y="26643"/>
                </a:lnTo>
                <a:lnTo>
                  <a:pt x="80868" y="26489"/>
                </a:lnTo>
                <a:lnTo>
                  <a:pt x="81214" y="0"/>
                </a:lnTo>
                <a:close/>
              </a:path>
            </a:pathLst>
          </a:custGeom>
          <a:gradFill>
            <a:gsLst>
              <a:gs pos="0">
                <a:schemeClr val="lt2"/>
              </a:gs>
              <a:gs pos="100000">
                <a:schemeClr val="accent2"/>
              </a:gs>
            </a:gsLst>
            <a:lin ang="2700006" scaled="0"/>
          </a:gradFill>
          <a:ln>
            <a:no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lt1"/>
            </a:gs>
            <a:gs pos="100000">
              <a:schemeClr val="dk2"/>
            </a:gs>
          </a:gsLst>
          <a:lin ang="8100019" scaled="0"/>
        </a:gradFill>
        <a:effectLst/>
      </p:bgPr>
    </p:bg>
    <p:spTree>
      <p:nvGrpSpPr>
        <p:cNvPr id="1" name="Shape 50"/>
        <p:cNvGrpSpPr/>
        <p:nvPr/>
      </p:nvGrpSpPr>
      <p:grpSpPr>
        <a:xfrm>
          <a:off x="0" y="0"/>
          <a:ext cx="0" cy="0"/>
          <a:chOff x="0" y="0"/>
          <a:chExt cx="0" cy="0"/>
        </a:xfrm>
      </p:grpSpPr>
      <p:grpSp>
        <p:nvGrpSpPr>
          <p:cNvPr id="51" name="Google Shape;51;p6"/>
          <p:cNvGrpSpPr/>
          <p:nvPr/>
        </p:nvGrpSpPr>
        <p:grpSpPr>
          <a:xfrm>
            <a:off x="-594014" y="-19776"/>
            <a:ext cx="9738014" cy="5342996"/>
            <a:chOff x="-594014" y="-19776"/>
            <a:chExt cx="9738014" cy="5342996"/>
          </a:xfrm>
        </p:grpSpPr>
        <p:sp>
          <p:nvSpPr>
            <p:cNvPr id="52" name="Google Shape;52;p6"/>
            <p:cNvSpPr/>
            <p:nvPr/>
          </p:nvSpPr>
          <p:spPr>
            <a:xfrm rot="-5400000">
              <a:off x="6213600" y="2216125"/>
              <a:ext cx="5146500" cy="714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p:nvPr/>
          </p:nvSpPr>
          <p:spPr>
            <a:xfrm rot="10800000" flipH="1">
              <a:off x="-26301" y="-19776"/>
              <a:ext cx="8450292" cy="384601"/>
            </a:xfrm>
            <a:custGeom>
              <a:avLst/>
              <a:gdLst/>
              <a:ahLst/>
              <a:cxnLst/>
              <a:rect l="l" t="t" r="r" b="b"/>
              <a:pathLst>
                <a:path w="52272" h="2379" fill="none" extrusionOk="0">
                  <a:moveTo>
                    <a:pt x="0" y="1"/>
                  </a:moveTo>
                  <a:lnTo>
                    <a:pt x="23309" y="1"/>
                  </a:lnTo>
                  <a:lnTo>
                    <a:pt x="25683" y="2378"/>
                  </a:lnTo>
                  <a:lnTo>
                    <a:pt x="52272" y="237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6"/>
            <p:cNvSpPr/>
            <p:nvPr/>
          </p:nvSpPr>
          <p:spPr>
            <a:xfrm>
              <a:off x="-9500" y="4598900"/>
              <a:ext cx="8438595" cy="544632"/>
            </a:xfrm>
            <a:custGeom>
              <a:avLst/>
              <a:gdLst/>
              <a:ahLst/>
              <a:cxnLst/>
              <a:rect l="l" t="t" r="r" b="b"/>
              <a:pathLst>
                <a:path w="337274" h="26384" extrusionOk="0">
                  <a:moveTo>
                    <a:pt x="95" y="0"/>
                  </a:moveTo>
                  <a:lnTo>
                    <a:pt x="0" y="26384"/>
                  </a:lnTo>
                  <a:lnTo>
                    <a:pt x="337274" y="26348"/>
                  </a:lnTo>
                  <a:lnTo>
                    <a:pt x="337274" y="568"/>
                  </a:lnTo>
                  <a:close/>
                </a:path>
              </a:pathLst>
            </a:custGeom>
            <a:solidFill>
              <a:schemeClr val="lt2"/>
            </a:solidFill>
            <a:ln>
              <a:noFill/>
            </a:ln>
          </p:spPr>
          <p:txBody>
            <a:bodyPr/>
            <a:lstStyle/>
            <a:p>
              <a:endParaRPr lang="en-US"/>
            </a:p>
          </p:txBody>
        </p:sp>
        <p:sp>
          <p:nvSpPr>
            <p:cNvPr id="55" name="Google Shape;55;p6"/>
            <p:cNvSpPr/>
            <p:nvPr/>
          </p:nvSpPr>
          <p:spPr>
            <a:xfrm>
              <a:off x="5065975" y="4606475"/>
              <a:ext cx="1099425" cy="547350"/>
            </a:xfrm>
            <a:custGeom>
              <a:avLst/>
              <a:gdLst/>
              <a:ahLst/>
              <a:cxnLst/>
              <a:rect l="l" t="t" r="r" b="b"/>
              <a:pathLst>
                <a:path w="43977" h="21894" extrusionOk="0">
                  <a:moveTo>
                    <a:pt x="5575" y="0"/>
                  </a:moveTo>
                  <a:lnTo>
                    <a:pt x="0" y="21846"/>
                  </a:lnTo>
                  <a:lnTo>
                    <a:pt x="38362" y="21894"/>
                  </a:lnTo>
                  <a:lnTo>
                    <a:pt x="43977" y="87"/>
                  </a:lnTo>
                  <a:close/>
                </a:path>
              </a:pathLst>
            </a:custGeom>
            <a:gradFill>
              <a:gsLst>
                <a:gs pos="0">
                  <a:schemeClr val="lt2"/>
                </a:gs>
                <a:gs pos="100000">
                  <a:schemeClr val="accent2"/>
                </a:gs>
              </a:gsLst>
              <a:lin ang="2700006" scaled="0"/>
            </a:gradFill>
            <a:ln>
              <a:noFill/>
            </a:ln>
          </p:spPr>
          <p:txBody>
            <a:bodyPr/>
            <a:lstStyle/>
            <a:p>
              <a:endParaRPr lang="en-US"/>
            </a:p>
          </p:txBody>
        </p:sp>
        <p:sp>
          <p:nvSpPr>
            <p:cNvPr id="56" name="Google Shape;56;p6"/>
            <p:cNvSpPr/>
            <p:nvPr/>
          </p:nvSpPr>
          <p:spPr>
            <a:xfrm>
              <a:off x="6318950" y="4609250"/>
              <a:ext cx="2111125" cy="541900"/>
            </a:xfrm>
            <a:custGeom>
              <a:avLst/>
              <a:gdLst/>
              <a:ahLst/>
              <a:cxnLst/>
              <a:rect l="l" t="t" r="r" b="b"/>
              <a:pathLst>
                <a:path w="84445" h="21676" extrusionOk="0">
                  <a:moveTo>
                    <a:pt x="5603" y="0"/>
                  </a:moveTo>
                  <a:lnTo>
                    <a:pt x="0" y="21676"/>
                  </a:lnTo>
                  <a:lnTo>
                    <a:pt x="84445" y="21502"/>
                  </a:lnTo>
                  <a:lnTo>
                    <a:pt x="84445" y="47"/>
                  </a:lnTo>
                  <a:close/>
                </a:path>
              </a:pathLst>
            </a:custGeom>
            <a:gradFill>
              <a:gsLst>
                <a:gs pos="0">
                  <a:schemeClr val="lt2"/>
                </a:gs>
                <a:gs pos="100000">
                  <a:schemeClr val="accent2"/>
                </a:gs>
              </a:gsLst>
              <a:lin ang="2700006" scaled="0"/>
            </a:gradFill>
            <a:ln>
              <a:noFill/>
            </a:ln>
          </p:spPr>
          <p:txBody>
            <a:bodyPr/>
            <a:lstStyle/>
            <a:p>
              <a:endParaRPr lang="en-US"/>
            </a:p>
          </p:txBody>
        </p:sp>
        <p:sp>
          <p:nvSpPr>
            <p:cNvPr id="57" name="Google Shape;57;p6"/>
            <p:cNvSpPr/>
            <p:nvPr/>
          </p:nvSpPr>
          <p:spPr>
            <a:xfrm flipH="1">
              <a:off x="-594014" y="4873823"/>
              <a:ext cx="5349365" cy="449396"/>
            </a:xfrm>
            <a:custGeom>
              <a:avLst/>
              <a:gdLst/>
              <a:ahLst/>
              <a:cxnLst/>
              <a:rect l="l" t="t" r="r" b="b"/>
              <a:pathLst>
                <a:path w="56278" h="4728" fill="none" extrusionOk="0">
                  <a:moveTo>
                    <a:pt x="0" y="4727"/>
                  </a:moveTo>
                  <a:lnTo>
                    <a:pt x="25536" y="4727"/>
                  </a:lnTo>
                  <a:lnTo>
                    <a:pt x="30262" y="1"/>
                  </a:lnTo>
                  <a:lnTo>
                    <a:pt x="56277" y="1"/>
                  </a:lnTo>
                </a:path>
              </a:pathLst>
            </a:custGeom>
            <a:noFill/>
            <a:ln w="9525" cap="flat" cmpd="sng">
              <a:solidFill>
                <a:schemeClr val="dk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58;p6"/>
          <p:cNvSpPr txBox="1">
            <a:spLocks noGrp="1"/>
          </p:cNvSpPr>
          <p:nvPr>
            <p:ph type="title"/>
          </p:nvPr>
        </p:nvSpPr>
        <p:spPr>
          <a:xfrm>
            <a:off x="714675" y="521225"/>
            <a:ext cx="7714800" cy="5781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33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lt1"/>
            </a:gs>
            <a:gs pos="100000">
              <a:schemeClr val="dk2"/>
            </a:gs>
          </a:gsLst>
          <a:lin ang="8100019" scaled="0"/>
        </a:gradFill>
        <a:effectLst/>
      </p:bgPr>
    </p:bg>
    <p:spTree>
      <p:nvGrpSpPr>
        <p:cNvPr id="1" name="Shape 74"/>
        <p:cNvGrpSpPr/>
        <p:nvPr/>
      </p:nvGrpSpPr>
      <p:grpSpPr>
        <a:xfrm>
          <a:off x="0" y="0"/>
          <a:ext cx="0" cy="0"/>
          <a:chOff x="0" y="0"/>
          <a:chExt cx="0" cy="0"/>
        </a:xfrm>
      </p:grpSpPr>
      <p:sp>
        <p:nvSpPr>
          <p:cNvPr id="75" name="Google Shape;75;p9"/>
          <p:cNvSpPr txBox="1">
            <a:spLocks noGrp="1"/>
          </p:cNvSpPr>
          <p:nvPr>
            <p:ph type="title"/>
          </p:nvPr>
        </p:nvSpPr>
        <p:spPr>
          <a:xfrm>
            <a:off x="4986075" y="848449"/>
            <a:ext cx="3328800" cy="1927500"/>
          </a:xfrm>
          <a:prstGeom prst="rect">
            <a:avLst/>
          </a:prstGeom>
        </p:spPr>
        <p:txBody>
          <a:bodyPr spcFirstLastPara="1" wrap="square" lIns="91425" tIns="91425" rIns="91425" bIns="91425" anchor="b" anchorCtr="0">
            <a:noAutofit/>
          </a:bodyPr>
          <a:lstStyle>
            <a:lvl1pPr lvl="0" algn="r">
              <a:spcBef>
                <a:spcPts val="0"/>
              </a:spcBef>
              <a:spcAft>
                <a:spcPts val="0"/>
              </a:spcAft>
              <a:buSzPts val="4200"/>
              <a:buNone/>
              <a:defRPr sz="37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76" name="Google Shape;76;p9"/>
          <p:cNvSpPr txBox="1">
            <a:spLocks noGrp="1"/>
          </p:cNvSpPr>
          <p:nvPr>
            <p:ph type="subTitle" idx="1"/>
          </p:nvPr>
        </p:nvSpPr>
        <p:spPr>
          <a:xfrm>
            <a:off x="4986225" y="2727738"/>
            <a:ext cx="3328800" cy="1658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77" name="Google Shape;77;p9"/>
          <p:cNvSpPr>
            <a:spLocks noGrp="1"/>
          </p:cNvSpPr>
          <p:nvPr>
            <p:ph type="pic" idx="2"/>
          </p:nvPr>
        </p:nvSpPr>
        <p:spPr>
          <a:xfrm>
            <a:off x="-1342950" y="536275"/>
            <a:ext cx="6443400" cy="5348700"/>
          </a:xfrm>
          <a:prstGeom prst="parallelogram">
            <a:avLst>
              <a:gd name="adj" fmla="val 25000"/>
            </a:avLst>
          </a:prstGeom>
          <a:noFill/>
          <a:ln>
            <a:noFill/>
          </a:ln>
        </p:spPr>
        <p:txBody>
          <a:bodyPr/>
          <a:lstStyle/>
          <a:p>
            <a:endParaRPr lang="en-US"/>
          </a:p>
        </p:txBody>
      </p:sp>
      <p:grpSp>
        <p:nvGrpSpPr>
          <p:cNvPr id="78" name="Google Shape;78;p9"/>
          <p:cNvGrpSpPr/>
          <p:nvPr/>
        </p:nvGrpSpPr>
        <p:grpSpPr>
          <a:xfrm>
            <a:off x="-13100" y="-21919"/>
            <a:ext cx="10997593" cy="5345797"/>
            <a:chOff x="-11925" y="-15975"/>
            <a:chExt cx="10997593" cy="5345797"/>
          </a:xfrm>
        </p:grpSpPr>
        <p:sp>
          <p:nvSpPr>
            <p:cNvPr id="79" name="Google Shape;79;p9"/>
            <p:cNvSpPr/>
            <p:nvPr/>
          </p:nvSpPr>
          <p:spPr>
            <a:xfrm>
              <a:off x="-11925" y="4608134"/>
              <a:ext cx="9144300" cy="673900"/>
            </a:xfrm>
            <a:custGeom>
              <a:avLst/>
              <a:gdLst/>
              <a:ahLst/>
              <a:cxnLst/>
              <a:rect l="l" t="t" r="r" b="b"/>
              <a:pathLst>
                <a:path w="303369" h="26956" extrusionOk="0">
                  <a:moveTo>
                    <a:pt x="190" y="0"/>
                  </a:moveTo>
                  <a:lnTo>
                    <a:pt x="0" y="26956"/>
                  </a:lnTo>
                  <a:lnTo>
                    <a:pt x="303369" y="26210"/>
                  </a:lnTo>
                  <a:lnTo>
                    <a:pt x="303369" y="430"/>
                  </a:lnTo>
                  <a:close/>
                </a:path>
              </a:pathLst>
            </a:custGeom>
            <a:solidFill>
              <a:schemeClr val="lt2"/>
            </a:solidFill>
            <a:ln>
              <a:noFill/>
            </a:ln>
          </p:spPr>
          <p:txBody>
            <a:bodyPr/>
            <a:lstStyle/>
            <a:p>
              <a:endParaRPr lang="en-US"/>
            </a:p>
          </p:txBody>
        </p:sp>
        <p:sp>
          <p:nvSpPr>
            <p:cNvPr id="80" name="Google Shape;80;p9"/>
            <p:cNvSpPr/>
            <p:nvPr/>
          </p:nvSpPr>
          <p:spPr>
            <a:xfrm>
              <a:off x="5800000" y="4616844"/>
              <a:ext cx="1133000" cy="677050"/>
            </a:xfrm>
            <a:custGeom>
              <a:avLst/>
              <a:gdLst/>
              <a:ahLst/>
              <a:cxnLst/>
              <a:rect l="l" t="t" r="r" b="b"/>
              <a:pathLst>
                <a:path w="45320" h="27082" extrusionOk="0">
                  <a:moveTo>
                    <a:pt x="6867" y="14"/>
                  </a:moveTo>
                  <a:lnTo>
                    <a:pt x="0" y="26770"/>
                  </a:lnTo>
                  <a:lnTo>
                    <a:pt x="38270" y="27082"/>
                  </a:lnTo>
                  <a:lnTo>
                    <a:pt x="45320" y="0"/>
                  </a:lnTo>
                  <a:close/>
                </a:path>
              </a:pathLst>
            </a:custGeom>
            <a:gradFill>
              <a:gsLst>
                <a:gs pos="0">
                  <a:schemeClr val="lt2"/>
                </a:gs>
                <a:gs pos="100000">
                  <a:schemeClr val="accent2"/>
                </a:gs>
              </a:gsLst>
              <a:lin ang="2700006" scaled="0"/>
            </a:gradFill>
            <a:ln>
              <a:noFill/>
            </a:ln>
          </p:spPr>
          <p:txBody>
            <a:bodyPr/>
            <a:lstStyle/>
            <a:p>
              <a:endParaRPr lang="en-US"/>
            </a:p>
          </p:txBody>
        </p:sp>
        <p:sp>
          <p:nvSpPr>
            <p:cNvPr id="81" name="Google Shape;81;p9"/>
            <p:cNvSpPr/>
            <p:nvPr/>
          </p:nvSpPr>
          <p:spPr>
            <a:xfrm>
              <a:off x="7128725" y="4617050"/>
              <a:ext cx="2021700" cy="669050"/>
            </a:xfrm>
            <a:custGeom>
              <a:avLst/>
              <a:gdLst/>
              <a:ahLst/>
              <a:cxnLst/>
              <a:rect l="l" t="t" r="r" b="b"/>
              <a:pathLst>
                <a:path w="80868" h="26762" extrusionOk="0">
                  <a:moveTo>
                    <a:pt x="6867" y="6"/>
                  </a:moveTo>
                  <a:lnTo>
                    <a:pt x="0" y="26762"/>
                  </a:lnTo>
                  <a:lnTo>
                    <a:pt x="80868" y="26608"/>
                  </a:lnTo>
                  <a:lnTo>
                    <a:pt x="80850" y="0"/>
                  </a:lnTo>
                  <a:close/>
                </a:path>
              </a:pathLst>
            </a:custGeom>
            <a:gradFill>
              <a:gsLst>
                <a:gs pos="0">
                  <a:schemeClr val="lt2"/>
                </a:gs>
                <a:gs pos="100000">
                  <a:schemeClr val="accent2"/>
                </a:gs>
              </a:gsLst>
              <a:lin ang="2700006" scaled="0"/>
            </a:gradFill>
            <a:ln>
              <a:noFill/>
            </a:ln>
          </p:spPr>
          <p:txBody>
            <a:bodyPr/>
            <a:lstStyle/>
            <a:p>
              <a:endParaRPr lang="en-US"/>
            </a:p>
          </p:txBody>
        </p:sp>
        <p:sp>
          <p:nvSpPr>
            <p:cNvPr id="82" name="Google Shape;82;p9"/>
            <p:cNvSpPr/>
            <p:nvPr/>
          </p:nvSpPr>
          <p:spPr>
            <a:xfrm>
              <a:off x="100" y="-15975"/>
              <a:ext cx="9144000" cy="55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9"/>
            <p:cNvSpPr/>
            <p:nvPr/>
          </p:nvSpPr>
          <p:spPr>
            <a:xfrm>
              <a:off x="5056941" y="345326"/>
              <a:ext cx="5928727" cy="381896"/>
            </a:xfrm>
            <a:custGeom>
              <a:avLst/>
              <a:gdLst/>
              <a:ahLst/>
              <a:cxnLst/>
              <a:rect l="l" t="t" r="r" b="b"/>
              <a:pathLst>
                <a:path w="58499" h="3768" fill="none" extrusionOk="0">
                  <a:moveTo>
                    <a:pt x="58499" y="2472"/>
                  </a:moveTo>
                  <a:lnTo>
                    <a:pt x="44663" y="2472"/>
                  </a:lnTo>
                  <a:lnTo>
                    <a:pt x="42191" y="0"/>
                  </a:lnTo>
                  <a:lnTo>
                    <a:pt x="27753" y="0"/>
                  </a:lnTo>
                  <a:lnTo>
                    <a:pt x="23986" y="3768"/>
                  </a:lnTo>
                  <a:lnTo>
                    <a:pt x="0" y="376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9"/>
            <p:cNvSpPr/>
            <p:nvPr/>
          </p:nvSpPr>
          <p:spPr>
            <a:xfrm>
              <a:off x="3947938" y="4777525"/>
              <a:ext cx="5659876" cy="552297"/>
            </a:xfrm>
            <a:custGeom>
              <a:avLst/>
              <a:gdLst/>
              <a:ahLst/>
              <a:cxnLst/>
              <a:rect l="l" t="t" r="r" b="b"/>
              <a:pathLst>
                <a:path w="51014" h="4978" fill="none" extrusionOk="0">
                  <a:moveTo>
                    <a:pt x="1" y="3301"/>
                  </a:moveTo>
                  <a:lnTo>
                    <a:pt x="7560" y="3301"/>
                  </a:lnTo>
                  <a:lnTo>
                    <a:pt x="10860" y="1"/>
                  </a:lnTo>
                  <a:lnTo>
                    <a:pt x="29697" y="1"/>
                  </a:lnTo>
                  <a:lnTo>
                    <a:pt x="34677" y="4978"/>
                  </a:lnTo>
                  <a:lnTo>
                    <a:pt x="51014" y="4978"/>
                  </a:lnTo>
                </a:path>
              </a:pathLst>
            </a:custGeom>
            <a:noFill/>
            <a:ln w="9525" cap="flat" cmpd="sng">
              <a:solidFill>
                <a:schemeClr val="dk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bg>
      <p:bgPr>
        <a:gradFill>
          <a:gsLst>
            <a:gs pos="0">
              <a:schemeClr val="lt1"/>
            </a:gs>
            <a:gs pos="100000">
              <a:schemeClr val="dk2"/>
            </a:gs>
          </a:gsLst>
          <a:lin ang="13500032" scaled="0"/>
        </a:gradFill>
        <a:effectLst/>
      </p:bgPr>
    </p:bg>
    <p:spTree>
      <p:nvGrpSpPr>
        <p:cNvPr id="1" name="Shape 99"/>
        <p:cNvGrpSpPr/>
        <p:nvPr/>
      </p:nvGrpSpPr>
      <p:grpSpPr>
        <a:xfrm>
          <a:off x="0" y="0"/>
          <a:ext cx="0" cy="0"/>
          <a:chOff x="0" y="0"/>
          <a:chExt cx="0" cy="0"/>
        </a:xfrm>
      </p:grpSpPr>
      <p:grpSp>
        <p:nvGrpSpPr>
          <p:cNvPr id="100" name="Google Shape;100;p13"/>
          <p:cNvGrpSpPr/>
          <p:nvPr/>
        </p:nvGrpSpPr>
        <p:grpSpPr>
          <a:xfrm>
            <a:off x="-232900" y="-58626"/>
            <a:ext cx="10141432" cy="5348633"/>
            <a:chOff x="-232900" y="-58626"/>
            <a:chExt cx="10141432" cy="5348633"/>
          </a:xfrm>
        </p:grpSpPr>
        <p:sp>
          <p:nvSpPr>
            <p:cNvPr id="101" name="Google Shape;101;p13"/>
            <p:cNvSpPr/>
            <p:nvPr/>
          </p:nvSpPr>
          <p:spPr>
            <a:xfrm rot="-5400000">
              <a:off x="-2216100" y="2214600"/>
              <a:ext cx="5146500" cy="714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3"/>
            <p:cNvSpPr/>
            <p:nvPr/>
          </p:nvSpPr>
          <p:spPr>
            <a:xfrm flipH="1">
              <a:off x="-33789" y="-58626"/>
              <a:ext cx="9297685" cy="598895"/>
            </a:xfrm>
            <a:custGeom>
              <a:avLst/>
              <a:gdLst/>
              <a:ahLst/>
              <a:cxnLst/>
              <a:rect l="l" t="t" r="r" b="b"/>
              <a:pathLst>
                <a:path w="58499" h="3768" fill="none" extrusionOk="0">
                  <a:moveTo>
                    <a:pt x="58499" y="2472"/>
                  </a:moveTo>
                  <a:lnTo>
                    <a:pt x="44663" y="2472"/>
                  </a:lnTo>
                  <a:lnTo>
                    <a:pt x="42191" y="0"/>
                  </a:lnTo>
                  <a:lnTo>
                    <a:pt x="27753" y="0"/>
                  </a:lnTo>
                  <a:lnTo>
                    <a:pt x="23986" y="3768"/>
                  </a:lnTo>
                  <a:lnTo>
                    <a:pt x="0" y="376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p:nvPr/>
          </p:nvSpPr>
          <p:spPr>
            <a:xfrm rot="10800000" flipH="1">
              <a:off x="-232900" y="4610587"/>
              <a:ext cx="9763125" cy="304800"/>
            </a:xfrm>
            <a:custGeom>
              <a:avLst/>
              <a:gdLst/>
              <a:ahLst/>
              <a:cxnLst/>
              <a:rect l="l" t="t" r="r" b="b"/>
              <a:pathLst>
                <a:path w="390525" h="12192" extrusionOk="0">
                  <a:moveTo>
                    <a:pt x="0" y="12192"/>
                  </a:moveTo>
                  <a:lnTo>
                    <a:pt x="164973" y="12192"/>
                  </a:lnTo>
                  <a:lnTo>
                    <a:pt x="176022" y="0"/>
                  </a:lnTo>
                  <a:lnTo>
                    <a:pt x="390525" y="0"/>
                  </a:lnTo>
                </a:path>
              </a:pathLst>
            </a:custGeom>
            <a:noFill/>
            <a:ln w="9525" cap="flat" cmpd="sng">
              <a:solidFill>
                <a:schemeClr val="lt2"/>
              </a:solidFill>
              <a:prstDash val="solid"/>
              <a:round/>
              <a:headEnd type="none" w="med" len="med"/>
              <a:tailEnd type="none" w="med" len="med"/>
            </a:ln>
          </p:spPr>
          <p:txBody>
            <a:bodyPr/>
            <a:lstStyle/>
            <a:p>
              <a:endParaRPr lang="en-US"/>
            </a:p>
          </p:txBody>
        </p:sp>
        <p:sp>
          <p:nvSpPr>
            <p:cNvPr id="104" name="Google Shape;104;p13"/>
            <p:cNvSpPr/>
            <p:nvPr/>
          </p:nvSpPr>
          <p:spPr>
            <a:xfrm>
              <a:off x="6558107" y="4613307"/>
              <a:ext cx="1130850" cy="676700"/>
            </a:xfrm>
            <a:custGeom>
              <a:avLst/>
              <a:gdLst/>
              <a:ahLst/>
              <a:cxnLst/>
              <a:rect l="l" t="t" r="r" b="b"/>
              <a:pathLst>
                <a:path w="45234" h="27068" extrusionOk="0">
                  <a:moveTo>
                    <a:pt x="6867" y="0"/>
                  </a:moveTo>
                  <a:lnTo>
                    <a:pt x="0" y="26756"/>
                  </a:lnTo>
                  <a:lnTo>
                    <a:pt x="38270" y="27068"/>
                  </a:lnTo>
                  <a:lnTo>
                    <a:pt x="45234" y="95"/>
                  </a:lnTo>
                  <a:close/>
                </a:path>
              </a:pathLst>
            </a:custGeom>
            <a:gradFill>
              <a:gsLst>
                <a:gs pos="0">
                  <a:schemeClr val="lt2"/>
                </a:gs>
                <a:gs pos="100000">
                  <a:schemeClr val="accent2"/>
                </a:gs>
              </a:gsLst>
              <a:lin ang="2700006" scaled="0"/>
            </a:gradFill>
            <a:ln>
              <a:noFill/>
            </a:ln>
          </p:spPr>
          <p:txBody>
            <a:bodyPr/>
            <a:lstStyle/>
            <a:p>
              <a:endParaRPr lang="en-US"/>
            </a:p>
          </p:txBody>
        </p:sp>
        <p:sp>
          <p:nvSpPr>
            <p:cNvPr id="105" name="Google Shape;105;p13"/>
            <p:cNvSpPr/>
            <p:nvPr/>
          </p:nvSpPr>
          <p:spPr>
            <a:xfrm>
              <a:off x="7886832" y="4613307"/>
              <a:ext cx="2021700" cy="668900"/>
            </a:xfrm>
            <a:custGeom>
              <a:avLst/>
              <a:gdLst/>
              <a:ahLst/>
              <a:cxnLst/>
              <a:rect l="l" t="t" r="r" b="b"/>
              <a:pathLst>
                <a:path w="80868" h="26756" extrusionOk="0">
                  <a:moveTo>
                    <a:pt x="6867" y="0"/>
                  </a:moveTo>
                  <a:lnTo>
                    <a:pt x="0" y="26756"/>
                  </a:lnTo>
                  <a:lnTo>
                    <a:pt x="80868" y="26602"/>
                  </a:lnTo>
                  <a:lnTo>
                    <a:pt x="80866" y="279"/>
                  </a:lnTo>
                  <a:close/>
                </a:path>
              </a:pathLst>
            </a:custGeom>
            <a:gradFill>
              <a:gsLst>
                <a:gs pos="0">
                  <a:schemeClr val="lt2"/>
                </a:gs>
                <a:gs pos="100000">
                  <a:schemeClr val="accent2"/>
                </a:gs>
              </a:gsLst>
              <a:lin ang="2700006" scaled="0"/>
            </a:gradFill>
            <a:ln>
              <a:noFill/>
            </a:ln>
          </p:spPr>
          <p:txBody>
            <a:bodyPr/>
            <a:lstStyle/>
            <a:p>
              <a:endParaRPr lang="en-US"/>
            </a:p>
          </p:txBody>
        </p:sp>
      </p:grpSp>
      <p:sp>
        <p:nvSpPr>
          <p:cNvPr id="106" name="Google Shape;106;p13"/>
          <p:cNvSpPr txBox="1">
            <a:spLocks noGrp="1"/>
          </p:cNvSpPr>
          <p:nvPr>
            <p:ph type="title"/>
          </p:nvPr>
        </p:nvSpPr>
        <p:spPr>
          <a:xfrm>
            <a:off x="714675" y="521225"/>
            <a:ext cx="7714800" cy="5781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107" name="Google Shape;107;p13"/>
          <p:cNvSpPr txBox="1">
            <a:spLocks noGrp="1"/>
          </p:cNvSpPr>
          <p:nvPr>
            <p:ph type="title" idx="2" hasCustomPrompt="1"/>
          </p:nvPr>
        </p:nvSpPr>
        <p:spPr>
          <a:xfrm>
            <a:off x="1327836" y="1086551"/>
            <a:ext cx="911100" cy="7152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1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08" name="Google Shape;108;p13"/>
          <p:cNvSpPr txBox="1">
            <a:spLocks noGrp="1"/>
          </p:cNvSpPr>
          <p:nvPr>
            <p:ph type="subTitle" idx="1"/>
          </p:nvPr>
        </p:nvSpPr>
        <p:spPr>
          <a:xfrm>
            <a:off x="1327826" y="1779237"/>
            <a:ext cx="3140700" cy="4101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200" b="1">
                <a:solidFill>
                  <a:schemeClr val="lt2"/>
                </a:solidFill>
                <a:latin typeface="Cambay"/>
                <a:ea typeface="Cambay"/>
                <a:cs typeface="Cambay"/>
                <a:sym typeface="Camb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9" name="Google Shape;109;p13"/>
          <p:cNvSpPr txBox="1">
            <a:spLocks noGrp="1"/>
          </p:cNvSpPr>
          <p:nvPr>
            <p:ph type="subTitle" idx="3"/>
          </p:nvPr>
        </p:nvSpPr>
        <p:spPr>
          <a:xfrm>
            <a:off x="1327836" y="2157960"/>
            <a:ext cx="2499000" cy="5436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 name="Google Shape;110;p13"/>
          <p:cNvSpPr txBox="1">
            <a:spLocks noGrp="1"/>
          </p:cNvSpPr>
          <p:nvPr>
            <p:ph type="title" idx="4" hasCustomPrompt="1"/>
          </p:nvPr>
        </p:nvSpPr>
        <p:spPr>
          <a:xfrm>
            <a:off x="4955136" y="1086551"/>
            <a:ext cx="911100" cy="7152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1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11" name="Google Shape;111;p13"/>
          <p:cNvSpPr txBox="1">
            <a:spLocks noGrp="1"/>
          </p:cNvSpPr>
          <p:nvPr>
            <p:ph type="subTitle" idx="5"/>
          </p:nvPr>
        </p:nvSpPr>
        <p:spPr>
          <a:xfrm>
            <a:off x="4955125" y="1779237"/>
            <a:ext cx="3140700" cy="4101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200" b="1">
                <a:solidFill>
                  <a:schemeClr val="lt2"/>
                </a:solidFill>
                <a:latin typeface="Cambay"/>
                <a:ea typeface="Cambay"/>
                <a:cs typeface="Cambay"/>
                <a:sym typeface="Camb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2" name="Google Shape;112;p13"/>
          <p:cNvSpPr txBox="1">
            <a:spLocks noGrp="1"/>
          </p:cNvSpPr>
          <p:nvPr>
            <p:ph type="subTitle" idx="6"/>
          </p:nvPr>
        </p:nvSpPr>
        <p:spPr>
          <a:xfrm>
            <a:off x="4955136" y="2157960"/>
            <a:ext cx="2499000" cy="5436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3" name="Google Shape;113;p13"/>
          <p:cNvSpPr txBox="1">
            <a:spLocks noGrp="1"/>
          </p:cNvSpPr>
          <p:nvPr>
            <p:ph type="title" idx="7" hasCustomPrompt="1"/>
          </p:nvPr>
        </p:nvSpPr>
        <p:spPr>
          <a:xfrm>
            <a:off x="1327836" y="2724162"/>
            <a:ext cx="911100" cy="7152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1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14" name="Google Shape;114;p13"/>
          <p:cNvSpPr txBox="1">
            <a:spLocks noGrp="1"/>
          </p:cNvSpPr>
          <p:nvPr>
            <p:ph type="subTitle" idx="8"/>
          </p:nvPr>
        </p:nvSpPr>
        <p:spPr>
          <a:xfrm>
            <a:off x="1327826" y="3416954"/>
            <a:ext cx="3140700" cy="4101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200" b="1">
                <a:solidFill>
                  <a:schemeClr val="lt2"/>
                </a:solidFill>
                <a:latin typeface="Cambay"/>
                <a:ea typeface="Cambay"/>
                <a:cs typeface="Cambay"/>
                <a:sym typeface="Camb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5" name="Google Shape;115;p13"/>
          <p:cNvSpPr txBox="1">
            <a:spLocks noGrp="1"/>
          </p:cNvSpPr>
          <p:nvPr>
            <p:ph type="subTitle" idx="9"/>
          </p:nvPr>
        </p:nvSpPr>
        <p:spPr>
          <a:xfrm>
            <a:off x="1327836" y="3795822"/>
            <a:ext cx="2499000" cy="5436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6" name="Google Shape;116;p13"/>
          <p:cNvSpPr txBox="1">
            <a:spLocks noGrp="1"/>
          </p:cNvSpPr>
          <p:nvPr>
            <p:ph type="title" idx="13" hasCustomPrompt="1"/>
          </p:nvPr>
        </p:nvSpPr>
        <p:spPr>
          <a:xfrm>
            <a:off x="4955136" y="2724162"/>
            <a:ext cx="911100" cy="7152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1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
        <p:nvSpPr>
          <p:cNvPr id="117" name="Google Shape;117;p13"/>
          <p:cNvSpPr txBox="1">
            <a:spLocks noGrp="1"/>
          </p:cNvSpPr>
          <p:nvPr>
            <p:ph type="subTitle" idx="14"/>
          </p:nvPr>
        </p:nvSpPr>
        <p:spPr>
          <a:xfrm>
            <a:off x="4955125" y="3416955"/>
            <a:ext cx="3140700" cy="4101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2200" b="1">
                <a:solidFill>
                  <a:schemeClr val="lt2"/>
                </a:solidFill>
                <a:latin typeface="Cambay"/>
                <a:ea typeface="Cambay"/>
                <a:cs typeface="Cambay"/>
                <a:sym typeface="Camb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 name="Google Shape;118;p13"/>
          <p:cNvSpPr txBox="1">
            <a:spLocks noGrp="1"/>
          </p:cNvSpPr>
          <p:nvPr>
            <p:ph type="subTitle" idx="15"/>
          </p:nvPr>
        </p:nvSpPr>
        <p:spPr>
          <a:xfrm>
            <a:off x="4955136" y="3795822"/>
            <a:ext cx="2499000" cy="5436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3_1">
    <p:bg>
      <p:bgPr>
        <a:gradFill>
          <a:gsLst>
            <a:gs pos="0">
              <a:schemeClr val="lt1"/>
            </a:gs>
            <a:gs pos="100000">
              <a:schemeClr val="dk2"/>
            </a:gs>
          </a:gsLst>
          <a:lin ang="18900044" scaled="0"/>
        </a:gradFill>
        <a:effectLst/>
      </p:bgPr>
    </p:bg>
    <p:spTree>
      <p:nvGrpSpPr>
        <p:cNvPr id="1" name="Shape 152"/>
        <p:cNvGrpSpPr/>
        <p:nvPr/>
      </p:nvGrpSpPr>
      <p:grpSpPr>
        <a:xfrm>
          <a:off x="0" y="0"/>
          <a:ext cx="0" cy="0"/>
          <a:chOff x="0" y="0"/>
          <a:chExt cx="0" cy="0"/>
        </a:xfrm>
      </p:grpSpPr>
      <p:grpSp>
        <p:nvGrpSpPr>
          <p:cNvPr id="153" name="Google Shape;153;p17"/>
          <p:cNvGrpSpPr/>
          <p:nvPr/>
        </p:nvGrpSpPr>
        <p:grpSpPr>
          <a:xfrm>
            <a:off x="-62576" y="-60793"/>
            <a:ext cx="10084525" cy="5354693"/>
            <a:chOff x="-62576" y="-60793"/>
            <a:chExt cx="10084525" cy="5354693"/>
          </a:xfrm>
        </p:grpSpPr>
        <p:sp>
          <p:nvSpPr>
            <p:cNvPr id="154" name="Google Shape;154;p17"/>
            <p:cNvSpPr/>
            <p:nvPr/>
          </p:nvSpPr>
          <p:spPr>
            <a:xfrm rot="5400000">
              <a:off x="6210407" y="2210400"/>
              <a:ext cx="5146500" cy="722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7"/>
            <p:cNvSpPr/>
            <p:nvPr/>
          </p:nvSpPr>
          <p:spPr>
            <a:xfrm>
              <a:off x="-62576" y="4609325"/>
              <a:ext cx="8467029" cy="673900"/>
            </a:xfrm>
            <a:custGeom>
              <a:avLst/>
              <a:gdLst/>
              <a:ahLst/>
              <a:cxnLst/>
              <a:rect l="l" t="t" r="r" b="b"/>
              <a:pathLst>
                <a:path w="303369" h="26956" extrusionOk="0">
                  <a:moveTo>
                    <a:pt x="190" y="0"/>
                  </a:moveTo>
                  <a:lnTo>
                    <a:pt x="0" y="26956"/>
                  </a:lnTo>
                  <a:lnTo>
                    <a:pt x="303369" y="26210"/>
                  </a:lnTo>
                  <a:lnTo>
                    <a:pt x="303369" y="430"/>
                  </a:lnTo>
                  <a:close/>
                </a:path>
              </a:pathLst>
            </a:custGeom>
            <a:solidFill>
              <a:schemeClr val="lt2"/>
            </a:solidFill>
            <a:ln>
              <a:noFill/>
            </a:ln>
          </p:spPr>
          <p:txBody>
            <a:bodyPr/>
            <a:lstStyle/>
            <a:p>
              <a:endParaRPr lang="en-US"/>
            </a:p>
          </p:txBody>
        </p:sp>
        <p:sp>
          <p:nvSpPr>
            <p:cNvPr id="156" name="Google Shape;156;p17"/>
            <p:cNvSpPr/>
            <p:nvPr/>
          </p:nvSpPr>
          <p:spPr>
            <a:xfrm>
              <a:off x="5072405" y="4617200"/>
              <a:ext cx="1130850" cy="676700"/>
            </a:xfrm>
            <a:custGeom>
              <a:avLst/>
              <a:gdLst/>
              <a:ahLst/>
              <a:cxnLst/>
              <a:rect l="l" t="t" r="r" b="b"/>
              <a:pathLst>
                <a:path w="45234" h="27068" extrusionOk="0">
                  <a:moveTo>
                    <a:pt x="6867" y="0"/>
                  </a:moveTo>
                  <a:lnTo>
                    <a:pt x="0" y="26756"/>
                  </a:lnTo>
                  <a:lnTo>
                    <a:pt x="38270" y="27068"/>
                  </a:lnTo>
                  <a:lnTo>
                    <a:pt x="45234" y="95"/>
                  </a:lnTo>
                  <a:close/>
                </a:path>
              </a:pathLst>
            </a:custGeom>
            <a:gradFill>
              <a:gsLst>
                <a:gs pos="0">
                  <a:schemeClr val="lt2"/>
                </a:gs>
                <a:gs pos="100000">
                  <a:schemeClr val="accent2"/>
                </a:gs>
              </a:gsLst>
              <a:lin ang="2700006" scaled="0"/>
            </a:gradFill>
            <a:ln>
              <a:noFill/>
            </a:ln>
          </p:spPr>
          <p:txBody>
            <a:bodyPr/>
            <a:lstStyle/>
            <a:p>
              <a:endParaRPr lang="en-US"/>
            </a:p>
          </p:txBody>
        </p:sp>
        <p:sp>
          <p:nvSpPr>
            <p:cNvPr id="157" name="Google Shape;157;p17"/>
            <p:cNvSpPr/>
            <p:nvPr/>
          </p:nvSpPr>
          <p:spPr>
            <a:xfrm>
              <a:off x="6401130" y="4617050"/>
              <a:ext cx="2021700" cy="669050"/>
            </a:xfrm>
            <a:custGeom>
              <a:avLst/>
              <a:gdLst/>
              <a:ahLst/>
              <a:cxnLst/>
              <a:rect l="l" t="t" r="r" b="b"/>
              <a:pathLst>
                <a:path w="80868" h="26762" extrusionOk="0">
                  <a:moveTo>
                    <a:pt x="6867" y="6"/>
                  </a:moveTo>
                  <a:lnTo>
                    <a:pt x="0" y="26762"/>
                  </a:lnTo>
                  <a:lnTo>
                    <a:pt x="80868" y="26608"/>
                  </a:lnTo>
                  <a:lnTo>
                    <a:pt x="80850" y="0"/>
                  </a:lnTo>
                  <a:close/>
                </a:path>
              </a:pathLst>
            </a:custGeom>
            <a:gradFill>
              <a:gsLst>
                <a:gs pos="0">
                  <a:schemeClr val="lt2"/>
                </a:gs>
                <a:gs pos="100000">
                  <a:schemeClr val="accent2"/>
                </a:gs>
              </a:gsLst>
              <a:lin ang="2700006" scaled="0"/>
            </a:gradFill>
            <a:ln>
              <a:noFill/>
            </a:ln>
          </p:spPr>
          <p:txBody>
            <a:bodyPr/>
            <a:lstStyle/>
            <a:p>
              <a:endParaRPr lang="en-US"/>
            </a:p>
          </p:txBody>
        </p:sp>
        <p:sp>
          <p:nvSpPr>
            <p:cNvPr id="158" name="Google Shape;158;p17"/>
            <p:cNvSpPr/>
            <p:nvPr/>
          </p:nvSpPr>
          <p:spPr>
            <a:xfrm rot="10800000" flipH="1">
              <a:off x="724265" y="-60793"/>
              <a:ext cx="9297685" cy="598895"/>
            </a:xfrm>
            <a:custGeom>
              <a:avLst/>
              <a:gdLst/>
              <a:ahLst/>
              <a:cxnLst/>
              <a:rect l="l" t="t" r="r" b="b"/>
              <a:pathLst>
                <a:path w="58499" h="3768" fill="none" extrusionOk="0">
                  <a:moveTo>
                    <a:pt x="58499" y="2472"/>
                  </a:moveTo>
                  <a:lnTo>
                    <a:pt x="44663" y="2472"/>
                  </a:lnTo>
                  <a:lnTo>
                    <a:pt x="42191" y="0"/>
                  </a:lnTo>
                  <a:lnTo>
                    <a:pt x="27753" y="0"/>
                  </a:lnTo>
                  <a:lnTo>
                    <a:pt x="23986" y="3768"/>
                  </a:lnTo>
                  <a:lnTo>
                    <a:pt x="0" y="376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 name="Google Shape;159;p17"/>
          <p:cNvSpPr txBox="1">
            <a:spLocks noGrp="1"/>
          </p:cNvSpPr>
          <p:nvPr>
            <p:ph type="title"/>
          </p:nvPr>
        </p:nvSpPr>
        <p:spPr>
          <a:xfrm>
            <a:off x="714675" y="521225"/>
            <a:ext cx="7714800" cy="5781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33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60" name="Google Shape;160;p17"/>
          <p:cNvSpPr txBox="1">
            <a:spLocks noGrp="1"/>
          </p:cNvSpPr>
          <p:nvPr>
            <p:ph type="subTitle" idx="1"/>
          </p:nvPr>
        </p:nvSpPr>
        <p:spPr>
          <a:xfrm>
            <a:off x="950500" y="2419925"/>
            <a:ext cx="2243400" cy="4101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Cambay"/>
              <a:buNone/>
              <a:defRPr sz="2200" b="1">
                <a:solidFill>
                  <a:schemeClr val="lt2"/>
                </a:solidFill>
                <a:latin typeface="Cambay"/>
                <a:ea typeface="Cambay"/>
                <a:cs typeface="Cambay"/>
                <a:sym typeface="Cambay"/>
              </a:defRPr>
            </a:lvl1pPr>
            <a:lvl2pPr lvl="1" rtl="0">
              <a:spcBef>
                <a:spcPts val="0"/>
              </a:spcBef>
              <a:spcAft>
                <a:spcPts val="0"/>
              </a:spcAft>
              <a:buSzPts val="1400"/>
              <a:buFont typeface="Cambay"/>
              <a:buNone/>
              <a:defRPr>
                <a:latin typeface="Cambay"/>
                <a:ea typeface="Cambay"/>
                <a:cs typeface="Cambay"/>
                <a:sym typeface="Cambay"/>
              </a:defRPr>
            </a:lvl2pPr>
            <a:lvl3pPr lvl="2" rtl="0">
              <a:spcBef>
                <a:spcPts val="0"/>
              </a:spcBef>
              <a:spcAft>
                <a:spcPts val="0"/>
              </a:spcAft>
              <a:buSzPts val="1400"/>
              <a:buFont typeface="Cambay"/>
              <a:buNone/>
              <a:defRPr>
                <a:latin typeface="Cambay"/>
                <a:ea typeface="Cambay"/>
                <a:cs typeface="Cambay"/>
                <a:sym typeface="Cambay"/>
              </a:defRPr>
            </a:lvl3pPr>
            <a:lvl4pPr lvl="3" rtl="0">
              <a:spcBef>
                <a:spcPts val="0"/>
              </a:spcBef>
              <a:spcAft>
                <a:spcPts val="0"/>
              </a:spcAft>
              <a:buSzPts val="1400"/>
              <a:buFont typeface="Cambay"/>
              <a:buNone/>
              <a:defRPr>
                <a:latin typeface="Cambay"/>
                <a:ea typeface="Cambay"/>
                <a:cs typeface="Cambay"/>
                <a:sym typeface="Cambay"/>
              </a:defRPr>
            </a:lvl4pPr>
            <a:lvl5pPr lvl="4" rtl="0">
              <a:spcBef>
                <a:spcPts val="0"/>
              </a:spcBef>
              <a:spcAft>
                <a:spcPts val="0"/>
              </a:spcAft>
              <a:buSzPts val="1400"/>
              <a:buFont typeface="Cambay"/>
              <a:buNone/>
              <a:defRPr>
                <a:latin typeface="Cambay"/>
                <a:ea typeface="Cambay"/>
                <a:cs typeface="Cambay"/>
                <a:sym typeface="Cambay"/>
              </a:defRPr>
            </a:lvl5pPr>
            <a:lvl6pPr lvl="5" rtl="0">
              <a:spcBef>
                <a:spcPts val="0"/>
              </a:spcBef>
              <a:spcAft>
                <a:spcPts val="0"/>
              </a:spcAft>
              <a:buSzPts val="1400"/>
              <a:buFont typeface="Cambay"/>
              <a:buNone/>
              <a:defRPr>
                <a:latin typeface="Cambay"/>
                <a:ea typeface="Cambay"/>
                <a:cs typeface="Cambay"/>
                <a:sym typeface="Cambay"/>
              </a:defRPr>
            </a:lvl6pPr>
            <a:lvl7pPr lvl="6" rtl="0">
              <a:spcBef>
                <a:spcPts val="0"/>
              </a:spcBef>
              <a:spcAft>
                <a:spcPts val="0"/>
              </a:spcAft>
              <a:buSzPts val="1400"/>
              <a:buFont typeface="Cambay"/>
              <a:buNone/>
              <a:defRPr>
                <a:latin typeface="Cambay"/>
                <a:ea typeface="Cambay"/>
                <a:cs typeface="Cambay"/>
                <a:sym typeface="Cambay"/>
              </a:defRPr>
            </a:lvl7pPr>
            <a:lvl8pPr lvl="7" rtl="0">
              <a:spcBef>
                <a:spcPts val="0"/>
              </a:spcBef>
              <a:spcAft>
                <a:spcPts val="0"/>
              </a:spcAft>
              <a:buSzPts val="1400"/>
              <a:buFont typeface="Cambay"/>
              <a:buNone/>
              <a:defRPr>
                <a:latin typeface="Cambay"/>
                <a:ea typeface="Cambay"/>
                <a:cs typeface="Cambay"/>
                <a:sym typeface="Cambay"/>
              </a:defRPr>
            </a:lvl8pPr>
            <a:lvl9pPr lvl="8" rtl="0">
              <a:spcBef>
                <a:spcPts val="0"/>
              </a:spcBef>
              <a:spcAft>
                <a:spcPts val="0"/>
              </a:spcAft>
              <a:buSzPts val="1400"/>
              <a:buFont typeface="Cambay"/>
              <a:buNone/>
              <a:defRPr>
                <a:latin typeface="Cambay"/>
                <a:ea typeface="Cambay"/>
                <a:cs typeface="Cambay"/>
                <a:sym typeface="Cambay"/>
              </a:defRPr>
            </a:lvl9pPr>
          </a:lstStyle>
          <a:p>
            <a:endParaRPr/>
          </a:p>
        </p:txBody>
      </p:sp>
      <p:sp>
        <p:nvSpPr>
          <p:cNvPr id="161" name="Google Shape;161;p17"/>
          <p:cNvSpPr txBox="1">
            <a:spLocks noGrp="1"/>
          </p:cNvSpPr>
          <p:nvPr>
            <p:ph type="subTitle" idx="2"/>
          </p:nvPr>
        </p:nvSpPr>
        <p:spPr>
          <a:xfrm>
            <a:off x="950500" y="2739234"/>
            <a:ext cx="2243400" cy="85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2" name="Google Shape;162;p17"/>
          <p:cNvSpPr txBox="1">
            <a:spLocks noGrp="1"/>
          </p:cNvSpPr>
          <p:nvPr>
            <p:ph type="subTitle" idx="3"/>
          </p:nvPr>
        </p:nvSpPr>
        <p:spPr>
          <a:xfrm>
            <a:off x="3390903" y="2419925"/>
            <a:ext cx="2243400" cy="4101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Cambay"/>
              <a:buNone/>
              <a:defRPr sz="2200" b="1">
                <a:solidFill>
                  <a:schemeClr val="lt2"/>
                </a:solidFill>
                <a:latin typeface="Cambay"/>
                <a:ea typeface="Cambay"/>
                <a:cs typeface="Cambay"/>
                <a:sym typeface="Cambay"/>
              </a:defRPr>
            </a:lvl1pPr>
            <a:lvl2pPr lvl="1" rtl="0">
              <a:spcBef>
                <a:spcPts val="0"/>
              </a:spcBef>
              <a:spcAft>
                <a:spcPts val="0"/>
              </a:spcAft>
              <a:buSzPts val="1400"/>
              <a:buFont typeface="Cambay"/>
              <a:buNone/>
              <a:defRPr>
                <a:latin typeface="Cambay"/>
                <a:ea typeface="Cambay"/>
                <a:cs typeface="Cambay"/>
                <a:sym typeface="Cambay"/>
              </a:defRPr>
            </a:lvl2pPr>
            <a:lvl3pPr lvl="2" rtl="0">
              <a:spcBef>
                <a:spcPts val="0"/>
              </a:spcBef>
              <a:spcAft>
                <a:spcPts val="0"/>
              </a:spcAft>
              <a:buSzPts val="1400"/>
              <a:buFont typeface="Cambay"/>
              <a:buNone/>
              <a:defRPr>
                <a:latin typeface="Cambay"/>
                <a:ea typeface="Cambay"/>
                <a:cs typeface="Cambay"/>
                <a:sym typeface="Cambay"/>
              </a:defRPr>
            </a:lvl3pPr>
            <a:lvl4pPr lvl="3" rtl="0">
              <a:spcBef>
                <a:spcPts val="0"/>
              </a:spcBef>
              <a:spcAft>
                <a:spcPts val="0"/>
              </a:spcAft>
              <a:buSzPts val="1400"/>
              <a:buFont typeface="Cambay"/>
              <a:buNone/>
              <a:defRPr>
                <a:latin typeface="Cambay"/>
                <a:ea typeface="Cambay"/>
                <a:cs typeface="Cambay"/>
                <a:sym typeface="Cambay"/>
              </a:defRPr>
            </a:lvl4pPr>
            <a:lvl5pPr lvl="4" rtl="0">
              <a:spcBef>
                <a:spcPts val="0"/>
              </a:spcBef>
              <a:spcAft>
                <a:spcPts val="0"/>
              </a:spcAft>
              <a:buSzPts val="1400"/>
              <a:buFont typeface="Cambay"/>
              <a:buNone/>
              <a:defRPr>
                <a:latin typeface="Cambay"/>
                <a:ea typeface="Cambay"/>
                <a:cs typeface="Cambay"/>
                <a:sym typeface="Cambay"/>
              </a:defRPr>
            </a:lvl5pPr>
            <a:lvl6pPr lvl="5" rtl="0">
              <a:spcBef>
                <a:spcPts val="0"/>
              </a:spcBef>
              <a:spcAft>
                <a:spcPts val="0"/>
              </a:spcAft>
              <a:buSzPts val="1400"/>
              <a:buFont typeface="Cambay"/>
              <a:buNone/>
              <a:defRPr>
                <a:latin typeface="Cambay"/>
                <a:ea typeface="Cambay"/>
                <a:cs typeface="Cambay"/>
                <a:sym typeface="Cambay"/>
              </a:defRPr>
            </a:lvl6pPr>
            <a:lvl7pPr lvl="6" rtl="0">
              <a:spcBef>
                <a:spcPts val="0"/>
              </a:spcBef>
              <a:spcAft>
                <a:spcPts val="0"/>
              </a:spcAft>
              <a:buSzPts val="1400"/>
              <a:buFont typeface="Cambay"/>
              <a:buNone/>
              <a:defRPr>
                <a:latin typeface="Cambay"/>
                <a:ea typeface="Cambay"/>
                <a:cs typeface="Cambay"/>
                <a:sym typeface="Cambay"/>
              </a:defRPr>
            </a:lvl7pPr>
            <a:lvl8pPr lvl="7" rtl="0">
              <a:spcBef>
                <a:spcPts val="0"/>
              </a:spcBef>
              <a:spcAft>
                <a:spcPts val="0"/>
              </a:spcAft>
              <a:buSzPts val="1400"/>
              <a:buFont typeface="Cambay"/>
              <a:buNone/>
              <a:defRPr>
                <a:latin typeface="Cambay"/>
                <a:ea typeface="Cambay"/>
                <a:cs typeface="Cambay"/>
                <a:sym typeface="Cambay"/>
              </a:defRPr>
            </a:lvl8pPr>
            <a:lvl9pPr lvl="8" rtl="0">
              <a:spcBef>
                <a:spcPts val="0"/>
              </a:spcBef>
              <a:spcAft>
                <a:spcPts val="0"/>
              </a:spcAft>
              <a:buSzPts val="1400"/>
              <a:buFont typeface="Cambay"/>
              <a:buNone/>
              <a:defRPr>
                <a:latin typeface="Cambay"/>
                <a:ea typeface="Cambay"/>
                <a:cs typeface="Cambay"/>
                <a:sym typeface="Cambay"/>
              </a:defRPr>
            </a:lvl9pPr>
          </a:lstStyle>
          <a:p>
            <a:endParaRPr/>
          </a:p>
        </p:txBody>
      </p:sp>
      <p:sp>
        <p:nvSpPr>
          <p:cNvPr id="163" name="Google Shape;163;p17"/>
          <p:cNvSpPr txBox="1">
            <a:spLocks noGrp="1"/>
          </p:cNvSpPr>
          <p:nvPr>
            <p:ph type="subTitle" idx="4"/>
          </p:nvPr>
        </p:nvSpPr>
        <p:spPr>
          <a:xfrm>
            <a:off x="3390900" y="2739234"/>
            <a:ext cx="2243400" cy="85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4" name="Google Shape;164;p17"/>
          <p:cNvSpPr txBox="1">
            <a:spLocks noGrp="1"/>
          </p:cNvSpPr>
          <p:nvPr>
            <p:ph type="subTitle" idx="5"/>
          </p:nvPr>
        </p:nvSpPr>
        <p:spPr>
          <a:xfrm>
            <a:off x="5831305" y="2419925"/>
            <a:ext cx="2243400" cy="4101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Font typeface="Cambay"/>
              <a:buNone/>
              <a:defRPr sz="2200" b="1">
                <a:solidFill>
                  <a:schemeClr val="lt2"/>
                </a:solidFill>
                <a:latin typeface="Cambay"/>
                <a:ea typeface="Cambay"/>
                <a:cs typeface="Cambay"/>
                <a:sym typeface="Cambay"/>
              </a:defRPr>
            </a:lvl1pPr>
            <a:lvl2pPr lvl="1" rtl="0">
              <a:spcBef>
                <a:spcPts val="0"/>
              </a:spcBef>
              <a:spcAft>
                <a:spcPts val="0"/>
              </a:spcAft>
              <a:buSzPts val="1400"/>
              <a:buFont typeface="Cambay"/>
              <a:buNone/>
              <a:defRPr>
                <a:latin typeface="Cambay"/>
                <a:ea typeface="Cambay"/>
                <a:cs typeface="Cambay"/>
                <a:sym typeface="Cambay"/>
              </a:defRPr>
            </a:lvl2pPr>
            <a:lvl3pPr lvl="2" rtl="0">
              <a:spcBef>
                <a:spcPts val="0"/>
              </a:spcBef>
              <a:spcAft>
                <a:spcPts val="0"/>
              </a:spcAft>
              <a:buSzPts val="1400"/>
              <a:buFont typeface="Cambay"/>
              <a:buNone/>
              <a:defRPr>
                <a:latin typeface="Cambay"/>
                <a:ea typeface="Cambay"/>
                <a:cs typeface="Cambay"/>
                <a:sym typeface="Cambay"/>
              </a:defRPr>
            </a:lvl3pPr>
            <a:lvl4pPr lvl="3" rtl="0">
              <a:spcBef>
                <a:spcPts val="0"/>
              </a:spcBef>
              <a:spcAft>
                <a:spcPts val="0"/>
              </a:spcAft>
              <a:buSzPts val="1400"/>
              <a:buFont typeface="Cambay"/>
              <a:buNone/>
              <a:defRPr>
                <a:latin typeface="Cambay"/>
                <a:ea typeface="Cambay"/>
                <a:cs typeface="Cambay"/>
                <a:sym typeface="Cambay"/>
              </a:defRPr>
            </a:lvl4pPr>
            <a:lvl5pPr lvl="4" rtl="0">
              <a:spcBef>
                <a:spcPts val="0"/>
              </a:spcBef>
              <a:spcAft>
                <a:spcPts val="0"/>
              </a:spcAft>
              <a:buSzPts val="1400"/>
              <a:buFont typeface="Cambay"/>
              <a:buNone/>
              <a:defRPr>
                <a:latin typeface="Cambay"/>
                <a:ea typeface="Cambay"/>
                <a:cs typeface="Cambay"/>
                <a:sym typeface="Cambay"/>
              </a:defRPr>
            </a:lvl5pPr>
            <a:lvl6pPr lvl="5" rtl="0">
              <a:spcBef>
                <a:spcPts val="0"/>
              </a:spcBef>
              <a:spcAft>
                <a:spcPts val="0"/>
              </a:spcAft>
              <a:buSzPts val="1400"/>
              <a:buFont typeface="Cambay"/>
              <a:buNone/>
              <a:defRPr>
                <a:latin typeface="Cambay"/>
                <a:ea typeface="Cambay"/>
                <a:cs typeface="Cambay"/>
                <a:sym typeface="Cambay"/>
              </a:defRPr>
            </a:lvl6pPr>
            <a:lvl7pPr lvl="6" rtl="0">
              <a:spcBef>
                <a:spcPts val="0"/>
              </a:spcBef>
              <a:spcAft>
                <a:spcPts val="0"/>
              </a:spcAft>
              <a:buSzPts val="1400"/>
              <a:buFont typeface="Cambay"/>
              <a:buNone/>
              <a:defRPr>
                <a:latin typeface="Cambay"/>
                <a:ea typeface="Cambay"/>
                <a:cs typeface="Cambay"/>
                <a:sym typeface="Cambay"/>
              </a:defRPr>
            </a:lvl7pPr>
            <a:lvl8pPr lvl="7" rtl="0">
              <a:spcBef>
                <a:spcPts val="0"/>
              </a:spcBef>
              <a:spcAft>
                <a:spcPts val="0"/>
              </a:spcAft>
              <a:buSzPts val="1400"/>
              <a:buFont typeface="Cambay"/>
              <a:buNone/>
              <a:defRPr>
                <a:latin typeface="Cambay"/>
                <a:ea typeface="Cambay"/>
                <a:cs typeface="Cambay"/>
                <a:sym typeface="Cambay"/>
              </a:defRPr>
            </a:lvl8pPr>
            <a:lvl9pPr lvl="8" rtl="0">
              <a:spcBef>
                <a:spcPts val="0"/>
              </a:spcBef>
              <a:spcAft>
                <a:spcPts val="0"/>
              </a:spcAft>
              <a:buSzPts val="1400"/>
              <a:buFont typeface="Cambay"/>
              <a:buNone/>
              <a:defRPr>
                <a:latin typeface="Cambay"/>
                <a:ea typeface="Cambay"/>
                <a:cs typeface="Cambay"/>
                <a:sym typeface="Cambay"/>
              </a:defRPr>
            </a:lvl9pPr>
          </a:lstStyle>
          <a:p>
            <a:endParaRPr/>
          </a:p>
        </p:txBody>
      </p:sp>
      <p:sp>
        <p:nvSpPr>
          <p:cNvPr id="165" name="Google Shape;165;p17"/>
          <p:cNvSpPr txBox="1">
            <a:spLocks noGrp="1"/>
          </p:cNvSpPr>
          <p:nvPr>
            <p:ph type="subTitle" idx="6"/>
          </p:nvPr>
        </p:nvSpPr>
        <p:spPr>
          <a:xfrm>
            <a:off x="5831300" y="2739234"/>
            <a:ext cx="2243400" cy="859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CUSTOM_1">
    <p:bg>
      <p:bgPr>
        <a:gradFill>
          <a:gsLst>
            <a:gs pos="0">
              <a:schemeClr val="lt1"/>
            </a:gs>
            <a:gs pos="100000">
              <a:schemeClr val="dk2"/>
            </a:gs>
          </a:gsLst>
          <a:lin ang="18900044" scaled="0"/>
        </a:gradFill>
        <a:effectLst/>
      </p:bgPr>
    </p:bg>
    <p:spTree>
      <p:nvGrpSpPr>
        <p:cNvPr id="1" name="Shape 248"/>
        <p:cNvGrpSpPr/>
        <p:nvPr/>
      </p:nvGrpSpPr>
      <p:grpSpPr>
        <a:xfrm>
          <a:off x="0" y="0"/>
          <a:ext cx="0" cy="0"/>
          <a:chOff x="0" y="0"/>
          <a:chExt cx="0" cy="0"/>
        </a:xfrm>
      </p:grpSpPr>
      <p:grpSp>
        <p:nvGrpSpPr>
          <p:cNvPr id="249" name="Google Shape;249;p22"/>
          <p:cNvGrpSpPr/>
          <p:nvPr/>
        </p:nvGrpSpPr>
        <p:grpSpPr>
          <a:xfrm>
            <a:off x="0" y="-1500"/>
            <a:ext cx="9150425" cy="5295400"/>
            <a:chOff x="0" y="-1500"/>
            <a:chExt cx="9150425" cy="5295400"/>
          </a:xfrm>
        </p:grpSpPr>
        <p:sp>
          <p:nvSpPr>
            <p:cNvPr id="250" name="Google Shape;250;p22"/>
            <p:cNvSpPr/>
            <p:nvPr/>
          </p:nvSpPr>
          <p:spPr>
            <a:xfrm rot="-5400000" flipH="1">
              <a:off x="-1796850" y="1795350"/>
              <a:ext cx="5146500" cy="1552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2"/>
            <p:cNvSpPr/>
            <p:nvPr/>
          </p:nvSpPr>
          <p:spPr>
            <a:xfrm>
              <a:off x="1547850" y="4609325"/>
              <a:ext cx="7584225" cy="673900"/>
            </a:xfrm>
            <a:custGeom>
              <a:avLst/>
              <a:gdLst/>
              <a:ahLst/>
              <a:cxnLst/>
              <a:rect l="l" t="t" r="r" b="b"/>
              <a:pathLst>
                <a:path w="303369" h="26956" extrusionOk="0">
                  <a:moveTo>
                    <a:pt x="190" y="0"/>
                  </a:moveTo>
                  <a:lnTo>
                    <a:pt x="0" y="26956"/>
                  </a:lnTo>
                  <a:lnTo>
                    <a:pt x="303369" y="26210"/>
                  </a:lnTo>
                  <a:lnTo>
                    <a:pt x="303369" y="430"/>
                  </a:lnTo>
                  <a:close/>
                </a:path>
              </a:pathLst>
            </a:custGeom>
            <a:solidFill>
              <a:schemeClr val="lt2"/>
            </a:solidFill>
            <a:ln>
              <a:noFill/>
            </a:ln>
          </p:spPr>
          <p:txBody>
            <a:bodyPr/>
            <a:lstStyle/>
            <a:p>
              <a:endParaRPr lang="en-US"/>
            </a:p>
          </p:txBody>
        </p:sp>
        <p:sp>
          <p:nvSpPr>
            <p:cNvPr id="252" name="Google Shape;252;p22"/>
            <p:cNvSpPr/>
            <p:nvPr/>
          </p:nvSpPr>
          <p:spPr>
            <a:xfrm>
              <a:off x="5800000" y="4617200"/>
              <a:ext cx="1130850" cy="676700"/>
            </a:xfrm>
            <a:custGeom>
              <a:avLst/>
              <a:gdLst/>
              <a:ahLst/>
              <a:cxnLst/>
              <a:rect l="l" t="t" r="r" b="b"/>
              <a:pathLst>
                <a:path w="45234" h="27068" extrusionOk="0">
                  <a:moveTo>
                    <a:pt x="6867" y="0"/>
                  </a:moveTo>
                  <a:lnTo>
                    <a:pt x="0" y="26756"/>
                  </a:lnTo>
                  <a:lnTo>
                    <a:pt x="38270" y="27068"/>
                  </a:lnTo>
                  <a:lnTo>
                    <a:pt x="45234" y="95"/>
                  </a:lnTo>
                  <a:close/>
                </a:path>
              </a:pathLst>
            </a:custGeom>
            <a:gradFill>
              <a:gsLst>
                <a:gs pos="0">
                  <a:schemeClr val="lt2"/>
                </a:gs>
                <a:gs pos="100000">
                  <a:schemeClr val="accent2"/>
                </a:gs>
              </a:gsLst>
              <a:lin ang="2700006" scaled="0"/>
            </a:gradFill>
            <a:ln>
              <a:noFill/>
            </a:ln>
          </p:spPr>
          <p:txBody>
            <a:bodyPr/>
            <a:lstStyle/>
            <a:p>
              <a:endParaRPr lang="en-US"/>
            </a:p>
          </p:txBody>
        </p:sp>
        <p:sp>
          <p:nvSpPr>
            <p:cNvPr id="253" name="Google Shape;253;p22"/>
            <p:cNvSpPr/>
            <p:nvPr/>
          </p:nvSpPr>
          <p:spPr>
            <a:xfrm>
              <a:off x="7128725" y="4617050"/>
              <a:ext cx="2021700" cy="669050"/>
            </a:xfrm>
            <a:custGeom>
              <a:avLst/>
              <a:gdLst/>
              <a:ahLst/>
              <a:cxnLst/>
              <a:rect l="l" t="t" r="r" b="b"/>
              <a:pathLst>
                <a:path w="80868" h="26762" extrusionOk="0">
                  <a:moveTo>
                    <a:pt x="6867" y="6"/>
                  </a:moveTo>
                  <a:lnTo>
                    <a:pt x="0" y="26762"/>
                  </a:lnTo>
                  <a:lnTo>
                    <a:pt x="80868" y="26608"/>
                  </a:lnTo>
                  <a:lnTo>
                    <a:pt x="80850" y="0"/>
                  </a:lnTo>
                  <a:close/>
                </a:path>
              </a:pathLst>
            </a:custGeom>
            <a:gradFill>
              <a:gsLst>
                <a:gs pos="0">
                  <a:schemeClr val="lt2"/>
                </a:gs>
                <a:gs pos="100000">
                  <a:schemeClr val="accent2"/>
                </a:gs>
              </a:gsLst>
              <a:lin ang="2700006" scaled="0"/>
            </a:gradFill>
            <a:ln>
              <a:noFill/>
            </a:ln>
          </p:spPr>
          <p:txBody>
            <a:bodyPr/>
            <a:lstStyle/>
            <a:p>
              <a:endParaRPr lang="en-US"/>
            </a:p>
          </p:txBody>
        </p:sp>
      </p:grpSp>
      <p:sp>
        <p:nvSpPr>
          <p:cNvPr id="254" name="Google Shape;254;p22"/>
          <p:cNvSpPr txBox="1">
            <a:spLocks noGrp="1"/>
          </p:cNvSpPr>
          <p:nvPr>
            <p:ph type="subTitle" idx="1"/>
          </p:nvPr>
        </p:nvSpPr>
        <p:spPr>
          <a:xfrm>
            <a:off x="1866525" y="1596903"/>
            <a:ext cx="6562800" cy="1422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7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55" name="Google Shape;255;p22"/>
          <p:cNvSpPr txBox="1">
            <a:spLocks noGrp="1"/>
          </p:cNvSpPr>
          <p:nvPr>
            <p:ph type="title"/>
          </p:nvPr>
        </p:nvSpPr>
        <p:spPr>
          <a:xfrm>
            <a:off x="1866525" y="3025000"/>
            <a:ext cx="6562800" cy="578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300"/>
              <a:buNone/>
              <a:defRPr sz="2700">
                <a:solidFill>
                  <a:schemeClr val="lt2"/>
                </a:solidFill>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1">
  <p:cSld name="CUSTOM_2">
    <p:bg>
      <p:bgPr>
        <a:gradFill>
          <a:gsLst>
            <a:gs pos="0">
              <a:schemeClr val="lt1"/>
            </a:gs>
            <a:gs pos="100000">
              <a:schemeClr val="dk2"/>
            </a:gs>
          </a:gsLst>
          <a:lin ang="13500032" scaled="0"/>
        </a:gradFill>
        <a:effectLst/>
      </p:bgPr>
    </p:bg>
    <p:spTree>
      <p:nvGrpSpPr>
        <p:cNvPr id="1" name="Shape 325"/>
        <p:cNvGrpSpPr/>
        <p:nvPr/>
      </p:nvGrpSpPr>
      <p:grpSpPr>
        <a:xfrm>
          <a:off x="0" y="0"/>
          <a:ext cx="0" cy="0"/>
          <a:chOff x="0" y="0"/>
          <a:chExt cx="0" cy="0"/>
        </a:xfrm>
      </p:grpSpPr>
      <p:grpSp>
        <p:nvGrpSpPr>
          <p:cNvPr id="326" name="Google Shape;326;p29"/>
          <p:cNvGrpSpPr/>
          <p:nvPr/>
        </p:nvGrpSpPr>
        <p:grpSpPr>
          <a:xfrm>
            <a:off x="-561900" y="-1500"/>
            <a:ext cx="9789322" cy="5146500"/>
            <a:chOff x="-561900" y="-1500"/>
            <a:chExt cx="9789322" cy="5146500"/>
          </a:xfrm>
        </p:grpSpPr>
        <p:sp>
          <p:nvSpPr>
            <p:cNvPr id="327" name="Google Shape;327;p29"/>
            <p:cNvSpPr/>
            <p:nvPr/>
          </p:nvSpPr>
          <p:spPr>
            <a:xfrm rot="-5400000">
              <a:off x="-2216100" y="2214600"/>
              <a:ext cx="5146500" cy="714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9"/>
            <p:cNvSpPr/>
            <p:nvPr/>
          </p:nvSpPr>
          <p:spPr>
            <a:xfrm flipH="1">
              <a:off x="-159976" y="4451050"/>
              <a:ext cx="9387398" cy="427251"/>
            </a:xfrm>
            <a:custGeom>
              <a:avLst/>
              <a:gdLst/>
              <a:ahLst/>
              <a:cxnLst/>
              <a:rect l="l" t="t" r="r" b="b"/>
              <a:pathLst>
                <a:path w="52272" h="2379" fill="none" extrusionOk="0">
                  <a:moveTo>
                    <a:pt x="0" y="1"/>
                  </a:moveTo>
                  <a:lnTo>
                    <a:pt x="23309" y="1"/>
                  </a:lnTo>
                  <a:lnTo>
                    <a:pt x="25683" y="2378"/>
                  </a:lnTo>
                  <a:lnTo>
                    <a:pt x="52272" y="237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9"/>
            <p:cNvSpPr/>
            <p:nvPr/>
          </p:nvSpPr>
          <p:spPr>
            <a:xfrm rot="10800000" flipH="1">
              <a:off x="-561900" y="230053"/>
              <a:ext cx="9763125" cy="304800"/>
            </a:xfrm>
            <a:custGeom>
              <a:avLst/>
              <a:gdLst/>
              <a:ahLst/>
              <a:cxnLst/>
              <a:rect l="l" t="t" r="r" b="b"/>
              <a:pathLst>
                <a:path w="390525" h="12192" extrusionOk="0">
                  <a:moveTo>
                    <a:pt x="0" y="12192"/>
                  </a:moveTo>
                  <a:lnTo>
                    <a:pt x="164973" y="12192"/>
                  </a:lnTo>
                  <a:lnTo>
                    <a:pt x="176022" y="0"/>
                  </a:lnTo>
                  <a:lnTo>
                    <a:pt x="390525" y="0"/>
                  </a:lnTo>
                </a:path>
              </a:pathLst>
            </a:custGeom>
            <a:noFill/>
            <a:ln w="9525" cap="flat" cmpd="sng">
              <a:solidFill>
                <a:schemeClr val="lt2"/>
              </a:solidFill>
              <a:prstDash val="solid"/>
              <a:round/>
              <a:headEnd type="none" w="med" len="med"/>
              <a:tailEnd type="none" w="med" len="med"/>
            </a:ln>
          </p:spPr>
          <p:txBody>
            <a:bodyPr/>
            <a:lstStyle/>
            <a:p>
              <a:endParaRPr lang="en-US"/>
            </a:p>
          </p:txBody>
        </p:sp>
      </p:grpSp>
      <p:sp>
        <p:nvSpPr>
          <p:cNvPr id="330" name="Google Shape;330;p29"/>
          <p:cNvSpPr txBox="1">
            <a:spLocks noGrp="1"/>
          </p:cNvSpPr>
          <p:nvPr>
            <p:ph type="title"/>
          </p:nvPr>
        </p:nvSpPr>
        <p:spPr>
          <a:xfrm>
            <a:off x="714675" y="521225"/>
            <a:ext cx="7714800" cy="5781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sz="3300"/>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3">
  <p:cSld name="CUSTOM_2_1_1_1">
    <p:bg>
      <p:bgPr>
        <a:gradFill>
          <a:gsLst>
            <a:gs pos="0">
              <a:schemeClr val="lt1"/>
            </a:gs>
            <a:gs pos="100000">
              <a:schemeClr val="dk2"/>
            </a:gs>
          </a:gsLst>
          <a:lin ang="18900732" scaled="0"/>
        </a:gradFill>
        <a:effectLst/>
      </p:bgPr>
    </p:bg>
    <p:spTree>
      <p:nvGrpSpPr>
        <p:cNvPr id="1" name="Shape 339"/>
        <p:cNvGrpSpPr/>
        <p:nvPr/>
      </p:nvGrpSpPr>
      <p:grpSpPr>
        <a:xfrm>
          <a:off x="0" y="0"/>
          <a:ext cx="0" cy="0"/>
          <a:chOff x="0" y="0"/>
          <a:chExt cx="0" cy="0"/>
        </a:xfrm>
      </p:grpSpPr>
      <p:grpSp>
        <p:nvGrpSpPr>
          <p:cNvPr id="340" name="Google Shape;340;p31"/>
          <p:cNvGrpSpPr/>
          <p:nvPr/>
        </p:nvGrpSpPr>
        <p:grpSpPr>
          <a:xfrm>
            <a:off x="-232900" y="-58626"/>
            <a:ext cx="10141432" cy="5348633"/>
            <a:chOff x="-232900" y="-58626"/>
            <a:chExt cx="10141432" cy="5348633"/>
          </a:xfrm>
        </p:grpSpPr>
        <p:sp>
          <p:nvSpPr>
            <p:cNvPr id="341" name="Google Shape;341;p31"/>
            <p:cNvSpPr/>
            <p:nvPr/>
          </p:nvSpPr>
          <p:spPr>
            <a:xfrm>
              <a:off x="6558107" y="4613307"/>
              <a:ext cx="1130850" cy="676700"/>
            </a:xfrm>
            <a:custGeom>
              <a:avLst/>
              <a:gdLst/>
              <a:ahLst/>
              <a:cxnLst/>
              <a:rect l="l" t="t" r="r" b="b"/>
              <a:pathLst>
                <a:path w="45234" h="27068" extrusionOk="0">
                  <a:moveTo>
                    <a:pt x="6867" y="0"/>
                  </a:moveTo>
                  <a:lnTo>
                    <a:pt x="0" y="26756"/>
                  </a:lnTo>
                  <a:lnTo>
                    <a:pt x="38270" y="27068"/>
                  </a:lnTo>
                  <a:lnTo>
                    <a:pt x="45234" y="95"/>
                  </a:lnTo>
                  <a:close/>
                </a:path>
              </a:pathLst>
            </a:custGeom>
            <a:gradFill>
              <a:gsLst>
                <a:gs pos="0">
                  <a:schemeClr val="lt2"/>
                </a:gs>
                <a:gs pos="100000">
                  <a:schemeClr val="accent2"/>
                </a:gs>
              </a:gsLst>
              <a:lin ang="2700006" scaled="0"/>
            </a:gradFill>
            <a:ln>
              <a:noFill/>
            </a:ln>
          </p:spPr>
          <p:txBody>
            <a:bodyPr/>
            <a:lstStyle/>
            <a:p>
              <a:endParaRPr lang="en-US"/>
            </a:p>
          </p:txBody>
        </p:sp>
        <p:sp>
          <p:nvSpPr>
            <p:cNvPr id="342" name="Google Shape;342;p31"/>
            <p:cNvSpPr/>
            <p:nvPr/>
          </p:nvSpPr>
          <p:spPr>
            <a:xfrm>
              <a:off x="7886832" y="4613307"/>
              <a:ext cx="2021700" cy="668900"/>
            </a:xfrm>
            <a:custGeom>
              <a:avLst/>
              <a:gdLst/>
              <a:ahLst/>
              <a:cxnLst/>
              <a:rect l="l" t="t" r="r" b="b"/>
              <a:pathLst>
                <a:path w="80868" h="26756" extrusionOk="0">
                  <a:moveTo>
                    <a:pt x="6867" y="0"/>
                  </a:moveTo>
                  <a:lnTo>
                    <a:pt x="0" y="26756"/>
                  </a:lnTo>
                  <a:lnTo>
                    <a:pt x="80868" y="26602"/>
                  </a:lnTo>
                  <a:lnTo>
                    <a:pt x="80866" y="279"/>
                  </a:lnTo>
                  <a:close/>
                </a:path>
              </a:pathLst>
            </a:custGeom>
            <a:gradFill>
              <a:gsLst>
                <a:gs pos="0">
                  <a:schemeClr val="lt2"/>
                </a:gs>
                <a:gs pos="100000">
                  <a:schemeClr val="accent2"/>
                </a:gs>
              </a:gsLst>
              <a:lin ang="2700006" scaled="0"/>
            </a:gradFill>
            <a:ln>
              <a:noFill/>
            </a:ln>
          </p:spPr>
          <p:txBody>
            <a:bodyPr/>
            <a:lstStyle/>
            <a:p>
              <a:endParaRPr lang="en-US"/>
            </a:p>
          </p:txBody>
        </p:sp>
        <p:sp>
          <p:nvSpPr>
            <p:cNvPr id="343" name="Google Shape;343;p31"/>
            <p:cNvSpPr/>
            <p:nvPr/>
          </p:nvSpPr>
          <p:spPr>
            <a:xfrm rot="-5400000">
              <a:off x="-2216100" y="2214600"/>
              <a:ext cx="5146500" cy="714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1"/>
            <p:cNvSpPr/>
            <p:nvPr/>
          </p:nvSpPr>
          <p:spPr>
            <a:xfrm flipH="1">
              <a:off x="-33789" y="-58626"/>
              <a:ext cx="9297685" cy="598895"/>
            </a:xfrm>
            <a:custGeom>
              <a:avLst/>
              <a:gdLst/>
              <a:ahLst/>
              <a:cxnLst/>
              <a:rect l="l" t="t" r="r" b="b"/>
              <a:pathLst>
                <a:path w="58499" h="3768" fill="none" extrusionOk="0">
                  <a:moveTo>
                    <a:pt x="58499" y="2472"/>
                  </a:moveTo>
                  <a:lnTo>
                    <a:pt x="44663" y="2472"/>
                  </a:lnTo>
                  <a:lnTo>
                    <a:pt x="42191" y="0"/>
                  </a:lnTo>
                  <a:lnTo>
                    <a:pt x="27753" y="0"/>
                  </a:lnTo>
                  <a:lnTo>
                    <a:pt x="23986" y="3768"/>
                  </a:lnTo>
                  <a:lnTo>
                    <a:pt x="0" y="376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1"/>
            <p:cNvSpPr/>
            <p:nvPr/>
          </p:nvSpPr>
          <p:spPr>
            <a:xfrm rot="10800000" flipH="1">
              <a:off x="-232900" y="4610587"/>
              <a:ext cx="9763125" cy="304800"/>
            </a:xfrm>
            <a:custGeom>
              <a:avLst/>
              <a:gdLst/>
              <a:ahLst/>
              <a:cxnLst/>
              <a:rect l="l" t="t" r="r" b="b"/>
              <a:pathLst>
                <a:path w="390525" h="12192" extrusionOk="0">
                  <a:moveTo>
                    <a:pt x="0" y="12192"/>
                  </a:moveTo>
                  <a:lnTo>
                    <a:pt x="164973" y="12192"/>
                  </a:lnTo>
                  <a:lnTo>
                    <a:pt x="176022" y="0"/>
                  </a:lnTo>
                  <a:lnTo>
                    <a:pt x="390525" y="0"/>
                  </a:lnTo>
                </a:path>
              </a:pathLst>
            </a:custGeom>
            <a:noFill/>
            <a:ln w="9525" cap="flat" cmpd="sng">
              <a:solidFill>
                <a:schemeClr val="lt2"/>
              </a:solidFill>
              <a:prstDash val="solid"/>
              <a:round/>
              <a:headEnd type="none" w="med" len="med"/>
              <a:tailEnd type="none" w="med" len="med"/>
            </a:ln>
          </p:spPr>
          <p:txBody>
            <a:bodyPr/>
            <a:lstStyle/>
            <a:p>
              <a:endParaRPr lang="en-US"/>
            </a:p>
          </p:txBody>
        </p:sp>
      </p:grpSp>
      <p:sp>
        <p:nvSpPr>
          <p:cNvPr id="346" name="Google Shape;346;p31"/>
          <p:cNvSpPr txBox="1">
            <a:spLocks noGrp="1"/>
          </p:cNvSpPr>
          <p:nvPr>
            <p:ph type="title"/>
          </p:nvPr>
        </p:nvSpPr>
        <p:spPr>
          <a:xfrm>
            <a:off x="714675" y="521225"/>
            <a:ext cx="7714800" cy="12060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33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CUSTOM_7">
    <p:bg>
      <p:bgPr>
        <a:gradFill>
          <a:gsLst>
            <a:gs pos="0">
              <a:schemeClr val="lt1"/>
            </a:gs>
            <a:gs pos="100000">
              <a:schemeClr val="dk2"/>
            </a:gs>
          </a:gsLst>
          <a:lin ang="18900732" scaled="0"/>
        </a:gradFill>
        <a:effectLst/>
      </p:bgPr>
    </p:bg>
    <p:spTree>
      <p:nvGrpSpPr>
        <p:cNvPr id="1" name="Shape 347"/>
        <p:cNvGrpSpPr/>
        <p:nvPr/>
      </p:nvGrpSpPr>
      <p:grpSpPr>
        <a:xfrm>
          <a:off x="0" y="0"/>
          <a:ext cx="0" cy="0"/>
          <a:chOff x="0" y="0"/>
          <a:chExt cx="0" cy="0"/>
        </a:xfrm>
      </p:grpSpPr>
      <p:sp>
        <p:nvSpPr>
          <p:cNvPr id="348" name="Google Shape;348;p32"/>
          <p:cNvSpPr/>
          <p:nvPr/>
        </p:nvSpPr>
        <p:spPr>
          <a:xfrm rot="-5400000">
            <a:off x="-2216100" y="2214600"/>
            <a:ext cx="5146500" cy="714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2"/>
          <p:cNvSpPr txBox="1">
            <a:spLocks noGrp="1"/>
          </p:cNvSpPr>
          <p:nvPr>
            <p:ph type="title"/>
          </p:nvPr>
        </p:nvSpPr>
        <p:spPr>
          <a:xfrm>
            <a:off x="714675" y="536275"/>
            <a:ext cx="3857400" cy="853500"/>
          </a:xfrm>
          <a:prstGeom prst="rect">
            <a:avLst/>
          </a:prstGeom>
        </p:spPr>
        <p:txBody>
          <a:bodyPr spcFirstLastPara="1" wrap="square" lIns="91425" tIns="91425" rIns="91425" bIns="91425" anchor="t" anchorCtr="0">
            <a:noAutofit/>
          </a:bodyPr>
          <a:lstStyle>
            <a:lvl1pPr lvl="0" algn="ctr">
              <a:spcBef>
                <a:spcPts val="0"/>
              </a:spcBef>
              <a:spcAft>
                <a:spcPts val="0"/>
              </a:spcAft>
              <a:buSzPts val="3300"/>
              <a:buNone/>
              <a:defRPr sz="5700"/>
            </a:lvl1pPr>
            <a:lvl2pPr lvl="1">
              <a:spcBef>
                <a:spcPts val="0"/>
              </a:spcBef>
              <a:spcAft>
                <a:spcPts val="0"/>
              </a:spcAft>
              <a:buSzPts val="3300"/>
              <a:buNone/>
              <a:defRPr>
                <a:latin typeface="DM Sans"/>
                <a:ea typeface="DM Sans"/>
                <a:cs typeface="DM Sans"/>
                <a:sym typeface="DM Sans"/>
              </a:defRPr>
            </a:lvl2pPr>
            <a:lvl3pPr lvl="2">
              <a:spcBef>
                <a:spcPts val="0"/>
              </a:spcBef>
              <a:spcAft>
                <a:spcPts val="0"/>
              </a:spcAft>
              <a:buSzPts val="3300"/>
              <a:buNone/>
              <a:defRPr>
                <a:latin typeface="DM Sans"/>
                <a:ea typeface="DM Sans"/>
                <a:cs typeface="DM Sans"/>
                <a:sym typeface="DM Sans"/>
              </a:defRPr>
            </a:lvl3pPr>
            <a:lvl4pPr lvl="3">
              <a:spcBef>
                <a:spcPts val="0"/>
              </a:spcBef>
              <a:spcAft>
                <a:spcPts val="0"/>
              </a:spcAft>
              <a:buSzPts val="3300"/>
              <a:buNone/>
              <a:defRPr>
                <a:latin typeface="DM Sans"/>
                <a:ea typeface="DM Sans"/>
                <a:cs typeface="DM Sans"/>
                <a:sym typeface="DM Sans"/>
              </a:defRPr>
            </a:lvl4pPr>
            <a:lvl5pPr lvl="4">
              <a:spcBef>
                <a:spcPts val="0"/>
              </a:spcBef>
              <a:spcAft>
                <a:spcPts val="0"/>
              </a:spcAft>
              <a:buSzPts val="3300"/>
              <a:buNone/>
              <a:defRPr>
                <a:latin typeface="DM Sans"/>
                <a:ea typeface="DM Sans"/>
                <a:cs typeface="DM Sans"/>
                <a:sym typeface="DM Sans"/>
              </a:defRPr>
            </a:lvl5pPr>
            <a:lvl6pPr lvl="5">
              <a:spcBef>
                <a:spcPts val="0"/>
              </a:spcBef>
              <a:spcAft>
                <a:spcPts val="0"/>
              </a:spcAft>
              <a:buSzPts val="3300"/>
              <a:buNone/>
              <a:defRPr>
                <a:latin typeface="DM Sans"/>
                <a:ea typeface="DM Sans"/>
                <a:cs typeface="DM Sans"/>
                <a:sym typeface="DM Sans"/>
              </a:defRPr>
            </a:lvl6pPr>
            <a:lvl7pPr lvl="6">
              <a:spcBef>
                <a:spcPts val="0"/>
              </a:spcBef>
              <a:spcAft>
                <a:spcPts val="0"/>
              </a:spcAft>
              <a:buSzPts val="3300"/>
              <a:buNone/>
              <a:defRPr>
                <a:latin typeface="DM Sans"/>
                <a:ea typeface="DM Sans"/>
                <a:cs typeface="DM Sans"/>
                <a:sym typeface="DM Sans"/>
              </a:defRPr>
            </a:lvl7pPr>
            <a:lvl8pPr lvl="7">
              <a:spcBef>
                <a:spcPts val="0"/>
              </a:spcBef>
              <a:spcAft>
                <a:spcPts val="0"/>
              </a:spcAft>
              <a:buSzPts val="3300"/>
              <a:buNone/>
              <a:defRPr>
                <a:latin typeface="DM Sans"/>
                <a:ea typeface="DM Sans"/>
                <a:cs typeface="DM Sans"/>
                <a:sym typeface="DM Sans"/>
              </a:defRPr>
            </a:lvl8pPr>
            <a:lvl9pPr lvl="8">
              <a:spcBef>
                <a:spcPts val="0"/>
              </a:spcBef>
              <a:spcAft>
                <a:spcPts val="0"/>
              </a:spcAft>
              <a:buSzPts val="3300"/>
              <a:buNone/>
              <a:defRPr>
                <a:latin typeface="DM Sans"/>
                <a:ea typeface="DM Sans"/>
                <a:cs typeface="DM Sans"/>
                <a:sym typeface="DM Sans"/>
              </a:defRPr>
            </a:lvl9pPr>
          </a:lstStyle>
          <a:p>
            <a:endParaRPr/>
          </a:p>
        </p:txBody>
      </p:sp>
      <p:sp>
        <p:nvSpPr>
          <p:cNvPr id="350" name="Google Shape;350;p32"/>
          <p:cNvSpPr txBox="1">
            <a:spLocks noGrp="1"/>
          </p:cNvSpPr>
          <p:nvPr>
            <p:ph type="subTitle" idx="1"/>
          </p:nvPr>
        </p:nvSpPr>
        <p:spPr>
          <a:xfrm>
            <a:off x="714675" y="1510925"/>
            <a:ext cx="3857400" cy="120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51" name="Google Shape;351;p32"/>
          <p:cNvSpPr>
            <a:spLocks noGrp="1"/>
          </p:cNvSpPr>
          <p:nvPr>
            <p:ph type="pic" idx="2"/>
          </p:nvPr>
        </p:nvSpPr>
        <p:spPr>
          <a:xfrm>
            <a:off x="4476825" y="-102600"/>
            <a:ext cx="6443400" cy="5348700"/>
          </a:xfrm>
          <a:prstGeom prst="parallelogram">
            <a:avLst>
              <a:gd name="adj" fmla="val 25000"/>
            </a:avLst>
          </a:prstGeom>
          <a:noFill/>
          <a:ln>
            <a:noFill/>
          </a:ln>
        </p:spPr>
        <p:txBody>
          <a:bodyPr/>
          <a:lstStyle/>
          <a:p>
            <a:endParaRPr lang="en-US"/>
          </a:p>
        </p:txBody>
      </p:sp>
      <p:sp>
        <p:nvSpPr>
          <p:cNvPr id="352" name="Google Shape;352;p32"/>
          <p:cNvSpPr txBox="1"/>
          <p:nvPr/>
        </p:nvSpPr>
        <p:spPr>
          <a:xfrm>
            <a:off x="812775" y="3558501"/>
            <a:ext cx="3661200" cy="615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300"/>
              </a:spcBef>
              <a:spcAft>
                <a:spcPts val="0"/>
              </a:spcAft>
              <a:buNone/>
            </a:pPr>
            <a:r>
              <a:rPr lang="en" sz="1200" b="1">
                <a:solidFill>
                  <a:schemeClr val="dk1"/>
                </a:solidFill>
                <a:latin typeface="DM Sans"/>
                <a:ea typeface="DM Sans"/>
                <a:cs typeface="DM Sans"/>
                <a:sym typeface="DM Sans"/>
              </a:rPr>
              <a:t>CREDITS: </a:t>
            </a:r>
            <a:r>
              <a:rPr lang="en" sz="1200">
                <a:solidFill>
                  <a:schemeClr val="dk1"/>
                </a:solidFill>
                <a:latin typeface="DM Sans"/>
                <a:ea typeface="DM Sans"/>
                <a:cs typeface="DM Sans"/>
                <a:sym typeface="DM Sans"/>
              </a:rPr>
              <a:t>This presentation template was created by </a:t>
            </a:r>
            <a:r>
              <a:rPr lang="en" sz="1200" b="1">
                <a:solidFill>
                  <a:schemeClr val="dk1"/>
                </a:solidFill>
                <a:uFill>
                  <a:noFill/>
                </a:u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DM Sans"/>
                <a:ea typeface="DM Sans"/>
                <a:cs typeface="DM Sans"/>
                <a:sym typeface="DM Sans"/>
              </a:rPr>
              <a:t>, including icons by </a:t>
            </a:r>
            <a:r>
              <a:rPr lang="en" sz="1200" b="1">
                <a:solidFill>
                  <a:schemeClr val="dk1"/>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200" b="1">
                <a:solidFill>
                  <a:schemeClr val="dk1"/>
                </a:solidFill>
                <a:latin typeface="DM Sans"/>
                <a:ea typeface="DM Sans"/>
                <a:cs typeface="DM Sans"/>
                <a:sym typeface="DM Sans"/>
              </a:rPr>
              <a:t> </a:t>
            </a:r>
            <a:r>
              <a:rPr lang="en" sz="1200">
                <a:solidFill>
                  <a:schemeClr val="dk1"/>
                </a:solidFill>
                <a:latin typeface="DM Sans"/>
                <a:ea typeface="DM Sans"/>
                <a:cs typeface="DM Sans"/>
                <a:sym typeface="DM Sans"/>
              </a:rPr>
              <a:t>and infographics &amp; images by </a:t>
            </a:r>
            <a:r>
              <a:rPr lang="en" sz="1200" b="1">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endParaRPr sz="1200" b="1">
              <a:solidFill>
                <a:schemeClr val="dk1"/>
              </a:solidFill>
              <a:latin typeface="DM Sans"/>
              <a:ea typeface="DM Sans"/>
              <a:cs typeface="DM Sans"/>
              <a:sym typeface="DM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8">
    <p:bg>
      <p:bgPr>
        <a:gradFill>
          <a:gsLst>
            <a:gs pos="0">
              <a:schemeClr val="lt1"/>
            </a:gs>
            <a:gs pos="100000">
              <a:schemeClr val="dk2"/>
            </a:gs>
          </a:gsLst>
          <a:lin ang="8099331" scaled="0"/>
        </a:gradFill>
        <a:effectLst/>
      </p:bgPr>
    </p:bg>
    <p:spTree>
      <p:nvGrpSpPr>
        <p:cNvPr id="1" name="Shape 353"/>
        <p:cNvGrpSpPr/>
        <p:nvPr/>
      </p:nvGrpSpPr>
      <p:grpSpPr>
        <a:xfrm>
          <a:off x="0" y="0"/>
          <a:ext cx="0" cy="0"/>
          <a:chOff x="0" y="0"/>
          <a:chExt cx="0" cy="0"/>
        </a:xfrm>
      </p:grpSpPr>
      <p:grpSp>
        <p:nvGrpSpPr>
          <p:cNvPr id="354" name="Google Shape;354;p33"/>
          <p:cNvGrpSpPr/>
          <p:nvPr/>
        </p:nvGrpSpPr>
        <p:grpSpPr>
          <a:xfrm>
            <a:off x="-232900" y="-58626"/>
            <a:ext cx="10141432" cy="5348633"/>
            <a:chOff x="-232900" y="-58626"/>
            <a:chExt cx="10141432" cy="5348633"/>
          </a:xfrm>
        </p:grpSpPr>
        <p:sp>
          <p:nvSpPr>
            <p:cNvPr id="355" name="Google Shape;355;p33"/>
            <p:cNvSpPr/>
            <p:nvPr/>
          </p:nvSpPr>
          <p:spPr>
            <a:xfrm flipH="1">
              <a:off x="-33789" y="-58626"/>
              <a:ext cx="9297685" cy="598895"/>
            </a:xfrm>
            <a:custGeom>
              <a:avLst/>
              <a:gdLst/>
              <a:ahLst/>
              <a:cxnLst/>
              <a:rect l="l" t="t" r="r" b="b"/>
              <a:pathLst>
                <a:path w="58499" h="3768" fill="none" extrusionOk="0">
                  <a:moveTo>
                    <a:pt x="58499" y="2472"/>
                  </a:moveTo>
                  <a:lnTo>
                    <a:pt x="44663" y="2472"/>
                  </a:lnTo>
                  <a:lnTo>
                    <a:pt x="42191" y="0"/>
                  </a:lnTo>
                  <a:lnTo>
                    <a:pt x="27753" y="0"/>
                  </a:lnTo>
                  <a:lnTo>
                    <a:pt x="23986" y="3768"/>
                  </a:lnTo>
                  <a:lnTo>
                    <a:pt x="0" y="376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3"/>
            <p:cNvSpPr/>
            <p:nvPr/>
          </p:nvSpPr>
          <p:spPr>
            <a:xfrm rot="10800000" flipH="1">
              <a:off x="-232900" y="4610587"/>
              <a:ext cx="9763125" cy="304800"/>
            </a:xfrm>
            <a:custGeom>
              <a:avLst/>
              <a:gdLst/>
              <a:ahLst/>
              <a:cxnLst/>
              <a:rect l="l" t="t" r="r" b="b"/>
              <a:pathLst>
                <a:path w="390525" h="12192" extrusionOk="0">
                  <a:moveTo>
                    <a:pt x="0" y="12192"/>
                  </a:moveTo>
                  <a:lnTo>
                    <a:pt x="164973" y="12192"/>
                  </a:lnTo>
                  <a:lnTo>
                    <a:pt x="176022" y="0"/>
                  </a:lnTo>
                  <a:lnTo>
                    <a:pt x="390525" y="0"/>
                  </a:lnTo>
                </a:path>
              </a:pathLst>
            </a:custGeom>
            <a:noFill/>
            <a:ln w="9525" cap="flat" cmpd="sng">
              <a:solidFill>
                <a:schemeClr val="lt2"/>
              </a:solidFill>
              <a:prstDash val="solid"/>
              <a:round/>
              <a:headEnd type="none" w="med" len="med"/>
              <a:tailEnd type="none" w="med" len="med"/>
            </a:ln>
          </p:spPr>
          <p:txBody>
            <a:bodyPr/>
            <a:lstStyle/>
            <a:p>
              <a:endParaRPr lang="en-US"/>
            </a:p>
          </p:txBody>
        </p:sp>
        <p:sp>
          <p:nvSpPr>
            <p:cNvPr id="357" name="Google Shape;357;p33"/>
            <p:cNvSpPr/>
            <p:nvPr/>
          </p:nvSpPr>
          <p:spPr>
            <a:xfrm>
              <a:off x="6558107" y="4613307"/>
              <a:ext cx="1130850" cy="676700"/>
            </a:xfrm>
            <a:custGeom>
              <a:avLst/>
              <a:gdLst/>
              <a:ahLst/>
              <a:cxnLst/>
              <a:rect l="l" t="t" r="r" b="b"/>
              <a:pathLst>
                <a:path w="45234" h="27068" extrusionOk="0">
                  <a:moveTo>
                    <a:pt x="6867" y="0"/>
                  </a:moveTo>
                  <a:lnTo>
                    <a:pt x="0" y="26756"/>
                  </a:lnTo>
                  <a:lnTo>
                    <a:pt x="38270" y="27068"/>
                  </a:lnTo>
                  <a:lnTo>
                    <a:pt x="45234" y="95"/>
                  </a:lnTo>
                  <a:close/>
                </a:path>
              </a:pathLst>
            </a:custGeom>
            <a:gradFill>
              <a:gsLst>
                <a:gs pos="0">
                  <a:schemeClr val="lt2"/>
                </a:gs>
                <a:gs pos="100000">
                  <a:schemeClr val="accent2"/>
                </a:gs>
              </a:gsLst>
              <a:lin ang="2700006" scaled="0"/>
            </a:gradFill>
            <a:ln>
              <a:noFill/>
            </a:ln>
          </p:spPr>
          <p:txBody>
            <a:bodyPr/>
            <a:lstStyle/>
            <a:p>
              <a:endParaRPr lang="en-US"/>
            </a:p>
          </p:txBody>
        </p:sp>
        <p:sp>
          <p:nvSpPr>
            <p:cNvPr id="358" name="Google Shape;358;p33"/>
            <p:cNvSpPr/>
            <p:nvPr/>
          </p:nvSpPr>
          <p:spPr>
            <a:xfrm>
              <a:off x="7886832" y="4613307"/>
              <a:ext cx="2021700" cy="668900"/>
            </a:xfrm>
            <a:custGeom>
              <a:avLst/>
              <a:gdLst/>
              <a:ahLst/>
              <a:cxnLst/>
              <a:rect l="l" t="t" r="r" b="b"/>
              <a:pathLst>
                <a:path w="80868" h="26756" extrusionOk="0">
                  <a:moveTo>
                    <a:pt x="6867" y="0"/>
                  </a:moveTo>
                  <a:lnTo>
                    <a:pt x="0" y="26756"/>
                  </a:lnTo>
                  <a:lnTo>
                    <a:pt x="80868" y="26602"/>
                  </a:lnTo>
                  <a:lnTo>
                    <a:pt x="80866" y="279"/>
                  </a:lnTo>
                  <a:close/>
                </a:path>
              </a:pathLst>
            </a:custGeom>
            <a:gradFill>
              <a:gsLst>
                <a:gs pos="0">
                  <a:schemeClr val="lt2"/>
                </a:gs>
                <a:gs pos="100000">
                  <a:schemeClr val="accent2"/>
                </a:gs>
              </a:gsLst>
              <a:lin ang="2700006" scaled="0"/>
            </a:gradFill>
            <a:ln>
              <a:noFill/>
            </a:ln>
          </p:spPr>
          <p:txBody>
            <a:bodyPr/>
            <a:lstStyle/>
            <a:p>
              <a:endParaRPr lang="en-US"/>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8_1">
    <p:bg>
      <p:bgPr>
        <a:gradFill>
          <a:gsLst>
            <a:gs pos="0">
              <a:schemeClr val="lt1"/>
            </a:gs>
            <a:gs pos="100000">
              <a:schemeClr val="dk2"/>
            </a:gs>
          </a:gsLst>
          <a:lin ang="18900732" scaled="0"/>
        </a:gradFill>
        <a:effectLst/>
      </p:bgPr>
    </p:bg>
    <p:spTree>
      <p:nvGrpSpPr>
        <p:cNvPr id="1" name="Shape 359"/>
        <p:cNvGrpSpPr/>
        <p:nvPr/>
      </p:nvGrpSpPr>
      <p:grpSpPr>
        <a:xfrm>
          <a:off x="0" y="0"/>
          <a:ext cx="0" cy="0"/>
          <a:chOff x="0" y="0"/>
          <a:chExt cx="0" cy="0"/>
        </a:xfrm>
      </p:grpSpPr>
      <p:grpSp>
        <p:nvGrpSpPr>
          <p:cNvPr id="360" name="Google Shape;360;p34"/>
          <p:cNvGrpSpPr/>
          <p:nvPr/>
        </p:nvGrpSpPr>
        <p:grpSpPr>
          <a:xfrm>
            <a:off x="-594014" y="-19776"/>
            <a:ext cx="9738014" cy="5342996"/>
            <a:chOff x="-594014" y="-19776"/>
            <a:chExt cx="9738014" cy="5342996"/>
          </a:xfrm>
        </p:grpSpPr>
        <p:sp>
          <p:nvSpPr>
            <p:cNvPr id="361" name="Google Shape;361;p34"/>
            <p:cNvSpPr/>
            <p:nvPr/>
          </p:nvSpPr>
          <p:spPr>
            <a:xfrm rot="-5400000">
              <a:off x="6213600" y="2216125"/>
              <a:ext cx="5146500" cy="714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4"/>
            <p:cNvSpPr/>
            <p:nvPr/>
          </p:nvSpPr>
          <p:spPr>
            <a:xfrm rot="10800000" flipH="1">
              <a:off x="-26301" y="-19776"/>
              <a:ext cx="8450292" cy="384601"/>
            </a:xfrm>
            <a:custGeom>
              <a:avLst/>
              <a:gdLst/>
              <a:ahLst/>
              <a:cxnLst/>
              <a:rect l="l" t="t" r="r" b="b"/>
              <a:pathLst>
                <a:path w="52272" h="2379" fill="none" extrusionOk="0">
                  <a:moveTo>
                    <a:pt x="0" y="1"/>
                  </a:moveTo>
                  <a:lnTo>
                    <a:pt x="23309" y="1"/>
                  </a:lnTo>
                  <a:lnTo>
                    <a:pt x="25683" y="2378"/>
                  </a:lnTo>
                  <a:lnTo>
                    <a:pt x="52272" y="237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4"/>
            <p:cNvSpPr/>
            <p:nvPr/>
          </p:nvSpPr>
          <p:spPr>
            <a:xfrm>
              <a:off x="-9500" y="4598900"/>
              <a:ext cx="8438595" cy="544632"/>
            </a:xfrm>
            <a:custGeom>
              <a:avLst/>
              <a:gdLst/>
              <a:ahLst/>
              <a:cxnLst/>
              <a:rect l="l" t="t" r="r" b="b"/>
              <a:pathLst>
                <a:path w="337274" h="26384" extrusionOk="0">
                  <a:moveTo>
                    <a:pt x="95" y="0"/>
                  </a:moveTo>
                  <a:lnTo>
                    <a:pt x="0" y="26384"/>
                  </a:lnTo>
                  <a:lnTo>
                    <a:pt x="337274" y="26348"/>
                  </a:lnTo>
                  <a:lnTo>
                    <a:pt x="337274" y="568"/>
                  </a:lnTo>
                  <a:close/>
                </a:path>
              </a:pathLst>
            </a:custGeom>
            <a:solidFill>
              <a:schemeClr val="lt2"/>
            </a:solidFill>
            <a:ln>
              <a:noFill/>
            </a:ln>
          </p:spPr>
          <p:txBody>
            <a:bodyPr/>
            <a:lstStyle/>
            <a:p>
              <a:endParaRPr lang="en-US"/>
            </a:p>
          </p:txBody>
        </p:sp>
        <p:sp>
          <p:nvSpPr>
            <p:cNvPr id="364" name="Google Shape;364;p34"/>
            <p:cNvSpPr/>
            <p:nvPr/>
          </p:nvSpPr>
          <p:spPr>
            <a:xfrm>
              <a:off x="5065975" y="4606475"/>
              <a:ext cx="1099425" cy="547350"/>
            </a:xfrm>
            <a:custGeom>
              <a:avLst/>
              <a:gdLst/>
              <a:ahLst/>
              <a:cxnLst/>
              <a:rect l="l" t="t" r="r" b="b"/>
              <a:pathLst>
                <a:path w="43977" h="21894" extrusionOk="0">
                  <a:moveTo>
                    <a:pt x="5575" y="0"/>
                  </a:moveTo>
                  <a:lnTo>
                    <a:pt x="0" y="21846"/>
                  </a:lnTo>
                  <a:lnTo>
                    <a:pt x="38362" y="21894"/>
                  </a:lnTo>
                  <a:lnTo>
                    <a:pt x="43977" y="87"/>
                  </a:lnTo>
                  <a:close/>
                </a:path>
              </a:pathLst>
            </a:custGeom>
            <a:gradFill>
              <a:gsLst>
                <a:gs pos="0">
                  <a:schemeClr val="lt2"/>
                </a:gs>
                <a:gs pos="100000">
                  <a:schemeClr val="accent2"/>
                </a:gs>
              </a:gsLst>
              <a:lin ang="2700006" scaled="0"/>
            </a:gradFill>
            <a:ln>
              <a:noFill/>
            </a:ln>
          </p:spPr>
          <p:txBody>
            <a:bodyPr/>
            <a:lstStyle/>
            <a:p>
              <a:endParaRPr lang="en-US"/>
            </a:p>
          </p:txBody>
        </p:sp>
        <p:sp>
          <p:nvSpPr>
            <p:cNvPr id="365" name="Google Shape;365;p34"/>
            <p:cNvSpPr/>
            <p:nvPr/>
          </p:nvSpPr>
          <p:spPr>
            <a:xfrm>
              <a:off x="6318950" y="4609250"/>
              <a:ext cx="2111125" cy="541900"/>
            </a:xfrm>
            <a:custGeom>
              <a:avLst/>
              <a:gdLst/>
              <a:ahLst/>
              <a:cxnLst/>
              <a:rect l="l" t="t" r="r" b="b"/>
              <a:pathLst>
                <a:path w="84445" h="21676" extrusionOk="0">
                  <a:moveTo>
                    <a:pt x="5603" y="0"/>
                  </a:moveTo>
                  <a:lnTo>
                    <a:pt x="0" y="21676"/>
                  </a:lnTo>
                  <a:lnTo>
                    <a:pt x="84445" y="21502"/>
                  </a:lnTo>
                  <a:lnTo>
                    <a:pt x="84445" y="47"/>
                  </a:lnTo>
                  <a:close/>
                </a:path>
              </a:pathLst>
            </a:custGeom>
            <a:gradFill>
              <a:gsLst>
                <a:gs pos="0">
                  <a:schemeClr val="lt2"/>
                </a:gs>
                <a:gs pos="100000">
                  <a:schemeClr val="accent2"/>
                </a:gs>
              </a:gsLst>
              <a:lin ang="2700006" scaled="0"/>
            </a:gradFill>
            <a:ln>
              <a:noFill/>
            </a:ln>
          </p:spPr>
          <p:txBody>
            <a:bodyPr/>
            <a:lstStyle/>
            <a:p>
              <a:endParaRPr lang="en-US"/>
            </a:p>
          </p:txBody>
        </p:sp>
        <p:sp>
          <p:nvSpPr>
            <p:cNvPr id="366" name="Google Shape;366;p34"/>
            <p:cNvSpPr/>
            <p:nvPr/>
          </p:nvSpPr>
          <p:spPr>
            <a:xfrm flipH="1">
              <a:off x="-594014" y="4873823"/>
              <a:ext cx="5349365" cy="449396"/>
            </a:xfrm>
            <a:custGeom>
              <a:avLst/>
              <a:gdLst/>
              <a:ahLst/>
              <a:cxnLst/>
              <a:rect l="l" t="t" r="r" b="b"/>
              <a:pathLst>
                <a:path w="56278" h="4728" fill="none" extrusionOk="0">
                  <a:moveTo>
                    <a:pt x="0" y="4727"/>
                  </a:moveTo>
                  <a:lnTo>
                    <a:pt x="25536" y="4727"/>
                  </a:lnTo>
                  <a:lnTo>
                    <a:pt x="30262" y="1"/>
                  </a:lnTo>
                  <a:lnTo>
                    <a:pt x="56277" y="1"/>
                  </a:lnTo>
                </a:path>
              </a:pathLst>
            </a:custGeom>
            <a:noFill/>
            <a:ln w="9525" cap="flat" cmpd="sng">
              <a:solidFill>
                <a:schemeClr val="dk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675" y="521225"/>
            <a:ext cx="7714800" cy="5781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300"/>
              <a:buFont typeface="Cambay"/>
              <a:buNone/>
              <a:defRPr sz="3300" b="1">
                <a:solidFill>
                  <a:schemeClr val="dk1"/>
                </a:solidFill>
                <a:latin typeface="Cambay"/>
                <a:ea typeface="Cambay"/>
                <a:cs typeface="Cambay"/>
                <a:sym typeface="Cambay"/>
              </a:defRPr>
            </a:lvl1pPr>
            <a:lvl2pPr lvl="1">
              <a:spcBef>
                <a:spcPts val="0"/>
              </a:spcBef>
              <a:spcAft>
                <a:spcPts val="0"/>
              </a:spcAft>
              <a:buClr>
                <a:schemeClr val="dk1"/>
              </a:buClr>
              <a:buSzPts val="3300"/>
              <a:buFont typeface="Cambay"/>
              <a:buNone/>
              <a:defRPr sz="3300" b="1">
                <a:solidFill>
                  <a:schemeClr val="dk1"/>
                </a:solidFill>
                <a:latin typeface="Cambay"/>
                <a:ea typeface="Cambay"/>
                <a:cs typeface="Cambay"/>
                <a:sym typeface="Cambay"/>
              </a:defRPr>
            </a:lvl2pPr>
            <a:lvl3pPr lvl="2">
              <a:spcBef>
                <a:spcPts val="0"/>
              </a:spcBef>
              <a:spcAft>
                <a:spcPts val="0"/>
              </a:spcAft>
              <a:buClr>
                <a:schemeClr val="dk1"/>
              </a:buClr>
              <a:buSzPts val="3300"/>
              <a:buFont typeface="Cambay"/>
              <a:buNone/>
              <a:defRPr sz="3300" b="1">
                <a:solidFill>
                  <a:schemeClr val="dk1"/>
                </a:solidFill>
                <a:latin typeface="Cambay"/>
                <a:ea typeface="Cambay"/>
                <a:cs typeface="Cambay"/>
                <a:sym typeface="Cambay"/>
              </a:defRPr>
            </a:lvl3pPr>
            <a:lvl4pPr lvl="3">
              <a:spcBef>
                <a:spcPts val="0"/>
              </a:spcBef>
              <a:spcAft>
                <a:spcPts val="0"/>
              </a:spcAft>
              <a:buClr>
                <a:schemeClr val="dk1"/>
              </a:buClr>
              <a:buSzPts val="3300"/>
              <a:buFont typeface="Cambay"/>
              <a:buNone/>
              <a:defRPr sz="3300" b="1">
                <a:solidFill>
                  <a:schemeClr val="dk1"/>
                </a:solidFill>
                <a:latin typeface="Cambay"/>
                <a:ea typeface="Cambay"/>
                <a:cs typeface="Cambay"/>
                <a:sym typeface="Cambay"/>
              </a:defRPr>
            </a:lvl4pPr>
            <a:lvl5pPr lvl="4">
              <a:spcBef>
                <a:spcPts val="0"/>
              </a:spcBef>
              <a:spcAft>
                <a:spcPts val="0"/>
              </a:spcAft>
              <a:buClr>
                <a:schemeClr val="dk1"/>
              </a:buClr>
              <a:buSzPts val="3300"/>
              <a:buFont typeface="Cambay"/>
              <a:buNone/>
              <a:defRPr sz="3300" b="1">
                <a:solidFill>
                  <a:schemeClr val="dk1"/>
                </a:solidFill>
                <a:latin typeface="Cambay"/>
                <a:ea typeface="Cambay"/>
                <a:cs typeface="Cambay"/>
                <a:sym typeface="Cambay"/>
              </a:defRPr>
            </a:lvl5pPr>
            <a:lvl6pPr lvl="5">
              <a:spcBef>
                <a:spcPts val="0"/>
              </a:spcBef>
              <a:spcAft>
                <a:spcPts val="0"/>
              </a:spcAft>
              <a:buClr>
                <a:schemeClr val="dk1"/>
              </a:buClr>
              <a:buSzPts val="3300"/>
              <a:buFont typeface="Cambay"/>
              <a:buNone/>
              <a:defRPr sz="3300" b="1">
                <a:solidFill>
                  <a:schemeClr val="dk1"/>
                </a:solidFill>
                <a:latin typeface="Cambay"/>
                <a:ea typeface="Cambay"/>
                <a:cs typeface="Cambay"/>
                <a:sym typeface="Cambay"/>
              </a:defRPr>
            </a:lvl6pPr>
            <a:lvl7pPr lvl="6">
              <a:spcBef>
                <a:spcPts val="0"/>
              </a:spcBef>
              <a:spcAft>
                <a:spcPts val="0"/>
              </a:spcAft>
              <a:buClr>
                <a:schemeClr val="dk1"/>
              </a:buClr>
              <a:buSzPts val="3300"/>
              <a:buFont typeface="Cambay"/>
              <a:buNone/>
              <a:defRPr sz="3300" b="1">
                <a:solidFill>
                  <a:schemeClr val="dk1"/>
                </a:solidFill>
                <a:latin typeface="Cambay"/>
                <a:ea typeface="Cambay"/>
                <a:cs typeface="Cambay"/>
                <a:sym typeface="Cambay"/>
              </a:defRPr>
            </a:lvl7pPr>
            <a:lvl8pPr lvl="7">
              <a:spcBef>
                <a:spcPts val="0"/>
              </a:spcBef>
              <a:spcAft>
                <a:spcPts val="0"/>
              </a:spcAft>
              <a:buClr>
                <a:schemeClr val="dk1"/>
              </a:buClr>
              <a:buSzPts val="3300"/>
              <a:buFont typeface="Cambay"/>
              <a:buNone/>
              <a:defRPr sz="3300" b="1">
                <a:solidFill>
                  <a:schemeClr val="dk1"/>
                </a:solidFill>
                <a:latin typeface="Cambay"/>
                <a:ea typeface="Cambay"/>
                <a:cs typeface="Cambay"/>
                <a:sym typeface="Cambay"/>
              </a:defRPr>
            </a:lvl8pPr>
            <a:lvl9pPr lvl="8">
              <a:spcBef>
                <a:spcPts val="0"/>
              </a:spcBef>
              <a:spcAft>
                <a:spcPts val="0"/>
              </a:spcAft>
              <a:buClr>
                <a:schemeClr val="dk1"/>
              </a:buClr>
              <a:buSzPts val="3300"/>
              <a:buFont typeface="Cambay"/>
              <a:buNone/>
              <a:defRPr sz="3300" b="1">
                <a:solidFill>
                  <a:schemeClr val="dk1"/>
                </a:solidFill>
                <a:latin typeface="Cambay"/>
                <a:ea typeface="Cambay"/>
                <a:cs typeface="Cambay"/>
                <a:sym typeface="Cambay"/>
              </a:defRPr>
            </a:lvl9pPr>
          </a:lstStyle>
          <a:p>
            <a:endParaRPr/>
          </a:p>
        </p:txBody>
      </p:sp>
      <p:sp>
        <p:nvSpPr>
          <p:cNvPr id="7" name="Google Shape;7;p1"/>
          <p:cNvSpPr txBox="1">
            <a:spLocks noGrp="1"/>
          </p:cNvSpPr>
          <p:nvPr>
            <p:ph type="body" idx="1"/>
          </p:nvPr>
        </p:nvSpPr>
        <p:spPr>
          <a:xfrm>
            <a:off x="714675" y="1159054"/>
            <a:ext cx="7714800" cy="3448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5" r:id="rId4"/>
    <p:sldLayoutId id="2147483658" r:id="rId5"/>
    <p:sldLayoutId id="2147483659" r:id="rId6"/>
    <p:sldLayoutId id="2147483663" r:id="rId7"/>
    <p:sldLayoutId id="2147483668" r:id="rId8"/>
    <p:sldLayoutId id="2147483675" r:id="rId9"/>
    <p:sldLayoutId id="2147483677" r:id="rId10"/>
    <p:sldLayoutId id="2147483678" r:id="rId11"/>
    <p:sldLayoutId id="2147483679" r:id="rId12"/>
    <p:sldLayoutId id="214748368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storyset.com/?utm_source=slidesgo_template&amp;utm_medium=referral-link&amp;utm_campaign=promo-slide&amp;utm_term=slidesgo&amp;utm_content=storyset" TargetMode="External"/><Relationship Id="rId3" Type="http://schemas.openxmlformats.org/officeDocument/2006/relationships/hyperlink" Target="https://bit.ly/3A1uf1Q" TargetMode="External"/><Relationship Id="rId7" Type="http://schemas.openxmlformats.org/officeDocument/2006/relationships/hyperlink" Target="https://www.flaticon.com/?utm_source=slidesgo_template&amp;utm_medium=referral-link&amp;utm_campaign=promo-slide&amp;utm_term=slidesgo&amp;utm_content=flaticon"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s://www.freepik.com/?utm_source=slidesgo_template&amp;utm_medium=referral-link&amp;utm_campaign=promo-slide&amp;utm_term=slidesgo&amp;utm_content=freepik" TargetMode="External"/><Relationship Id="rId11" Type="http://schemas.openxmlformats.org/officeDocument/2006/relationships/image" Target="../media/image2.png"/><Relationship Id="rId5" Type="http://schemas.openxmlformats.org/officeDocument/2006/relationships/hyperlink" Target="http://bit.ly/33VAFh3" TargetMode="External"/><Relationship Id="rId10" Type="http://schemas.openxmlformats.org/officeDocument/2006/relationships/hyperlink" Target="https://www.videvo.net/?utm_source=slidesgo_template&amp;utm_medium=referral-link&amp;utm_campaign=sg_resources&amp;utm_content=videvo" TargetMode="External"/><Relationship Id="rId4" Type="http://schemas.openxmlformats.org/officeDocument/2006/relationships/hyperlink" Target="http://bit.ly/30B07Gq" TargetMode="External"/><Relationship Id="rId9" Type="http://schemas.openxmlformats.org/officeDocument/2006/relationships/hyperlink" Target="https://wepik.com/?utm_source=slidesgo_template&amp;utm_medium=referral-link&amp;utm_campaign=promo-slide&amp;utm_term=slidesgo&amp;utm_content=wepik"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pSp>
        <p:nvGrpSpPr>
          <p:cNvPr id="377" name="Google Shape;377;p38"/>
          <p:cNvGrpSpPr/>
          <p:nvPr/>
        </p:nvGrpSpPr>
        <p:grpSpPr>
          <a:xfrm>
            <a:off x="-76375" y="543413"/>
            <a:ext cx="10211600" cy="686675"/>
            <a:chOff x="-76375" y="543413"/>
            <a:chExt cx="10211600" cy="686675"/>
          </a:xfrm>
        </p:grpSpPr>
        <p:sp>
          <p:nvSpPr>
            <p:cNvPr id="378" name="Google Shape;378;p38"/>
            <p:cNvSpPr/>
            <p:nvPr/>
          </p:nvSpPr>
          <p:spPr>
            <a:xfrm rot="10800000" flipH="1">
              <a:off x="-76375" y="833014"/>
              <a:ext cx="5928727" cy="381896"/>
            </a:xfrm>
            <a:custGeom>
              <a:avLst/>
              <a:gdLst/>
              <a:ahLst/>
              <a:cxnLst/>
              <a:rect l="l" t="t" r="r" b="b"/>
              <a:pathLst>
                <a:path w="58499" h="3768" fill="none" extrusionOk="0">
                  <a:moveTo>
                    <a:pt x="58499" y="2472"/>
                  </a:moveTo>
                  <a:lnTo>
                    <a:pt x="44663" y="2472"/>
                  </a:lnTo>
                  <a:lnTo>
                    <a:pt x="42191" y="0"/>
                  </a:lnTo>
                  <a:lnTo>
                    <a:pt x="27753" y="0"/>
                  </a:lnTo>
                  <a:lnTo>
                    <a:pt x="23986" y="3768"/>
                  </a:lnTo>
                  <a:lnTo>
                    <a:pt x="0" y="376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9" name="Google Shape;379;p38"/>
            <p:cNvGrpSpPr/>
            <p:nvPr/>
          </p:nvGrpSpPr>
          <p:grpSpPr>
            <a:xfrm>
              <a:off x="5557850" y="543413"/>
              <a:ext cx="4577375" cy="686675"/>
              <a:chOff x="5557850" y="543413"/>
              <a:chExt cx="4577375" cy="686675"/>
            </a:xfrm>
          </p:grpSpPr>
          <p:sp>
            <p:nvSpPr>
              <p:cNvPr id="380" name="Google Shape;380;p38"/>
              <p:cNvSpPr/>
              <p:nvPr/>
            </p:nvSpPr>
            <p:spPr>
              <a:xfrm>
                <a:off x="5557850" y="543413"/>
                <a:ext cx="4577375" cy="658575"/>
              </a:xfrm>
              <a:custGeom>
                <a:avLst/>
                <a:gdLst/>
                <a:ahLst/>
                <a:cxnLst/>
                <a:rect l="l" t="t" r="r" b="b"/>
                <a:pathLst>
                  <a:path w="183095" h="26343" extrusionOk="0">
                    <a:moveTo>
                      <a:pt x="6858" y="0"/>
                    </a:moveTo>
                    <a:lnTo>
                      <a:pt x="0" y="26343"/>
                    </a:lnTo>
                    <a:lnTo>
                      <a:pt x="183095" y="26103"/>
                    </a:lnTo>
                    <a:lnTo>
                      <a:pt x="183095" y="323"/>
                    </a:lnTo>
                    <a:close/>
                  </a:path>
                </a:pathLst>
              </a:custGeom>
              <a:solidFill>
                <a:schemeClr val="lt2"/>
              </a:solidFill>
              <a:ln>
                <a:noFill/>
              </a:ln>
            </p:spPr>
            <p:txBody>
              <a:bodyPr/>
              <a:lstStyle/>
              <a:p>
                <a:endParaRPr lang="en-US"/>
              </a:p>
            </p:txBody>
          </p:sp>
          <p:sp>
            <p:nvSpPr>
              <p:cNvPr id="381" name="Google Shape;381;p38"/>
              <p:cNvSpPr/>
              <p:nvPr/>
            </p:nvSpPr>
            <p:spPr>
              <a:xfrm>
                <a:off x="6746100" y="553388"/>
                <a:ext cx="1130850" cy="676700"/>
              </a:xfrm>
              <a:custGeom>
                <a:avLst/>
                <a:gdLst/>
                <a:ahLst/>
                <a:cxnLst/>
                <a:rect l="l" t="t" r="r" b="b"/>
                <a:pathLst>
                  <a:path w="45234" h="27068" extrusionOk="0">
                    <a:moveTo>
                      <a:pt x="6867" y="0"/>
                    </a:moveTo>
                    <a:lnTo>
                      <a:pt x="0" y="26756"/>
                    </a:lnTo>
                    <a:lnTo>
                      <a:pt x="38270" y="27068"/>
                    </a:lnTo>
                    <a:lnTo>
                      <a:pt x="45234" y="95"/>
                    </a:lnTo>
                    <a:close/>
                  </a:path>
                </a:pathLst>
              </a:custGeom>
              <a:gradFill>
                <a:gsLst>
                  <a:gs pos="0">
                    <a:schemeClr val="lt2"/>
                  </a:gs>
                  <a:gs pos="100000">
                    <a:schemeClr val="accent2"/>
                  </a:gs>
                </a:gsLst>
                <a:lin ang="2700006" scaled="0"/>
              </a:gradFill>
              <a:ln>
                <a:noFill/>
              </a:ln>
            </p:spPr>
            <p:txBody>
              <a:bodyPr/>
              <a:lstStyle/>
              <a:p>
                <a:endParaRPr lang="en-US"/>
              </a:p>
            </p:txBody>
          </p:sp>
          <p:sp>
            <p:nvSpPr>
              <p:cNvPr id="382" name="Google Shape;382;p38"/>
              <p:cNvSpPr/>
              <p:nvPr/>
            </p:nvSpPr>
            <p:spPr>
              <a:xfrm>
                <a:off x="8074825" y="553388"/>
                <a:ext cx="2021700" cy="668900"/>
              </a:xfrm>
              <a:custGeom>
                <a:avLst/>
                <a:gdLst/>
                <a:ahLst/>
                <a:cxnLst/>
                <a:rect l="l" t="t" r="r" b="b"/>
                <a:pathLst>
                  <a:path w="80868" h="26756" extrusionOk="0">
                    <a:moveTo>
                      <a:pt x="6867" y="0"/>
                    </a:moveTo>
                    <a:lnTo>
                      <a:pt x="0" y="26756"/>
                    </a:lnTo>
                    <a:lnTo>
                      <a:pt x="80868" y="26602"/>
                    </a:lnTo>
                    <a:lnTo>
                      <a:pt x="80678" y="1456"/>
                    </a:lnTo>
                    <a:close/>
                  </a:path>
                </a:pathLst>
              </a:custGeom>
              <a:gradFill>
                <a:gsLst>
                  <a:gs pos="0">
                    <a:schemeClr val="lt2"/>
                  </a:gs>
                  <a:gs pos="100000">
                    <a:schemeClr val="accent2"/>
                  </a:gs>
                </a:gsLst>
                <a:lin ang="2700006" scaled="0"/>
              </a:gradFill>
              <a:ln>
                <a:noFill/>
              </a:ln>
            </p:spPr>
            <p:txBody>
              <a:bodyPr/>
              <a:lstStyle/>
              <a:p>
                <a:endParaRPr lang="en-US"/>
              </a:p>
            </p:txBody>
          </p:sp>
        </p:grpSp>
      </p:grpSp>
      <p:sp>
        <p:nvSpPr>
          <p:cNvPr id="383" name="Google Shape;383;p38"/>
          <p:cNvSpPr txBox="1">
            <a:spLocks noGrp="1"/>
          </p:cNvSpPr>
          <p:nvPr>
            <p:ph type="ctrTitle"/>
          </p:nvPr>
        </p:nvSpPr>
        <p:spPr>
          <a:xfrm>
            <a:off x="673500" y="1504511"/>
            <a:ext cx="3898500" cy="1514351"/>
          </a:xfrm>
          <a:prstGeom prst="rect">
            <a:avLst/>
          </a:prstGeom>
        </p:spPr>
        <p:txBody>
          <a:bodyPr spcFirstLastPara="1" wrap="square" lIns="91425" tIns="91425" rIns="91425" bIns="91425" anchor="b" anchorCtr="0">
            <a:noAutofit/>
          </a:bodyPr>
          <a:lstStyle/>
          <a:p>
            <a:pPr lvl="0">
              <a:spcAft>
                <a:spcPts val="200"/>
              </a:spcAft>
            </a:pPr>
            <a:r>
              <a:rPr lang="en-US" sz="2500" i="1" dirty="0"/>
              <a:t>Vehicle Characteristics and Their Impact on Resale Prices in the U.S.</a:t>
            </a:r>
            <a:endParaRPr sz="2500" dirty="0"/>
          </a:p>
        </p:txBody>
      </p:sp>
      <p:sp>
        <p:nvSpPr>
          <p:cNvPr id="384" name="Google Shape;384;p38"/>
          <p:cNvSpPr txBox="1">
            <a:spLocks noGrp="1"/>
          </p:cNvSpPr>
          <p:nvPr>
            <p:ph type="subTitle" idx="1"/>
          </p:nvPr>
        </p:nvSpPr>
        <p:spPr>
          <a:xfrm>
            <a:off x="673500" y="3018862"/>
            <a:ext cx="3898500" cy="44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t>By: Genesis Steliga Padilla</a:t>
            </a:r>
          </a:p>
          <a:p>
            <a:pPr marL="0" lvl="0" indent="0" algn="l" rtl="0">
              <a:spcBef>
                <a:spcPts val="0"/>
              </a:spcBef>
              <a:spcAft>
                <a:spcPts val="0"/>
              </a:spcAft>
              <a:buClr>
                <a:schemeClr val="dk1"/>
              </a:buClr>
              <a:buSzPts val="1100"/>
              <a:buFont typeface="Arial"/>
              <a:buNone/>
            </a:pPr>
            <a:r>
              <a:rPr lang="en" dirty="0"/>
              <a:t>Course: BSAN 360</a:t>
            </a:r>
          </a:p>
          <a:p>
            <a:pPr marL="0" lvl="0" indent="0" algn="l" rtl="0">
              <a:spcBef>
                <a:spcPts val="0"/>
              </a:spcBef>
              <a:spcAft>
                <a:spcPts val="0"/>
              </a:spcAft>
              <a:buClr>
                <a:schemeClr val="dk1"/>
              </a:buClr>
              <a:buSzPts val="1100"/>
              <a:buFont typeface="Arial"/>
              <a:buNone/>
            </a:pPr>
            <a:r>
              <a:rPr lang="en" dirty="0"/>
              <a:t>December 18</a:t>
            </a:r>
            <a:r>
              <a:rPr lang="en" baseline="30000" dirty="0"/>
              <a:t>th</a:t>
            </a:r>
            <a:r>
              <a:rPr lang="en" dirty="0"/>
              <a:t>, 2025</a:t>
            </a:r>
          </a:p>
          <a:p>
            <a:pPr marL="0" lvl="0" indent="0">
              <a:buSzPts val="1100"/>
            </a:pPr>
            <a:r>
              <a:rPr lang="en-US" dirty="0"/>
              <a:t>https://github.com/genesissteliga-lgtm</a:t>
            </a:r>
            <a:r>
              <a:rPr lang="en" dirty="0"/>
              <a:t> </a:t>
            </a:r>
            <a:endParaRPr dirty="0"/>
          </a:p>
        </p:txBody>
      </p:sp>
      <p:pic>
        <p:nvPicPr>
          <p:cNvPr id="385" name="Google Shape;385;p38"/>
          <p:cNvPicPr preferRelativeResize="0">
            <a:picLocks noGrp="1"/>
          </p:cNvPicPr>
          <p:nvPr>
            <p:ph type="pic" idx="2"/>
          </p:nvPr>
        </p:nvPicPr>
        <p:blipFill rotWithShape="1">
          <a:blip r:embed="rId3">
            <a:alphaModFix/>
          </a:blip>
          <a:srcRect t="3291" b="3291"/>
          <a:stretch/>
        </p:blipFill>
        <p:spPr>
          <a:prstGeom prst="parallelogram">
            <a:avLst>
              <a:gd name="adj" fmla="val 25000"/>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9"/>
          <p:cNvSpPr txBox="1">
            <a:spLocks noGrp="1"/>
          </p:cNvSpPr>
          <p:nvPr>
            <p:ph type="title"/>
          </p:nvPr>
        </p:nvSpPr>
        <p:spPr>
          <a:xfrm>
            <a:off x="296878" y="1042121"/>
            <a:ext cx="5157553" cy="578100"/>
          </a:xfrm>
          <a:prstGeom prst="rect">
            <a:avLst/>
          </a:prstGeom>
        </p:spPr>
        <p:txBody>
          <a:bodyPr spcFirstLastPara="1" wrap="square" lIns="91425" tIns="91425" rIns="91425" bIns="91425" anchor="t" anchorCtr="0">
            <a:noAutofit/>
          </a:bodyPr>
          <a:lstStyle/>
          <a:p>
            <a:pPr lvl="0" algn="ctr"/>
            <a:r>
              <a:rPr lang="en-US" sz="1500" i="1" dirty="0"/>
              <a:t>How do vehicle characteristics (such as mileage, year, and engine size) affect the resale prices of different make origin/brand (Chevrolet, Chrysler, Ford, GMC, Jeep, and RAM) in both Used/New Cars in the USA?</a:t>
            </a:r>
            <a:endParaRPr sz="1500" i="1" dirty="0"/>
          </a:p>
        </p:txBody>
      </p:sp>
      <p:graphicFrame>
        <p:nvGraphicFramePr>
          <p:cNvPr id="391" name="Google Shape;391;p39"/>
          <p:cNvGraphicFramePr/>
          <p:nvPr>
            <p:extLst>
              <p:ext uri="{D42A27DB-BD31-4B8C-83A1-F6EECF244321}">
                <p14:modId xmlns:p14="http://schemas.microsoft.com/office/powerpoint/2010/main" val="2747824714"/>
              </p:ext>
            </p:extLst>
          </p:nvPr>
        </p:nvGraphicFramePr>
        <p:xfrm>
          <a:off x="296878" y="2756899"/>
          <a:ext cx="5157553" cy="1541000"/>
        </p:xfrm>
        <a:graphic>
          <a:graphicData uri="http://schemas.openxmlformats.org/drawingml/2006/table">
            <a:tbl>
              <a:tblPr>
                <a:noFill/>
                <a:tableStyleId>{E3F8FF83-D36E-48BE-8BBF-96A932EB5EF9}</a:tableStyleId>
              </a:tblPr>
              <a:tblGrid>
                <a:gridCol w="2220175">
                  <a:extLst>
                    <a:ext uri="{9D8B030D-6E8A-4147-A177-3AD203B41FA5}">
                      <a16:colId xmlns:a16="http://schemas.microsoft.com/office/drawing/2014/main" val="20000"/>
                    </a:ext>
                  </a:extLst>
                </a:gridCol>
                <a:gridCol w="2937378">
                  <a:extLst>
                    <a:ext uri="{9D8B030D-6E8A-4147-A177-3AD203B41FA5}">
                      <a16:colId xmlns:a16="http://schemas.microsoft.com/office/drawing/2014/main" val="20001"/>
                    </a:ext>
                  </a:extLst>
                </a:gridCol>
              </a:tblGrid>
              <a:tr h="385250">
                <a:tc>
                  <a:txBody>
                    <a:bodyPr/>
                    <a:lstStyle/>
                    <a:p>
                      <a:pPr marL="0" lvl="0" indent="0" algn="ctr" rtl="0">
                        <a:spcBef>
                          <a:spcPts val="0"/>
                        </a:spcBef>
                        <a:spcAft>
                          <a:spcPts val="0"/>
                        </a:spcAft>
                        <a:buNone/>
                      </a:pPr>
                      <a:r>
                        <a:rPr lang="en" sz="1100" b="1" dirty="0">
                          <a:solidFill>
                            <a:schemeClr val="dk1"/>
                          </a:solidFill>
                          <a:uFill>
                            <a:noFill/>
                          </a:uFill>
                          <a:latin typeface="Cambay"/>
                          <a:ea typeface="Cambay"/>
                          <a:cs typeface="Cambay"/>
                          <a:sym typeface="Cambay"/>
                        </a:rPr>
                        <a:t>Hypotheses’ 1. </a:t>
                      </a:r>
                      <a:endParaRPr sz="1100" b="1" dirty="0">
                        <a:solidFill>
                          <a:schemeClr val="dk1"/>
                        </a:solidFill>
                        <a:latin typeface="Cambay"/>
                        <a:ea typeface="Cambay"/>
                        <a:cs typeface="Cambay"/>
                        <a:sym typeface="Cambay"/>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spcBef>
                          <a:spcPts val="0"/>
                        </a:spcBef>
                        <a:spcAft>
                          <a:spcPts val="1600"/>
                        </a:spcAft>
                        <a:buNone/>
                      </a:pPr>
                      <a:r>
                        <a:rPr lang="en-US" sz="1000" dirty="0">
                          <a:solidFill>
                            <a:schemeClr val="tx1"/>
                          </a:solidFill>
                        </a:rPr>
                        <a:t>Higher mileage decreases resale price.</a:t>
                      </a:r>
                      <a:endParaRPr sz="1000" dirty="0">
                        <a:solidFill>
                          <a:schemeClr val="tx1"/>
                        </a:solidFill>
                        <a:latin typeface="DM Sans"/>
                        <a:ea typeface="DM Sans"/>
                        <a:cs typeface="DM Sans"/>
                        <a:sym typeface="DM Sans"/>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8525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b="1" dirty="0">
                          <a:solidFill>
                            <a:schemeClr val="dk1"/>
                          </a:solidFill>
                          <a:uFill>
                            <a:noFill/>
                          </a:uFill>
                          <a:latin typeface="Cambay"/>
                          <a:ea typeface="Cambay"/>
                          <a:cs typeface="Cambay"/>
                          <a:sym typeface="Cambay"/>
                        </a:rPr>
                        <a:t>Hypotheses' 2.</a:t>
                      </a:r>
                      <a:endParaRPr lang="en-US" sz="1100" b="1" dirty="0">
                        <a:solidFill>
                          <a:schemeClr val="dk1"/>
                        </a:solidFill>
                        <a:latin typeface="Cambay"/>
                        <a:ea typeface="Cambay"/>
                        <a:cs typeface="Cambay"/>
                        <a:sym typeface="Cambay"/>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1600"/>
                        </a:spcAft>
                        <a:buNone/>
                      </a:pPr>
                      <a:r>
                        <a:rPr lang="en-US" sz="1000" dirty="0">
                          <a:solidFill>
                            <a:schemeClr val="tx1"/>
                          </a:solidFill>
                        </a:rPr>
                        <a:t>Newer model years increase resale price.</a:t>
                      </a:r>
                      <a:endParaRPr sz="1000" dirty="0">
                        <a:solidFill>
                          <a:schemeClr val="tx1"/>
                        </a:solidFill>
                        <a:latin typeface="DM Sans"/>
                        <a:ea typeface="DM Sans"/>
                        <a:cs typeface="DM Sans"/>
                        <a:sym typeface="DM Sans"/>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525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b="1" dirty="0">
                          <a:solidFill>
                            <a:schemeClr val="dk1"/>
                          </a:solidFill>
                          <a:uFill>
                            <a:noFill/>
                          </a:uFill>
                          <a:latin typeface="Cambay"/>
                          <a:ea typeface="Cambay"/>
                          <a:cs typeface="Cambay"/>
                          <a:sym typeface="Cambay"/>
                        </a:rPr>
                        <a:t>Hypotheses’ 3.</a:t>
                      </a:r>
                      <a:endParaRPr lang="en-US" sz="1100" b="1" dirty="0">
                        <a:solidFill>
                          <a:schemeClr val="dk1"/>
                        </a:solidFill>
                        <a:latin typeface="Cambay"/>
                        <a:ea typeface="Cambay"/>
                        <a:cs typeface="Cambay"/>
                        <a:sym typeface="Cambay"/>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lvl="0" indent="0" algn="ctr" rtl="0">
                        <a:spcBef>
                          <a:spcPts val="0"/>
                        </a:spcBef>
                        <a:spcAft>
                          <a:spcPts val="1600"/>
                        </a:spcAft>
                        <a:buNone/>
                      </a:pPr>
                      <a:r>
                        <a:rPr lang="en-US" sz="1000" dirty="0">
                          <a:solidFill>
                            <a:schemeClr val="tx1"/>
                          </a:solidFill>
                        </a:rPr>
                        <a:t>Age categories significantly influence pricing.</a:t>
                      </a:r>
                      <a:endParaRPr sz="1000" dirty="0">
                        <a:solidFill>
                          <a:schemeClr val="tx1"/>
                        </a:solidFill>
                        <a:latin typeface="DM Sans"/>
                        <a:ea typeface="DM Sans"/>
                        <a:cs typeface="DM Sans"/>
                        <a:sym typeface="DM Sans"/>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525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b="1" dirty="0">
                          <a:solidFill>
                            <a:schemeClr val="dk1"/>
                          </a:solidFill>
                          <a:uFill>
                            <a:noFill/>
                          </a:uFill>
                          <a:latin typeface="Cambay"/>
                          <a:ea typeface="Cambay"/>
                          <a:cs typeface="Cambay"/>
                          <a:sym typeface="Cambay"/>
                        </a:rPr>
                        <a:t>Hypotheses’ 4. </a:t>
                      </a:r>
                      <a:endParaRPr lang="en-US" sz="1100" b="1" dirty="0">
                        <a:solidFill>
                          <a:schemeClr val="dk1"/>
                        </a:solidFill>
                        <a:latin typeface="Cambay"/>
                        <a:ea typeface="Cambay"/>
                        <a:cs typeface="Cambay"/>
                        <a:sym typeface="Cambay"/>
                      </a:endParaRP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00000"/>
                        </a:lnSpc>
                        <a:spcBef>
                          <a:spcPts val="0"/>
                        </a:spcBef>
                        <a:spcAft>
                          <a:spcPts val="1600"/>
                        </a:spcAft>
                        <a:buClr>
                          <a:srgbClr val="000000"/>
                        </a:buClr>
                        <a:buSzTx/>
                        <a:buFont typeface="Arial"/>
                        <a:buNone/>
                        <a:tabLst/>
                        <a:defRPr/>
                      </a:pPr>
                      <a:r>
                        <a:rPr lang="en-US" sz="1000" dirty="0">
                          <a:solidFill>
                            <a:schemeClr val="tx1"/>
                          </a:solidFill>
                        </a:rPr>
                        <a:t>Adding brand, region, and car type improves model prediction accuracy.</a:t>
                      </a:r>
                    </a:p>
                  </a:txBody>
                  <a:tcPr marL="91425" marR="91425" marT="0" marB="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
        <p:nvSpPr>
          <p:cNvPr id="392" name="Google Shape;392;p39"/>
          <p:cNvSpPr txBox="1"/>
          <p:nvPr/>
        </p:nvSpPr>
        <p:spPr>
          <a:xfrm>
            <a:off x="-979318" y="411599"/>
            <a:ext cx="7704000" cy="369900"/>
          </a:xfrm>
          <a:prstGeom prst="rect">
            <a:avLst/>
          </a:prstGeom>
          <a:noFill/>
          <a:ln>
            <a:noFill/>
          </a:ln>
        </p:spPr>
        <p:txBody>
          <a:bodyPr spcFirstLastPara="1" wrap="square" lIns="91425" tIns="91425" rIns="0" bIns="91425" anchor="t" anchorCtr="0">
            <a:noAutofit/>
          </a:bodyPr>
          <a:lstStyle/>
          <a:p>
            <a:pPr lvl="0" algn="ctr"/>
            <a:r>
              <a:rPr lang="en-US" sz="2500" b="1" dirty="0">
                <a:solidFill>
                  <a:schemeClr val="tx1"/>
                </a:solidFill>
              </a:rPr>
              <a:t>Main Research Question:</a:t>
            </a:r>
            <a:endParaRPr sz="2500" b="1" dirty="0">
              <a:solidFill>
                <a:schemeClr val="tx1"/>
              </a:solidFill>
              <a:latin typeface="DM Sans"/>
              <a:ea typeface="DM Sans"/>
              <a:cs typeface="DM Sans"/>
              <a:sym typeface="DM Sans"/>
            </a:endParaRPr>
          </a:p>
        </p:txBody>
      </p:sp>
      <p:sp>
        <p:nvSpPr>
          <p:cNvPr id="393" name="Google Shape;393;p39"/>
          <p:cNvSpPr txBox="1"/>
          <p:nvPr/>
        </p:nvSpPr>
        <p:spPr>
          <a:xfrm>
            <a:off x="2214064" y="4667402"/>
            <a:ext cx="38520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dirty="0">
                <a:solidFill>
                  <a:schemeClr val="dk1"/>
                </a:solidFill>
                <a:latin typeface="DM Sans"/>
                <a:ea typeface="DM Sans"/>
                <a:cs typeface="DM Sans"/>
                <a:sym typeface="DM Sans"/>
              </a:rPr>
              <a:t>For more info:</a:t>
            </a:r>
            <a:br>
              <a:rPr lang="en" sz="800" dirty="0">
                <a:solidFill>
                  <a:schemeClr val="dk1"/>
                </a:solidFill>
                <a:latin typeface="DM Sans"/>
                <a:ea typeface="DM Sans"/>
                <a:cs typeface="DM Sans"/>
                <a:sym typeface="DM Sans"/>
              </a:rPr>
            </a:br>
            <a:r>
              <a:rPr lang="en" sz="1100" b="1" dirty="0">
                <a:solidFill>
                  <a:schemeClr val="dk1"/>
                </a:solidFill>
                <a:uFill>
                  <a:noFill/>
                </a:uFill>
                <a:latin typeface="Cambay"/>
                <a:ea typeface="Cambay"/>
                <a:cs typeface="Cambay"/>
                <a:sym typeface="Cambay"/>
                <a:hlinkClick r:id="rId3">
                  <a:extLst>
                    <a:ext uri="{A12FA001-AC4F-418D-AE19-62706E023703}">
                      <ahyp:hlinkClr xmlns:ahyp="http://schemas.microsoft.com/office/drawing/2018/hyperlinkcolor" val="tx"/>
                    </a:ext>
                  </a:extLst>
                </a:hlinkClick>
              </a:rPr>
              <a:t>SLIDESGO </a:t>
            </a:r>
            <a:r>
              <a:rPr lang="en" sz="1100" b="1" dirty="0">
                <a:solidFill>
                  <a:schemeClr val="dk1"/>
                </a:solidFill>
                <a:latin typeface="Cambay"/>
                <a:ea typeface="Cambay"/>
                <a:cs typeface="Cambay"/>
                <a:sym typeface="Cambay"/>
              </a:rPr>
              <a:t>| </a:t>
            </a:r>
            <a:r>
              <a:rPr lang="en" sz="1100" b="1" dirty="0">
                <a:solidFill>
                  <a:schemeClr val="dk1"/>
                </a:solidFill>
                <a:uFill>
                  <a:noFill/>
                </a:uFill>
                <a:latin typeface="Cambay"/>
                <a:ea typeface="Cambay"/>
                <a:cs typeface="Cambay"/>
                <a:sym typeface="Cambay"/>
                <a:hlinkClick r:id="rId4">
                  <a:extLst>
                    <a:ext uri="{A12FA001-AC4F-418D-AE19-62706E023703}">
                      <ahyp:hlinkClr xmlns:ahyp="http://schemas.microsoft.com/office/drawing/2018/hyperlinkcolor" val="tx"/>
                    </a:ext>
                  </a:extLst>
                </a:hlinkClick>
              </a:rPr>
              <a:t>BLOG</a:t>
            </a:r>
            <a:r>
              <a:rPr lang="en" sz="1100" b="1" dirty="0">
                <a:solidFill>
                  <a:schemeClr val="dk1"/>
                </a:solidFill>
                <a:latin typeface="Cambay"/>
                <a:ea typeface="Cambay"/>
                <a:cs typeface="Cambay"/>
                <a:sym typeface="Cambay"/>
              </a:rPr>
              <a:t> | </a:t>
            </a:r>
            <a:r>
              <a:rPr lang="en" sz="1100" b="1" dirty="0">
                <a:solidFill>
                  <a:schemeClr val="dk1"/>
                </a:solidFill>
                <a:uFill>
                  <a:noFill/>
                </a:uFill>
                <a:latin typeface="Cambay"/>
                <a:ea typeface="Cambay"/>
                <a:cs typeface="Cambay"/>
                <a:sym typeface="Cambay"/>
                <a:hlinkClick r:id="rId5">
                  <a:extLst>
                    <a:ext uri="{A12FA001-AC4F-418D-AE19-62706E023703}">
                      <ahyp:hlinkClr xmlns:ahyp="http://schemas.microsoft.com/office/drawing/2018/hyperlinkcolor" val="tx"/>
                    </a:ext>
                  </a:extLst>
                </a:hlinkClick>
              </a:rPr>
              <a:t>FAQ</a:t>
            </a:r>
            <a:r>
              <a:rPr lang="en" sz="1100" b="1" dirty="0">
                <a:solidFill>
                  <a:schemeClr val="dk1"/>
                </a:solidFill>
                <a:latin typeface="Cambay"/>
                <a:ea typeface="Cambay"/>
                <a:cs typeface="Cambay"/>
                <a:sym typeface="Cambay"/>
              </a:rPr>
              <a:t>s</a:t>
            </a:r>
            <a:endParaRPr sz="1000" dirty="0">
              <a:solidFill>
                <a:schemeClr val="dk1"/>
              </a:solidFill>
              <a:latin typeface="Montserrat Black"/>
              <a:ea typeface="Montserrat Black"/>
              <a:cs typeface="Montserrat Black"/>
              <a:sym typeface="Montserrat Black"/>
            </a:endParaRPr>
          </a:p>
        </p:txBody>
      </p:sp>
      <p:sp>
        <p:nvSpPr>
          <p:cNvPr id="394" name="Google Shape;394;p39"/>
          <p:cNvSpPr txBox="1"/>
          <p:nvPr/>
        </p:nvSpPr>
        <p:spPr>
          <a:xfrm>
            <a:off x="4718957" y="4667402"/>
            <a:ext cx="38520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dirty="0">
                <a:solidFill>
                  <a:schemeClr val="dk1"/>
                </a:solidFill>
                <a:latin typeface="DM Sans"/>
                <a:ea typeface="DM Sans"/>
                <a:cs typeface="DM Sans"/>
                <a:sym typeface="DM Sans"/>
              </a:rPr>
              <a:t>You can visit our sister projects:</a:t>
            </a:r>
            <a:br>
              <a:rPr lang="en" sz="800" dirty="0">
                <a:solidFill>
                  <a:schemeClr val="dk1"/>
                </a:solidFill>
                <a:latin typeface="DM Sans"/>
                <a:ea typeface="DM Sans"/>
                <a:cs typeface="DM Sans"/>
                <a:sym typeface="DM Sans"/>
              </a:rPr>
            </a:br>
            <a:r>
              <a:rPr lang="en" sz="1100" b="1" dirty="0">
                <a:solidFill>
                  <a:schemeClr val="dk1"/>
                </a:solidFill>
                <a:uFill>
                  <a:noFill/>
                </a:uFill>
                <a:latin typeface="Cambay"/>
                <a:ea typeface="Cambay"/>
                <a:cs typeface="Cambay"/>
                <a:sym typeface="Cambay"/>
                <a:hlinkClick r:id="rId6">
                  <a:extLst>
                    <a:ext uri="{A12FA001-AC4F-418D-AE19-62706E023703}">
                      <ahyp:hlinkClr xmlns:ahyp="http://schemas.microsoft.com/office/drawing/2018/hyperlinkcolor" val="tx"/>
                    </a:ext>
                  </a:extLst>
                </a:hlinkClick>
              </a:rPr>
              <a:t>FREEPIK</a:t>
            </a:r>
            <a:r>
              <a:rPr lang="en" sz="1100" b="1" dirty="0">
                <a:solidFill>
                  <a:schemeClr val="dk1"/>
                </a:solidFill>
                <a:latin typeface="Cambay"/>
                <a:ea typeface="Cambay"/>
                <a:cs typeface="Cambay"/>
                <a:sym typeface="Cambay"/>
              </a:rPr>
              <a:t> | </a:t>
            </a:r>
            <a:r>
              <a:rPr lang="en" sz="1100" b="1" dirty="0">
                <a:solidFill>
                  <a:schemeClr val="dk1"/>
                </a:solidFill>
                <a:uFill>
                  <a:noFill/>
                </a:uFill>
                <a:latin typeface="Cambay"/>
                <a:ea typeface="Cambay"/>
                <a:cs typeface="Cambay"/>
                <a:sym typeface="Cambay"/>
                <a:hlinkClick r:id="rId7">
                  <a:extLst>
                    <a:ext uri="{A12FA001-AC4F-418D-AE19-62706E023703}">
                      <ahyp:hlinkClr xmlns:ahyp="http://schemas.microsoft.com/office/drawing/2018/hyperlinkcolor" val="tx"/>
                    </a:ext>
                  </a:extLst>
                </a:hlinkClick>
              </a:rPr>
              <a:t>FLATICON</a:t>
            </a:r>
            <a:r>
              <a:rPr lang="en" sz="1100" b="1" dirty="0">
                <a:solidFill>
                  <a:schemeClr val="dk1"/>
                </a:solidFill>
                <a:latin typeface="Cambay"/>
                <a:ea typeface="Cambay"/>
                <a:cs typeface="Cambay"/>
                <a:sym typeface="Cambay"/>
              </a:rPr>
              <a:t> | </a:t>
            </a:r>
            <a:r>
              <a:rPr lang="en" sz="1100" b="1" dirty="0">
                <a:solidFill>
                  <a:schemeClr val="dk1"/>
                </a:solidFill>
                <a:uFill>
                  <a:noFill/>
                </a:uFill>
                <a:latin typeface="Cambay"/>
                <a:ea typeface="Cambay"/>
                <a:cs typeface="Cambay"/>
                <a:sym typeface="Cambay"/>
                <a:hlinkClick r:id="rId8">
                  <a:extLst>
                    <a:ext uri="{A12FA001-AC4F-418D-AE19-62706E023703}">
                      <ahyp:hlinkClr xmlns:ahyp="http://schemas.microsoft.com/office/drawing/2018/hyperlinkcolor" val="tx"/>
                    </a:ext>
                  </a:extLst>
                </a:hlinkClick>
              </a:rPr>
              <a:t>STORYSET</a:t>
            </a:r>
            <a:r>
              <a:rPr lang="en" sz="1100" b="1" dirty="0">
                <a:solidFill>
                  <a:schemeClr val="dk1"/>
                </a:solidFill>
                <a:latin typeface="Cambay"/>
                <a:ea typeface="Cambay"/>
                <a:cs typeface="Cambay"/>
                <a:sym typeface="Cambay"/>
              </a:rPr>
              <a:t> | </a:t>
            </a:r>
            <a:r>
              <a:rPr lang="en" sz="1100" b="1" dirty="0">
                <a:solidFill>
                  <a:schemeClr val="dk1"/>
                </a:solidFill>
                <a:uFill>
                  <a:noFill/>
                </a:uFill>
                <a:latin typeface="Cambay"/>
                <a:ea typeface="Cambay"/>
                <a:cs typeface="Cambay"/>
                <a:sym typeface="Cambay"/>
                <a:hlinkClick r:id="rId9">
                  <a:extLst>
                    <a:ext uri="{A12FA001-AC4F-418D-AE19-62706E023703}">
                      <ahyp:hlinkClr xmlns:ahyp="http://schemas.microsoft.com/office/drawing/2018/hyperlinkcolor" val="tx"/>
                    </a:ext>
                  </a:extLst>
                </a:hlinkClick>
              </a:rPr>
              <a:t>WEPIK </a:t>
            </a:r>
            <a:r>
              <a:rPr lang="en" sz="1100" b="1" dirty="0">
                <a:solidFill>
                  <a:schemeClr val="dk1"/>
                </a:solidFill>
                <a:latin typeface="Cambay"/>
                <a:ea typeface="Cambay"/>
                <a:cs typeface="Cambay"/>
                <a:sym typeface="Cambay"/>
              </a:rPr>
              <a:t>| </a:t>
            </a:r>
            <a:r>
              <a:rPr lang="en" sz="1100" b="1" dirty="0">
                <a:solidFill>
                  <a:schemeClr val="dk1"/>
                </a:solidFill>
                <a:uFill>
                  <a:noFill/>
                </a:uFill>
                <a:latin typeface="Cambay"/>
                <a:ea typeface="Cambay"/>
                <a:cs typeface="Cambay"/>
                <a:sym typeface="Cambay"/>
                <a:hlinkClick r:id="rId10">
                  <a:extLst>
                    <a:ext uri="{A12FA001-AC4F-418D-AE19-62706E023703}">
                      <ahyp:hlinkClr xmlns:ahyp="http://schemas.microsoft.com/office/drawing/2018/hyperlinkcolor" val="tx"/>
                    </a:ext>
                  </a:extLst>
                </a:hlinkClick>
              </a:rPr>
              <a:t>VIDEVO</a:t>
            </a:r>
            <a:endParaRPr sz="1000" dirty="0">
              <a:solidFill>
                <a:schemeClr val="dk1"/>
              </a:solidFill>
              <a:latin typeface="Montserrat Black"/>
              <a:ea typeface="Montserrat Black"/>
              <a:cs typeface="Montserrat Black"/>
              <a:sym typeface="Montserrat Black"/>
            </a:endParaRPr>
          </a:p>
        </p:txBody>
      </p:sp>
      <p:sp>
        <p:nvSpPr>
          <p:cNvPr id="2" name="TextBox 1">
            <a:extLst>
              <a:ext uri="{FF2B5EF4-FFF2-40B4-BE49-F238E27FC236}">
                <a16:creationId xmlns:a16="http://schemas.microsoft.com/office/drawing/2014/main" id="{15E722AA-DCD9-94FA-1D5E-F68796D4A728}"/>
              </a:ext>
            </a:extLst>
          </p:cNvPr>
          <p:cNvSpPr txBox="1"/>
          <p:nvPr/>
        </p:nvSpPr>
        <p:spPr>
          <a:xfrm>
            <a:off x="0" y="2114384"/>
            <a:ext cx="5828529" cy="477054"/>
          </a:xfrm>
          <a:prstGeom prst="rect">
            <a:avLst/>
          </a:prstGeom>
          <a:noFill/>
        </p:spPr>
        <p:txBody>
          <a:bodyPr wrap="square" rtlCol="0">
            <a:spAutoFit/>
          </a:bodyPr>
          <a:lstStyle/>
          <a:p>
            <a:pPr algn="ctr"/>
            <a:r>
              <a:rPr lang="en-US" sz="2500" b="1" dirty="0">
                <a:solidFill>
                  <a:schemeClr val="tx1"/>
                </a:solidFill>
              </a:rPr>
              <a:t>Supporting Hypotheses:</a:t>
            </a:r>
          </a:p>
        </p:txBody>
      </p:sp>
      <p:pic>
        <p:nvPicPr>
          <p:cNvPr id="56" name="Picture 55" descr="A map of the world&#10;&#10;AI-generated content may be incorrect.">
            <a:extLst>
              <a:ext uri="{FF2B5EF4-FFF2-40B4-BE49-F238E27FC236}">
                <a16:creationId xmlns:a16="http://schemas.microsoft.com/office/drawing/2014/main" id="{A3088B7B-15A2-644A-B6E4-2E2B53FF1838}"/>
              </a:ext>
            </a:extLst>
          </p:cNvPr>
          <p:cNvPicPr>
            <a:picLocks noChangeAspect="1"/>
          </p:cNvPicPr>
          <p:nvPr/>
        </p:nvPicPr>
        <p:blipFill>
          <a:blip r:embed="rId11"/>
          <a:stretch>
            <a:fillRect/>
          </a:stretch>
        </p:blipFill>
        <p:spPr>
          <a:xfrm>
            <a:off x="5510690" y="509520"/>
            <a:ext cx="2610214" cy="3791479"/>
          </a:xfrm>
          <a:prstGeom prst="rect">
            <a:avLst/>
          </a:prstGeom>
        </p:spPr>
      </p:pic>
      <p:grpSp>
        <p:nvGrpSpPr>
          <p:cNvPr id="57" name="Google Shape;5041;p99">
            <a:extLst>
              <a:ext uri="{FF2B5EF4-FFF2-40B4-BE49-F238E27FC236}">
                <a16:creationId xmlns:a16="http://schemas.microsoft.com/office/drawing/2014/main" id="{E22AE16F-C58F-EF36-1DDF-36D39EFA6D9A}"/>
              </a:ext>
            </a:extLst>
          </p:cNvPr>
          <p:cNvGrpSpPr/>
          <p:nvPr/>
        </p:nvGrpSpPr>
        <p:grpSpPr>
          <a:xfrm>
            <a:off x="5700507" y="3846687"/>
            <a:ext cx="1340789" cy="640830"/>
            <a:chOff x="238125" y="1151100"/>
            <a:chExt cx="7139450" cy="3412300"/>
          </a:xfrm>
        </p:grpSpPr>
        <p:sp>
          <p:nvSpPr>
            <p:cNvPr id="58" name="Google Shape;5042;p99">
              <a:extLst>
                <a:ext uri="{FF2B5EF4-FFF2-40B4-BE49-F238E27FC236}">
                  <a16:creationId xmlns:a16="http://schemas.microsoft.com/office/drawing/2014/main" id="{282E64EE-009F-F080-163B-5A2C8CDE20EA}"/>
                </a:ext>
              </a:extLst>
            </p:cNvPr>
            <p:cNvSpPr/>
            <p:nvPr/>
          </p:nvSpPr>
          <p:spPr>
            <a:xfrm>
              <a:off x="3468350" y="4223875"/>
              <a:ext cx="679000" cy="339525"/>
            </a:xfrm>
            <a:custGeom>
              <a:avLst/>
              <a:gdLst/>
              <a:ahLst/>
              <a:cxnLst/>
              <a:rect l="l" t="t" r="r" b="b"/>
              <a:pathLst>
                <a:path w="27160" h="13581" extrusionOk="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043;p99">
              <a:extLst>
                <a:ext uri="{FF2B5EF4-FFF2-40B4-BE49-F238E27FC236}">
                  <a16:creationId xmlns:a16="http://schemas.microsoft.com/office/drawing/2014/main" id="{C7623FD7-8F26-6B07-5AFF-123404AB88F0}"/>
                </a:ext>
              </a:extLst>
            </p:cNvPr>
            <p:cNvSpPr/>
            <p:nvPr/>
          </p:nvSpPr>
          <p:spPr>
            <a:xfrm>
              <a:off x="3730250" y="3276125"/>
              <a:ext cx="147275" cy="956575"/>
            </a:xfrm>
            <a:custGeom>
              <a:avLst/>
              <a:gdLst/>
              <a:ahLst/>
              <a:cxnLst/>
              <a:rect l="l" t="t" r="r" b="b"/>
              <a:pathLst>
                <a:path w="5891" h="38263" extrusionOk="0">
                  <a:moveTo>
                    <a:pt x="3276" y="0"/>
                  </a:moveTo>
                  <a:lnTo>
                    <a:pt x="0" y="38263"/>
                  </a:lnTo>
                  <a:lnTo>
                    <a:pt x="5890" y="38194"/>
                  </a:lnTo>
                  <a:lnTo>
                    <a:pt x="3276"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044;p99">
              <a:extLst>
                <a:ext uri="{FF2B5EF4-FFF2-40B4-BE49-F238E27FC236}">
                  <a16:creationId xmlns:a16="http://schemas.microsoft.com/office/drawing/2014/main" id="{4EE44E52-5E4F-36FA-A375-BAB0B98657F4}"/>
                </a:ext>
              </a:extLst>
            </p:cNvPr>
            <p:cNvSpPr/>
            <p:nvPr/>
          </p:nvSpPr>
          <p:spPr>
            <a:xfrm>
              <a:off x="3796275" y="3875600"/>
              <a:ext cx="839350" cy="630550"/>
            </a:xfrm>
            <a:custGeom>
              <a:avLst/>
              <a:gdLst/>
              <a:ahLst/>
              <a:cxnLst/>
              <a:rect l="l" t="t" r="r" b="b"/>
              <a:pathLst>
                <a:path w="33574" h="25222" extrusionOk="0">
                  <a:moveTo>
                    <a:pt x="32291" y="1"/>
                  </a:moveTo>
                  <a:lnTo>
                    <a:pt x="1" y="23463"/>
                  </a:lnTo>
                  <a:lnTo>
                    <a:pt x="1277" y="25222"/>
                  </a:lnTo>
                  <a:lnTo>
                    <a:pt x="33574" y="1759"/>
                  </a:lnTo>
                  <a:lnTo>
                    <a:pt x="3229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045;p99">
              <a:extLst>
                <a:ext uri="{FF2B5EF4-FFF2-40B4-BE49-F238E27FC236}">
                  <a16:creationId xmlns:a16="http://schemas.microsoft.com/office/drawing/2014/main" id="{9A5D077A-029B-395F-9054-72F7DD5BFA7F}"/>
                </a:ext>
              </a:extLst>
            </p:cNvPr>
            <p:cNvSpPr/>
            <p:nvPr/>
          </p:nvSpPr>
          <p:spPr>
            <a:xfrm>
              <a:off x="6240475" y="3130600"/>
              <a:ext cx="1137100" cy="1432800"/>
            </a:xfrm>
            <a:custGeom>
              <a:avLst/>
              <a:gdLst/>
              <a:ahLst/>
              <a:cxnLst/>
              <a:rect l="l" t="t" r="r" b="b"/>
              <a:pathLst>
                <a:path w="45484" h="57312" extrusionOk="0">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046;p99">
              <a:extLst>
                <a:ext uri="{FF2B5EF4-FFF2-40B4-BE49-F238E27FC236}">
                  <a16:creationId xmlns:a16="http://schemas.microsoft.com/office/drawing/2014/main" id="{9DD2FB8B-5092-1915-D8C9-87329BAAD64C}"/>
                </a:ext>
              </a:extLst>
            </p:cNvPr>
            <p:cNvSpPr/>
            <p:nvPr/>
          </p:nvSpPr>
          <p:spPr>
            <a:xfrm>
              <a:off x="5243900" y="1696775"/>
              <a:ext cx="1764175" cy="1777475"/>
            </a:xfrm>
            <a:custGeom>
              <a:avLst/>
              <a:gdLst/>
              <a:ahLst/>
              <a:cxnLst/>
              <a:rect l="l" t="t" r="r" b="b"/>
              <a:pathLst>
                <a:path w="70567" h="71099" extrusionOk="0">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47;p99">
              <a:extLst>
                <a:ext uri="{FF2B5EF4-FFF2-40B4-BE49-F238E27FC236}">
                  <a16:creationId xmlns:a16="http://schemas.microsoft.com/office/drawing/2014/main" id="{4495949C-9520-7035-0471-8929C7BB7AB1}"/>
                </a:ext>
              </a:extLst>
            </p:cNvPr>
            <p:cNvSpPr/>
            <p:nvPr/>
          </p:nvSpPr>
          <p:spPr>
            <a:xfrm>
              <a:off x="3812150" y="1151100"/>
              <a:ext cx="1896075" cy="1245900"/>
            </a:xfrm>
            <a:custGeom>
              <a:avLst/>
              <a:gdLst/>
              <a:ahLst/>
              <a:cxnLst/>
              <a:rect l="l" t="t" r="r" b="b"/>
              <a:pathLst>
                <a:path w="75843" h="49836" extrusionOk="0">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5048;p99">
              <a:extLst>
                <a:ext uri="{FF2B5EF4-FFF2-40B4-BE49-F238E27FC236}">
                  <a16:creationId xmlns:a16="http://schemas.microsoft.com/office/drawing/2014/main" id="{D2CDE6A5-13EE-33B2-6EE2-49B521530FDB}"/>
                </a:ext>
              </a:extLst>
            </p:cNvPr>
            <p:cNvSpPr/>
            <p:nvPr/>
          </p:nvSpPr>
          <p:spPr>
            <a:xfrm>
              <a:off x="1910550" y="1151100"/>
              <a:ext cx="1901625" cy="1244175"/>
            </a:xfrm>
            <a:custGeom>
              <a:avLst/>
              <a:gdLst/>
              <a:ahLst/>
              <a:cxnLst/>
              <a:rect l="l" t="t" r="r" b="b"/>
              <a:pathLst>
                <a:path w="76065" h="49767" extrusionOk="0">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5049;p99">
              <a:extLst>
                <a:ext uri="{FF2B5EF4-FFF2-40B4-BE49-F238E27FC236}">
                  <a16:creationId xmlns:a16="http://schemas.microsoft.com/office/drawing/2014/main" id="{7D2AD6E3-8B2D-F2AE-D79C-382DE791F8A5}"/>
                </a:ext>
              </a:extLst>
            </p:cNvPr>
            <p:cNvSpPr/>
            <p:nvPr/>
          </p:nvSpPr>
          <p:spPr>
            <a:xfrm>
              <a:off x="608475" y="1694725"/>
              <a:ext cx="1766425" cy="1778150"/>
            </a:xfrm>
            <a:custGeom>
              <a:avLst/>
              <a:gdLst/>
              <a:ahLst/>
              <a:cxnLst/>
              <a:rect l="l" t="t" r="r" b="b"/>
              <a:pathLst>
                <a:path w="70657" h="71126" extrusionOk="0">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5050;p99">
              <a:extLst>
                <a:ext uri="{FF2B5EF4-FFF2-40B4-BE49-F238E27FC236}">
                  <a16:creationId xmlns:a16="http://schemas.microsoft.com/office/drawing/2014/main" id="{31F7BFA2-2C97-8DAF-C67D-AC43CBE171B9}"/>
                </a:ext>
              </a:extLst>
            </p:cNvPr>
            <p:cNvSpPr/>
            <p:nvPr/>
          </p:nvSpPr>
          <p:spPr>
            <a:xfrm>
              <a:off x="238125" y="3129050"/>
              <a:ext cx="1137975" cy="1434175"/>
            </a:xfrm>
            <a:custGeom>
              <a:avLst/>
              <a:gdLst/>
              <a:ahLst/>
              <a:cxnLst/>
              <a:rect l="l" t="t" r="r" b="b"/>
              <a:pathLst>
                <a:path w="45519" h="57367" extrusionOk="0">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5051;p99">
              <a:extLst>
                <a:ext uri="{FF2B5EF4-FFF2-40B4-BE49-F238E27FC236}">
                  <a16:creationId xmlns:a16="http://schemas.microsoft.com/office/drawing/2014/main" id="{0AAB497E-C3FB-8435-E00C-15A6C1BC9863}"/>
                </a:ext>
              </a:extLst>
            </p:cNvPr>
            <p:cNvSpPr/>
            <p:nvPr/>
          </p:nvSpPr>
          <p:spPr>
            <a:xfrm>
              <a:off x="1924656" y="1941325"/>
              <a:ext cx="3773110" cy="1646329"/>
            </a:xfrm>
            <a:custGeom>
              <a:avLst/>
              <a:gdLst/>
              <a:ahLst/>
              <a:cxnLst/>
              <a:rect l="l" t="t" r="r" b="b"/>
              <a:pathLst>
                <a:path w="148183" h="64657" extrusionOk="0">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 name="Google Shape;5052;p99">
              <a:extLst>
                <a:ext uri="{FF2B5EF4-FFF2-40B4-BE49-F238E27FC236}">
                  <a16:creationId xmlns:a16="http://schemas.microsoft.com/office/drawing/2014/main" id="{D7B969DF-66AF-F2C3-F804-B089F2C9BFCC}"/>
                </a:ext>
              </a:extLst>
            </p:cNvPr>
            <p:cNvSpPr/>
            <p:nvPr/>
          </p:nvSpPr>
          <p:spPr>
            <a:xfrm>
              <a:off x="1028863" y="2678027"/>
              <a:ext cx="1805597" cy="1885320"/>
            </a:xfrm>
            <a:custGeom>
              <a:avLst/>
              <a:gdLst/>
              <a:ahLst/>
              <a:cxnLst/>
              <a:rect l="l" t="t" r="r" b="b"/>
              <a:pathLst>
                <a:path w="70912" h="74043" extrusionOk="0">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5053;p99">
              <a:extLst>
                <a:ext uri="{FF2B5EF4-FFF2-40B4-BE49-F238E27FC236}">
                  <a16:creationId xmlns:a16="http://schemas.microsoft.com/office/drawing/2014/main" id="{FA3BC3E5-6020-EA6D-DF5B-49547E622B38}"/>
                </a:ext>
              </a:extLst>
            </p:cNvPr>
            <p:cNvSpPr/>
            <p:nvPr/>
          </p:nvSpPr>
          <p:spPr>
            <a:xfrm>
              <a:off x="4792190" y="2679937"/>
              <a:ext cx="1798951" cy="1883410"/>
            </a:xfrm>
            <a:custGeom>
              <a:avLst/>
              <a:gdLst/>
              <a:ahLst/>
              <a:cxnLst/>
              <a:rect l="l" t="t" r="r" b="b"/>
              <a:pathLst>
                <a:path w="70651" h="73968" extrusionOk="0">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0"/>
          <p:cNvSpPr txBox="1">
            <a:spLocks noGrp="1"/>
          </p:cNvSpPr>
          <p:nvPr>
            <p:ph type="title"/>
          </p:nvPr>
        </p:nvSpPr>
        <p:spPr>
          <a:xfrm>
            <a:off x="1787482" y="60400"/>
            <a:ext cx="3795943" cy="578100"/>
          </a:xfrm>
          <a:prstGeom prst="rect">
            <a:avLst/>
          </a:prstGeom>
        </p:spPr>
        <p:txBody>
          <a:bodyPr spcFirstLastPara="1" wrap="square" lIns="91425" tIns="91425" rIns="91425" bIns="91425" anchor="t" anchorCtr="0">
            <a:noAutofit/>
          </a:bodyPr>
          <a:lstStyle/>
          <a:p>
            <a:pPr lvl="0" algn="ctr">
              <a:buSzPts val="1100"/>
            </a:pPr>
            <a:r>
              <a:rPr lang="en-US" sz="2500" dirty="0">
                <a:latin typeface="+mj-lt"/>
              </a:rPr>
              <a:t>Dataset </a:t>
            </a:r>
            <a:br>
              <a:rPr lang="en-US" sz="2500" dirty="0">
                <a:latin typeface="+mj-lt"/>
              </a:rPr>
            </a:br>
            <a:r>
              <a:rPr lang="en-US" sz="2500" dirty="0">
                <a:latin typeface="+mj-lt"/>
              </a:rPr>
              <a:t>Description</a:t>
            </a:r>
            <a:endParaRPr sz="2500" dirty="0">
              <a:latin typeface="+mj-lt"/>
            </a:endParaRPr>
          </a:p>
        </p:txBody>
      </p:sp>
      <p:sp>
        <p:nvSpPr>
          <p:cNvPr id="400" name="Google Shape;400;p40"/>
          <p:cNvSpPr txBox="1">
            <a:spLocks noGrp="1"/>
          </p:cNvSpPr>
          <p:nvPr>
            <p:ph type="title" idx="2"/>
          </p:nvPr>
        </p:nvSpPr>
        <p:spPr>
          <a:xfrm>
            <a:off x="157820" y="1927124"/>
            <a:ext cx="911100" cy="715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sp>
        <p:nvSpPr>
          <p:cNvPr id="403" name="Google Shape;403;p40"/>
          <p:cNvSpPr txBox="1">
            <a:spLocks noGrp="1"/>
          </p:cNvSpPr>
          <p:nvPr>
            <p:ph type="title" idx="4"/>
          </p:nvPr>
        </p:nvSpPr>
        <p:spPr>
          <a:xfrm>
            <a:off x="157820" y="3172502"/>
            <a:ext cx="911100" cy="715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406" name="Google Shape;406;p40"/>
          <p:cNvSpPr txBox="1">
            <a:spLocks noGrp="1"/>
          </p:cNvSpPr>
          <p:nvPr>
            <p:ph type="title" idx="7"/>
          </p:nvPr>
        </p:nvSpPr>
        <p:spPr>
          <a:xfrm>
            <a:off x="4672325" y="1927124"/>
            <a:ext cx="911100" cy="715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409" name="Google Shape;409;p40"/>
          <p:cNvSpPr txBox="1">
            <a:spLocks noGrp="1"/>
          </p:cNvSpPr>
          <p:nvPr>
            <p:ph type="title" idx="13"/>
          </p:nvPr>
        </p:nvSpPr>
        <p:spPr>
          <a:xfrm>
            <a:off x="4623596" y="3172502"/>
            <a:ext cx="911100" cy="715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2" name="TextBox 1">
            <a:extLst>
              <a:ext uri="{FF2B5EF4-FFF2-40B4-BE49-F238E27FC236}">
                <a16:creationId xmlns:a16="http://schemas.microsoft.com/office/drawing/2014/main" id="{863DF22F-0E60-B859-7D99-F856464AC4D1}"/>
              </a:ext>
            </a:extLst>
          </p:cNvPr>
          <p:cNvSpPr txBox="1"/>
          <p:nvPr/>
        </p:nvSpPr>
        <p:spPr>
          <a:xfrm>
            <a:off x="505585" y="972373"/>
            <a:ext cx="6556523" cy="646331"/>
          </a:xfrm>
          <a:prstGeom prst="rect">
            <a:avLst/>
          </a:prstGeom>
          <a:noFill/>
        </p:spPr>
        <p:txBody>
          <a:bodyPr wrap="square" rtlCol="0">
            <a:spAutoFit/>
          </a:bodyPr>
          <a:lstStyle/>
          <a:p>
            <a:pPr algn="ctr"/>
            <a:r>
              <a:rPr lang="en-US" sz="1200" b="1" dirty="0">
                <a:solidFill>
                  <a:schemeClr val="tx1"/>
                </a:solidFill>
              </a:rPr>
              <a:t>Dataset Source:</a:t>
            </a:r>
            <a:br>
              <a:rPr lang="en-US" sz="1200" dirty="0">
                <a:solidFill>
                  <a:schemeClr val="tx1"/>
                </a:solidFill>
              </a:rPr>
            </a:br>
            <a:r>
              <a:rPr lang="en-US" sz="1200" dirty="0">
                <a:solidFill>
                  <a:schemeClr val="tx1"/>
                </a:solidFill>
              </a:rPr>
              <a:t>Kaggle — </a:t>
            </a:r>
            <a:r>
              <a:rPr lang="en-US" sz="1200" i="1" dirty="0">
                <a:solidFill>
                  <a:schemeClr val="tx1"/>
                </a:solidFill>
              </a:rPr>
              <a:t>U.S. Used Car Listings Dataset (2025)</a:t>
            </a:r>
            <a:endParaRPr lang="en-US" sz="1200" dirty="0">
              <a:solidFill>
                <a:schemeClr val="tx1"/>
              </a:solidFill>
            </a:endParaRPr>
          </a:p>
          <a:p>
            <a:pPr algn="ctr"/>
            <a:r>
              <a:rPr lang="en-US" sz="1200" dirty="0">
                <a:solidFill>
                  <a:schemeClr val="tx1"/>
                </a:solidFill>
              </a:rPr>
              <a:t>https://www.kaggle.com/datasets/akshatsharma2407/cars-dataset</a:t>
            </a:r>
          </a:p>
        </p:txBody>
      </p:sp>
      <p:sp>
        <p:nvSpPr>
          <p:cNvPr id="3" name="TextBox 2">
            <a:extLst>
              <a:ext uri="{FF2B5EF4-FFF2-40B4-BE49-F238E27FC236}">
                <a16:creationId xmlns:a16="http://schemas.microsoft.com/office/drawing/2014/main" id="{41394EA8-FB1B-616B-B5B8-35CE6752EC81}"/>
              </a:ext>
            </a:extLst>
          </p:cNvPr>
          <p:cNvSpPr txBox="1"/>
          <p:nvPr/>
        </p:nvSpPr>
        <p:spPr>
          <a:xfrm>
            <a:off x="701593" y="1942079"/>
            <a:ext cx="3886200" cy="543600"/>
          </a:xfrm>
          <a:prstGeom prst="rect">
            <a:avLst/>
          </a:prstGeom>
          <a:noFill/>
        </p:spPr>
        <p:txBody>
          <a:bodyPr wrap="square" rtlCol="0">
            <a:spAutoFit/>
          </a:bodyPr>
          <a:lstStyle/>
          <a:p>
            <a:r>
              <a:rPr lang="en-US" b="1" dirty="0">
                <a:solidFill>
                  <a:schemeClr val="tx2"/>
                </a:solidFill>
              </a:rPr>
              <a:t>Sample Size</a:t>
            </a:r>
            <a:r>
              <a:rPr lang="en-US" b="1" dirty="0">
                <a:solidFill>
                  <a:schemeClr val="tx1"/>
                </a:solidFill>
              </a:rPr>
              <a:t>:</a:t>
            </a:r>
            <a:r>
              <a:rPr lang="en-US" dirty="0">
                <a:solidFill>
                  <a:schemeClr val="tx1"/>
                </a:solidFill>
              </a:rPr>
              <a:t> 216,517 vehicles after cleaning and preprocessing</a:t>
            </a:r>
          </a:p>
        </p:txBody>
      </p:sp>
      <p:sp>
        <p:nvSpPr>
          <p:cNvPr id="4" name="TextBox 3">
            <a:extLst>
              <a:ext uri="{FF2B5EF4-FFF2-40B4-BE49-F238E27FC236}">
                <a16:creationId xmlns:a16="http://schemas.microsoft.com/office/drawing/2014/main" id="{02DE79EF-05F9-6E94-0A4D-3AE309B29889}"/>
              </a:ext>
            </a:extLst>
          </p:cNvPr>
          <p:cNvSpPr txBox="1"/>
          <p:nvPr/>
        </p:nvSpPr>
        <p:spPr>
          <a:xfrm>
            <a:off x="5257800" y="1927124"/>
            <a:ext cx="3886200" cy="1384995"/>
          </a:xfrm>
          <a:prstGeom prst="rect">
            <a:avLst/>
          </a:prstGeom>
          <a:noFill/>
        </p:spPr>
        <p:txBody>
          <a:bodyPr wrap="square" rtlCol="0">
            <a:spAutoFit/>
          </a:bodyPr>
          <a:lstStyle/>
          <a:p>
            <a:pPr lvl="0" eaLnBrk="0" fontAlgn="base" hangingPunct="0">
              <a:spcBef>
                <a:spcPct val="0"/>
              </a:spcBef>
              <a:spcAft>
                <a:spcPct val="0"/>
              </a:spcAft>
              <a:buClrTx/>
            </a:pPr>
            <a:r>
              <a:rPr lang="en-US" b="1" dirty="0">
                <a:solidFill>
                  <a:schemeClr val="tx2"/>
                </a:solidFill>
              </a:rPr>
              <a:t>Key Variables</a:t>
            </a:r>
            <a:r>
              <a:rPr lang="en-US" dirty="0">
                <a:solidFill>
                  <a:schemeClr val="tx1"/>
                </a:solidFill>
              </a:rPr>
              <a:t>: </a:t>
            </a:r>
            <a:r>
              <a:rPr lang="en-US" altLang="en-US" dirty="0">
                <a:solidFill>
                  <a:schemeClr val="tx1"/>
                </a:solidFill>
                <a:latin typeface="Arial" panose="020B0604020202020204" pitchFamily="34" charset="0"/>
              </a:rPr>
              <a:t>Mileage, Model Year, Age of Car + Age Category, Brand (Ford, Chevrolet, GMC, Jeep, RAM, etc.), Car Type (SUV, Truck, Hybrid, Electric, Coupe, etc.), Region (Midwest, West, Northeast, South), Price (K$)</a:t>
            </a:r>
          </a:p>
          <a:p>
            <a:r>
              <a:rPr lang="en-US" b="1" dirty="0">
                <a:solidFill>
                  <a:schemeClr val="tx1"/>
                </a:solidFill>
              </a:rPr>
              <a:t> </a:t>
            </a:r>
            <a:endParaRPr lang="en-US" dirty="0">
              <a:solidFill>
                <a:schemeClr val="tx1"/>
              </a:solidFill>
            </a:endParaRPr>
          </a:p>
        </p:txBody>
      </p:sp>
      <p:sp>
        <p:nvSpPr>
          <p:cNvPr id="23" name="TextBox 22">
            <a:extLst>
              <a:ext uri="{FF2B5EF4-FFF2-40B4-BE49-F238E27FC236}">
                <a16:creationId xmlns:a16="http://schemas.microsoft.com/office/drawing/2014/main" id="{3152F05A-6237-7B17-8688-08DEDAB539A7}"/>
              </a:ext>
            </a:extLst>
          </p:cNvPr>
          <p:cNvSpPr txBox="1"/>
          <p:nvPr/>
        </p:nvSpPr>
        <p:spPr>
          <a:xfrm>
            <a:off x="5284903" y="3193612"/>
            <a:ext cx="3886200" cy="1600438"/>
          </a:xfrm>
          <a:prstGeom prst="rect">
            <a:avLst/>
          </a:prstGeom>
          <a:noFill/>
        </p:spPr>
        <p:txBody>
          <a:bodyPr wrap="square" rtlCol="0">
            <a:spAutoFit/>
          </a:bodyPr>
          <a:lstStyle/>
          <a:p>
            <a:r>
              <a:rPr lang="en-US" b="1" dirty="0">
                <a:solidFill>
                  <a:schemeClr val="tx2"/>
                </a:solidFill>
              </a:rPr>
              <a:t>Transformations</a:t>
            </a:r>
            <a:r>
              <a:rPr lang="en-US" b="1" dirty="0">
                <a:solidFill>
                  <a:schemeClr val="tx1"/>
                </a:solidFill>
              </a:rPr>
              <a:t>: </a:t>
            </a:r>
            <a:r>
              <a:rPr lang="en-US" dirty="0">
                <a:solidFill>
                  <a:schemeClr val="tx1"/>
                </a:solidFill>
              </a:rPr>
              <a:t>Removed image columns</a:t>
            </a:r>
          </a:p>
          <a:p>
            <a:r>
              <a:rPr lang="en-US" dirty="0">
                <a:solidFill>
                  <a:schemeClr val="tx1"/>
                </a:solidFill>
              </a:rPr>
              <a:t>Created dummy variables (brand, region, car type), Applied Box-Cox transformation to normalize price distribution Converted mileage and year into useful predictors (age categories, simplified types)</a:t>
            </a:r>
          </a:p>
          <a:p>
            <a:endParaRPr lang="en-US" dirty="0">
              <a:solidFill>
                <a:schemeClr val="tx1"/>
              </a:solidFill>
            </a:endParaRPr>
          </a:p>
        </p:txBody>
      </p:sp>
      <p:sp>
        <p:nvSpPr>
          <p:cNvPr id="25" name="TextBox 24">
            <a:extLst>
              <a:ext uri="{FF2B5EF4-FFF2-40B4-BE49-F238E27FC236}">
                <a16:creationId xmlns:a16="http://schemas.microsoft.com/office/drawing/2014/main" id="{1698DAF2-80F7-C9B7-C732-EEBAA3D89625}"/>
              </a:ext>
            </a:extLst>
          </p:cNvPr>
          <p:cNvSpPr txBox="1"/>
          <p:nvPr/>
        </p:nvSpPr>
        <p:spPr>
          <a:xfrm>
            <a:off x="737396" y="3214385"/>
            <a:ext cx="3886200" cy="1600438"/>
          </a:xfrm>
          <a:prstGeom prst="rect">
            <a:avLst/>
          </a:prstGeom>
          <a:noFill/>
        </p:spPr>
        <p:txBody>
          <a:bodyPr wrap="square" rtlCol="0">
            <a:spAutoFit/>
          </a:bodyPr>
          <a:lstStyle/>
          <a:p>
            <a:pPr lvl="0" eaLnBrk="0" fontAlgn="base" hangingPunct="0">
              <a:spcBef>
                <a:spcPct val="0"/>
              </a:spcBef>
              <a:spcAft>
                <a:spcPct val="0"/>
              </a:spcAft>
              <a:buClrTx/>
            </a:pPr>
            <a:r>
              <a:rPr lang="en-US" b="1" dirty="0">
                <a:solidFill>
                  <a:schemeClr val="tx2"/>
                </a:solidFill>
              </a:rPr>
              <a:t>Data Cleaning Steps</a:t>
            </a:r>
            <a:r>
              <a:rPr lang="en-US" b="1" dirty="0">
                <a:solidFill>
                  <a:schemeClr val="tx1"/>
                </a:solidFill>
              </a:rPr>
              <a:t>: </a:t>
            </a:r>
            <a:r>
              <a:rPr lang="en-US" altLang="en-US" dirty="0">
                <a:solidFill>
                  <a:schemeClr val="tx1"/>
                </a:solidFill>
                <a:latin typeface="Arial" panose="020B0604020202020204" pitchFamily="34" charset="0"/>
              </a:rPr>
              <a:t>Removed duplicates and rows with missing essential values, Standardized formatting for mileage, year, and price, Filtered out extreme/unrealistic data points Combined and simplified car types and regional categories</a:t>
            </a:r>
          </a:p>
          <a:p>
            <a:endParaRPr lang="en-US" dirty="0">
              <a:solidFill>
                <a:schemeClr val="tx1"/>
              </a:solidFill>
            </a:endParaRPr>
          </a:p>
        </p:txBody>
      </p:sp>
      <p:grpSp>
        <p:nvGrpSpPr>
          <p:cNvPr id="27" name="Google Shape;4405;p97">
            <a:extLst>
              <a:ext uri="{FF2B5EF4-FFF2-40B4-BE49-F238E27FC236}">
                <a16:creationId xmlns:a16="http://schemas.microsoft.com/office/drawing/2014/main" id="{8C2B7398-5D29-ECE2-9597-70357D635FDF}"/>
              </a:ext>
            </a:extLst>
          </p:cNvPr>
          <p:cNvGrpSpPr/>
          <p:nvPr/>
        </p:nvGrpSpPr>
        <p:grpSpPr>
          <a:xfrm>
            <a:off x="6391912" y="98577"/>
            <a:ext cx="1617976" cy="346616"/>
            <a:chOff x="1808063" y="4294338"/>
            <a:chExt cx="3370782" cy="721817"/>
          </a:xfrm>
        </p:grpSpPr>
        <p:sp>
          <p:nvSpPr>
            <p:cNvPr id="28" name="Google Shape;4406;p97">
              <a:extLst>
                <a:ext uri="{FF2B5EF4-FFF2-40B4-BE49-F238E27FC236}">
                  <a16:creationId xmlns:a16="http://schemas.microsoft.com/office/drawing/2014/main" id="{B4ADDF80-A751-B6C1-BC2D-228556626D62}"/>
                </a:ext>
              </a:extLst>
            </p:cNvPr>
            <p:cNvSpPr/>
            <p:nvPr/>
          </p:nvSpPr>
          <p:spPr>
            <a:xfrm>
              <a:off x="1906300"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407;p97">
              <a:extLst>
                <a:ext uri="{FF2B5EF4-FFF2-40B4-BE49-F238E27FC236}">
                  <a16:creationId xmlns:a16="http://schemas.microsoft.com/office/drawing/2014/main" id="{955B035B-FE91-19E8-3FD7-AFD68F45B6B4}"/>
                </a:ext>
              </a:extLst>
            </p:cNvPr>
            <p:cNvSpPr/>
            <p:nvPr/>
          </p:nvSpPr>
          <p:spPr>
            <a:xfrm>
              <a:off x="3795035" y="4655290"/>
              <a:ext cx="721912" cy="360865"/>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408;p97">
              <a:extLst>
                <a:ext uri="{FF2B5EF4-FFF2-40B4-BE49-F238E27FC236}">
                  <a16:creationId xmlns:a16="http://schemas.microsoft.com/office/drawing/2014/main" id="{E83C2F95-9CF0-7A6C-44C9-B10728203602}"/>
                </a:ext>
              </a:extLst>
            </p:cNvPr>
            <p:cNvSpPr/>
            <p:nvPr/>
          </p:nvSpPr>
          <p:spPr>
            <a:xfrm>
              <a:off x="3133137" y="4294338"/>
              <a:ext cx="721729" cy="360865"/>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409;p97">
              <a:extLst>
                <a:ext uri="{FF2B5EF4-FFF2-40B4-BE49-F238E27FC236}">
                  <a16:creationId xmlns:a16="http://schemas.microsoft.com/office/drawing/2014/main" id="{9F62D227-9C2D-F400-4173-2CE02F557BD4}"/>
                </a:ext>
              </a:extLst>
            </p:cNvPr>
            <p:cNvSpPr/>
            <p:nvPr/>
          </p:nvSpPr>
          <p:spPr>
            <a:xfrm>
              <a:off x="1808063" y="4294338"/>
              <a:ext cx="722460" cy="36205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410;p97">
              <a:extLst>
                <a:ext uri="{FF2B5EF4-FFF2-40B4-BE49-F238E27FC236}">
                  <a16:creationId xmlns:a16="http://schemas.microsoft.com/office/drawing/2014/main" id="{C6BC0B2B-BF59-983B-D10F-FBA4356BA299}"/>
                </a:ext>
              </a:extLst>
            </p:cNvPr>
            <p:cNvSpPr/>
            <p:nvPr/>
          </p:nvSpPr>
          <p:spPr>
            <a:xfrm>
              <a:off x="2470965" y="4655290"/>
              <a:ext cx="721912" cy="360865"/>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411;p97">
              <a:extLst>
                <a:ext uri="{FF2B5EF4-FFF2-40B4-BE49-F238E27FC236}">
                  <a16:creationId xmlns:a16="http://schemas.microsoft.com/office/drawing/2014/main" id="{21CE0892-E1C3-F01E-2CBC-FF0105280196}"/>
                </a:ext>
              </a:extLst>
            </p:cNvPr>
            <p:cNvSpPr/>
            <p:nvPr/>
          </p:nvSpPr>
          <p:spPr>
            <a:xfrm>
              <a:off x="4456385" y="4294338"/>
              <a:ext cx="722460" cy="36205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412;p97">
              <a:extLst>
                <a:ext uri="{FF2B5EF4-FFF2-40B4-BE49-F238E27FC236}">
                  <a16:creationId xmlns:a16="http://schemas.microsoft.com/office/drawing/2014/main" id="{5C770643-9F21-3D95-EA53-8231034C52FA}"/>
                </a:ext>
              </a:extLst>
            </p:cNvPr>
            <p:cNvSpPr/>
            <p:nvPr/>
          </p:nvSpPr>
          <p:spPr>
            <a:xfrm>
              <a:off x="2568813"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413;p97">
              <a:extLst>
                <a:ext uri="{FF2B5EF4-FFF2-40B4-BE49-F238E27FC236}">
                  <a16:creationId xmlns:a16="http://schemas.microsoft.com/office/drawing/2014/main" id="{EA979D03-1518-BD08-2B23-162942909064}"/>
                </a:ext>
              </a:extLst>
            </p:cNvPr>
            <p:cNvSpPr/>
            <p:nvPr/>
          </p:nvSpPr>
          <p:spPr>
            <a:xfrm>
              <a:off x="3231883"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414;p97">
              <a:extLst>
                <a:ext uri="{FF2B5EF4-FFF2-40B4-BE49-F238E27FC236}">
                  <a16:creationId xmlns:a16="http://schemas.microsoft.com/office/drawing/2014/main" id="{C812B3E7-ECEC-6CFC-8827-2ED3244A85D4}"/>
                </a:ext>
              </a:extLst>
            </p:cNvPr>
            <p:cNvSpPr/>
            <p:nvPr/>
          </p:nvSpPr>
          <p:spPr>
            <a:xfrm>
              <a:off x="3894395"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415;p97">
              <a:extLst>
                <a:ext uri="{FF2B5EF4-FFF2-40B4-BE49-F238E27FC236}">
                  <a16:creationId xmlns:a16="http://schemas.microsoft.com/office/drawing/2014/main" id="{05FD563D-C0A5-5E15-8559-2578CCDC0E94}"/>
                </a:ext>
              </a:extLst>
            </p:cNvPr>
            <p:cNvSpPr/>
            <p:nvPr/>
          </p:nvSpPr>
          <p:spPr>
            <a:xfrm>
              <a:off x="4560958"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405;p97">
            <a:extLst>
              <a:ext uri="{FF2B5EF4-FFF2-40B4-BE49-F238E27FC236}">
                <a16:creationId xmlns:a16="http://schemas.microsoft.com/office/drawing/2014/main" id="{670534C4-56D3-2045-37D5-35FC1F3D1E88}"/>
              </a:ext>
            </a:extLst>
          </p:cNvPr>
          <p:cNvGrpSpPr/>
          <p:nvPr/>
        </p:nvGrpSpPr>
        <p:grpSpPr>
          <a:xfrm>
            <a:off x="1263380" y="4683398"/>
            <a:ext cx="1617976" cy="346616"/>
            <a:chOff x="1808063" y="4294338"/>
            <a:chExt cx="3370782" cy="721817"/>
          </a:xfrm>
        </p:grpSpPr>
        <p:sp>
          <p:nvSpPr>
            <p:cNvPr id="39" name="Google Shape;4406;p97">
              <a:extLst>
                <a:ext uri="{FF2B5EF4-FFF2-40B4-BE49-F238E27FC236}">
                  <a16:creationId xmlns:a16="http://schemas.microsoft.com/office/drawing/2014/main" id="{26B084C4-F634-97EB-DCBD-13211EB3167E}"/>
                </a:ext>
              </a:extLst>
            </p:cNvPr>
            <p:cNvSpPr/>
            <p:nvPr/>
          </p:nvSpPr>
          <p:spPr>
            <a:xfrm>
              <a:off x="1906300"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407;p97">
              <a:extLst>
                <a:ext uri="{FF2B5EF4-FFF2-40B4-BE49-F238E27FC236}">
                  <a16:creationId xmlns:a16="http://schemas.microsoft.com/office/drawing/2014/main" id="{403A4448-3A5A-00DA-716E-AB696522EF5D}"/>
                </a:ext>
              </a:extLst>
            </p:cNvPr>
            <p:cNvSpPr/>
            <p:nvPr/>
          </p:nvSpPr>
          <p:spPr>
            <a:xfrm>
              <a:off x="3795035" y="4655290"/>
              <a:ext cx="721912" cy="360865"/>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408;p97">
              <a:extLst>
                <a:ext uri="{FF2B5EF4-FFF2-40B4-BE49-F238E27FC236}">
                  <a16:creationId xmlns:a16="http://schemas.microsoft.com/office/drawing/2014/main" id="{53F51D43-48F7-5F26-0EBC-3968E5BF2EDC}"/>
                </a:ext>
              </a:extLst>
            </p:cNvPr>
            <p:cNvSpPr/>
            <p:nvPr/>
          </p:nvSpPr>
          <p:spPr>
            <a:xfrm>
              <a:off x="3133137" y="4294338"/>
              <a:ext cx="721729" cy="360865"/>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409;p97">
              <a:extLst>
                <a:ext uri="{FF2B5EF4-FFF2-40B4-BE49-F238E27FC236}">
                  <a16:creationId xmlns:a16="http://schemas.microsoft.com/office/drawing/2014/main" id="{848145CC-14BC-CC24-93BC-72E4BC5A8CA6}"/>
                </a:ext>
              </a:extLst>
            </p:cNvPr>
            <p:cNvSpPr/>
            <p:nvPr/>
          </p:nvSpPr>
          <p:spPr>
            <a:xfrm>
              <a:off x="1808063" y="4294338"/>
              <a:ext cx="722460" cy="36205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410;p97">
              <a:extLst>
                <a:ext uri="{FF2B5EF4-FFF2-40B4-BE49-F238E27FC236}">
                  <a16:creationId xmlns:a16="http://schemas.microsoft.com/office/drawing/2014/main" id="{901AC4D5-2D66-9E4A-F70F-DFE428E1F0CB}"/>
                </a:ext>
              </a:extLst>
            </p:cNvPr>
            <p:cNvSpPr/>
            <p:nvPr/>
          </p:nvSpPr>
          <p:spPr>
            <a:xfrm>
              <a:off x="2470965" y="4655290"/>
              <a:ext cx="721912" cy="360865"/>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11;p97">
              <a:extLst>
                <a:ext uri="{FF2B5EF4-FFF2-40B4-BE49-F238E27FC236}">
                  <a16:creationId xmlns:a16="http://schemas.microsoft.com/office/drawing/2014/main" id="{3D314E77-FC75-46EC-2404-6B4B0B6BB448}"/>
                </a:ext>
              </a:extLst>
            </p:cNvPr>
            <p:cNvSpPr/>
            <p:nvPr/>
          </p:nvSpPr>
          <p:spPr>
            <a:xfrm>
              <a:off x="4456385" y="4294338"/>
              <a:ext cx="722460" cy="36205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412;p97">
              <a:extLst>
                <a:ext uri="{FF2B5EF4-FFF2-40B4-BE49-F238E27FC236}">
                  <a16:creationId xmlns:a16="http://schemas.microsoft.com/office/drawing/2014/main" id="{FF4A11A6-6884-D21E-E5E5-BF1F5DF2B476}"/>
                </a:ext>
              </a:extLst>
            </p:cNvPr>
            <p:cNvSpPr/>
            <p:nvPr/>
          </p:nvSpPr>
          <p:spPr>
            <a:xfrm>
              <a:off x="2568813"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413;p97">
              <a:extLst>
                <a:ext uri="{FF2B5EF4-FFF2-40B4-BE49-F238E27FC236}">
                  <a16:creationId xmlns:a16="http://schemas.microsoft.com/office/drawing/2014/main" id="{A6D15842-518D-2E41-5071-18A8CCA81B75}"/>
                </a:ext>
              </a:extLst>
            </p:cNvPr>
            <p:cNvSpPr/>
            <p:nvPr/>
          </p:nvSpPr>
          <p:spPr>
            <a:xfrm>
              <a:off x="3231883"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414;p97">
              <a:extLst>
                <a:ext uri="{FF2B5EF4-FFF2-40B4-BE49-F238E27FC236}">
                  <a16:creationId xmlns:a16="http://schemas.microsoft.com/office/drawing/2014/main" id="{1A305098-B5CE-E23C-BA8B-EA96C815236E}"/>
                </a:ext>
              </a:extLst>
            </p:cNvPr>
            <p:cNvSpPr/>
            <p:nvPr/>
          </p:nvSpPr>
          <p:spPr>
            <a:xfrm>
              <a:off x="3894395"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415;p97">
              <a:extLst>
                <a:ext uri="{FF2B5EF4-FFF2-40B4-BE49-F238E27FC236}">
                  <a16:creationId xmlns:a16="http://schemas.microsoft.com/office/drawing/2014/main" id="{5F3BA0D5-9914-B3DE-2BF1-B7179CEAAFBA}"/>
                </a:ext>
              </a:extLst>
            </p:cNvPr>
            <p:cNvSpPr/>
            <p:nvPr/>
          </p:nvSpPr>
          <p:spPr>
            <a:xfrm>
              <a:off x="4560958"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9"/>
          <p:cNvSpPr txBox="1">
            <a:spLocks noGrp="1"/>
          </p:cNvSpPr>
          <p:nvPr>
            <p:ph type="title"/>
          </p:nvPr>
        </p:nvSpPr>
        <p:spPr>
          <a:xfrm>
            <a:off x="323778" y="173249"/>
            <a:ext cx="4896880" cy="578100"/>
          </a:xfrm>
          <a:prstGeom prst="rect">
            <a:avLst/>
          </a:prstGeom>
        </p:spPr>
        <p:txBody>
          <a:bodyPr spcFirstLastPara="1" wrap="square" lIns="91425" tIns="91425" rIns="91425" bIns="91425" anchor="t" anchorCtr="0">
            <a:noAutofit/>
          </a:bodyPr>
          <a:lstStyle/>
          <a:p>
            <a:pPr lvl="0"/>
            <a:r>
              <a:rPr lang="en-US" sz="2500" dirty="0">
                <a:latin typeface="+mj-lt"/>
              </a:rPr>
              <a:t>Model 1: Numeric Regression</a:t>
            </a:r>
            <a:endParaRPr sz="2500" dirty="0">
              <a:latin typeface="+mj-lt"/>
            </a:endParaRPr>
          </a:p>
        </p:txBody>
      </p:sp>
      <p:sp>
        <p:nvSpPr>
          <p:cNvPr id="553" name="Google Shape;553;p49"/>
          <p:cNvSpPr txBox="1">
            <a:spLocks noGrp="1"/>
          </p:cNvSpPr>
          <p:nvPr>
            <p:ph type="subTitle" idx="1"/>
          </p:nvPr>
        </p:nvSpPr>
        <p:spPr>
          <a:xfrm>
            <a:off x="377710" y="1037635"/>
            <a:ext cx="4359730" cy="410100"/>
          </a:xfrm>
          <a:prstGeom prst="rect">
            <a:avLst/>
          </a:prstGeom>
        </p:spPr>
        <p:txBody>
          <a:bodyPr spcFirstLastPara="1" wrap="square" lIns="91425" tIns="91425" rIns="91425" bIns="91425" anchor="b" anchorCtr="0">
            <a:noAutofit/>
          </a:bodyPr>
          <a:lstStyle/>
          <a:p>
            <a:pPr marL="0" lvl="0" indent="0"/>
            <a:r>
              <a:rPr lang="en" sz="1400" dirty="0">
                <a:latin typeface="+mj-lt"/>
              </a:rPr>
              <a:t>Model: </a:t>
            </a:r>
            <a:r>
              <a:rPr lang="en-US" sz="1400" b="0" dirty="0">
                <a:solidFill>
                  <a:schemeClr val="tx1"/>
                </a:solidFill>
                <a:latin typeface="+mj-lt"/>
              </a:rPr>
              <a:t>PRICE(K$) ~ Mileage + Model Year + Age of Car + Rating</a:t>
            </a:r>
            <a:r>
              <a:rPr lang="en" sz="1400" b="0" dirty="0">
                <a:solidFill>
                  <a:schemeClr val="tx1"/>
                </a:solidFill>
                <a:latin typeface="+mj-lt"/>
              </a:rPr>
              <a:t> </a:t>
            </a:r>
            <a:endParaRPr sz="1400" b="0" dirty="0">
              <a:solidFill>
                <a:schemeClr val="tx1"/>
              </a:solidFill>
              <a:latin typeface="+mj-lt"/>
            </a:endParaRPr>
          </a:p>
        </p:txBody>
      </p:sp>
      <p:sp>
        <p:nvSpPr>
          <p:cNvPr id="554" name="Google Shape;554;p49"/>
          <p:cNvSpPr txBox="1">
            <a:spLocks noGrp="1"/>
          </p:cNvSpPr>
          <p:nvPr>
            <p:ph type="subTitle" idx="2"/>
          </p:nvPr>
        </p:nvSpPr>
        <p:spPr>
          <a:xfrm>
            <a:off x="5160995" y="1242685"/>
            <a:ext cx="3695601" cy="2429082"/>
          </a:xfrm>
          <a:prstGeom prst="rect">
            <a:avLst/>
          </a:prstGeom>
        </p:spPr>
        <p:txBody>
          <a:bodyPr spcFirstLastPara="1" wrap="square" lIns="91425" tIns="91425" rIns="91425" bIns="91425" anchor="t" anchorCtr="0">
            <a:noAutofit/>
          </a:bodyPr>
          <a:lstStyle/>
          <a:p>
            <a:pPr marL="0" lvl="0" indent="0"/>
            <a:r>
              <a:rPr lang="en-US" b="1" dirty="0">
                <a:solidFill>
                  <a:schemeClr val="tx2"/>
                </a:solidFill>
                <a:latin typeface="+mj-lt"/>
              </a:rPr>
              <a:t>Interpretation: </a:t>
            </a:r>
            <a:r>
              <a:rPr lang="en-US" dirty="0">
                <a:latin typeface="+mj-lt"/>
              </a:rPr>
              <a:t>Model 1 used only numeric features and explained about 13% of price variation, capturing only part of the story. Mileage lowered price, while newer model years and higher ratings increased it, and some older cars sold for more due to collectability. While these basic characteristics matter, the low explanatory power shows that important market factors are missing, motivating the expanded Model 2</a:t>
            </a:r>
            <a:endParaRPr b="1" dirty="0">
              <a:solidFill>
                <a:schemeClr val="tx2"/>
              </a:solidFill>
              <a:latin typeface="+mj-lt"/>
            </a:endParaRPr>
          </a:p>
        </p:txBody>
      </p:sp>
      <p:grpSp>
        <p:nvGrpSpPr>
          <p:cNvPr id="559" name="Google Shape;559;p49"/>
          <p:cNvGrpSpPr/>
          <p:nvPr/>
        </p:nvGrpSpPr>
        <p:grpSpPr>
          <a:xfrm>
            <a:off x="353665" y="4118753"/>
            <a:ext cx="537490" cy="362065"/>
            <a:chOff x="3990890" y="3430078"/>
            <a:chExt cx="383976" cy="258655"/>
          </a:xfrm>
        </p:grpSpPr>
        <p:sp>
          <p:nvSpPr>
            <p:cNvPr id="560" name="Google Shape;560;p49"/>
            <p:cNvSpPr/>
            <p:nvPr/>
          </p:nvSpPr>
          <p:spPr>
            <a:xfrm>
              <a:off x="4047568" y="3553791"/>
              <a:ext cx="33551" cy="22390"/>
            </a:xfrm>
            <a:custGeom>
              <a:avLst/>
              <a:gdLst/>
              <a:ahLst/>
              <a:cxnLst/>
              <a:rect l="l" t="t" r="r" b="b"/>
              <a:pathLst>
                <a:path w="1001" h="668" extrusionOk="0">
                  <a:moveTo>
                    <a:pt x="0" y="1"/>
                  </a:moveTo>
                  <a:lnTo>
                    <a:pt x="0" y="668"/>
                  </a:lnTo>
                  <a:lnTo>
                    <a:pt x="1001" y="668"/>
                  </a:lnTo>
                  <a:lnTo>
                    <a:pt x="10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9"/>
            <p:cNvSpPr/>
            <p:nvPr/>
          </p:nvSpPr>
          <p:spPr>
            <a:xfrm>
              <a:off x="4103442" y="3553791"/>
              <a:ext cx="69482" cy="22390"/>
            </a:xfrm>
            <a:custGeom>
              <a:avLst/>
              <a:gdLst/>
              <a:ahLst/>
              <a:cxnLst/>
              <a:rect l="l" t="t" r="r" b="b"/>
              <a:pathLst>
                <a:path w="2073" h="668" extrusionOk="0">
                  <a:moveTo>
                    <a:pt x="0" y="1"/>
                  </a:moveTo>
                  <a:lnTo>
                    <a:pt x="0" y="668"/>
                  </a:lnTo>
                  <a:lnTo>
                    <a:pt x="2072" y="668"/>
                  </a:lnTo>
                  <a:lnTo>
                    <a:pt x="20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9"/>
            <p:cNvSpPr/>
            <p:nvPr/>
          </p:nvSpPr>
          <p:spPr>
            <a:xfrm>
              <a:off x="4195247" y="3553791"/>
              <a:ext cx="33551" cy="22390"/>
            </a:xfrm>
            <a:custGeom>
              <a:avLst/>
              <a:gdLst/>
              <a:ahLst/>
              <a:cxnLst/>
              <a:rect l="l" t="t" r="r" b="b"/>
              <a:pathLst>
                <a:path w="1001" h="668" extrusionOk="0">
                  <a:moveTo>
                    <a:pt x="0" y="1"/>
                  </a:moveTo>
                  <a:lnTo>
                    <a:pt x="0" y="668"/>
                  </a:lnTo>
                  <a:lnTo>
                    <a:pt x="1000" y="668"/>
                  </a:lnTo>
                  <a:lnTo>
                    <a:pt x="10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9"/>
            <p:cNvSpPr/>
            <p:nvPr/>
          </p:nvSpPr>
          <p:spPr>
            <a:xfrm>
              <a:off x="4251120" y="3553791"/>
              <a:ext cx="34355" cy="22390"/>
            </a:xfrm>
            <a:custGeom>
              <a:avLst/>
              <a:gdLst/>
              <a:ahLst/>
              <a:cxnLst/>
              <a:rect l="l" t="t" r="r" b="b"/>
              <a:pathLst>
                <a:path w="1025" h="668" extrusionOk="0">
                  <a:moveTo>
                    <a:pt x="0" y="1"/>
                  </a:moveTo>
                  <a:lnTo>
                    <a:pt x="0" y="668"/>
                  </a:lnTo>
                  <a:lnTo>
                    <a:pt x="1024" y="668"/>
                  </a:lnTo>
                  <a:lnTo>
                    <a:pt x="102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9"/>
            <p:cNvSpPr/>
            <p:nvPr/>
          </p:nvSpPr>
          <p:spPr>
            <a:xfrm>
              <a:off x="3990890" y="3598503"/>
              <a:ext cx="294585" cy="23194"/>
            </a:xfrm>
            <a:custGeom>
              <a:avLst/>
              <a:gdLst/>
              <a:ahLst/>
              <a:cxnLst/>
              <a:rect l="l" t="t" r="r" b="b"/>
              <a:pathLst>
                <a:path w="8789" h="692" extrusionOk="0">
                  <a:moveTo>
                    <a:pt x="1" y="1"/>
                  </a:moveTo>
                  <a:lnTo>
                    <a:pt x="1" y="691"/>
                  </a:lnTo>
                  <a:lnTo>
                    <a:pt x="8788" y="691"/>
                  </a:lnTo>
                  <a:lnTo>
                    <a:pt x="878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49"/>
            <p:cNvSpPr/>
            <p:nvPr/>
          </p:nvSpPr>
          <p:spPr>
            <a:xfrm>
              <a:off x="4217569" y="3644020"/>
              <a:ext cx="67906" cy="44712"/>
            </a:xfrm>
            <a:custGeom>
              <a:avLst/>
              <a:gdLst/>
              <a:ahLst/>
              <a:cxnLst/>
              <a:rect l="l" t="t" r="r" b="b"/>
              <a:pathLst>
                <a:path w="2026" h="1334" extrusionOk="0">
                  <a:moveTo>
                    <a:pt x="1" y="0"/>
                  </a:moveTo>
                  <a:lnTo>
                    <a:pt x="1" y="1334"/>
                  </a:lnTo>
                  <a:lnTo>
                    <a:pt x="2025" y="1334"/>
                  </a:lnTo>
                  <a:lnTo>
                    <a:pt x="20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9"/>
            <p:cNvSpPr/>
            <p:nvPr/>
          </p:nvSpPr>
          <p:spPr>
            <a:xfrm>
              <a:off x="3990890" y="3644020"/>
              <a:ext cx="67873" cy="44712"/>
            </a:xfrm>
            <a:custGeom>
              <a:avLst/>
              <a:gdLst/>
              <a:ahLst/>
              <a:cxnLst/>
              <a:rect l="l" t="t" r="r" b="b"/>
              <a:pathLst>
                <a:path w="2025" h="1334" extrusionOk="0">
                  <a:moveTo>
                    <a:pt x="1" y="0"/>
                  </a:moveTo>
                  <a:lnTo>
                    <a:pt x="1" y="1334"/>
                  </a:lnTo>
                  <a:lnTo>
                    <a:pt x="2025" y="1334"/>
                  </a:lnTo>
                  <a:lnTo>
                    <a:pt x="202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9"/>
            <p:cNvSpPr/>
            <p:nvPr/>
          </p:nvSpPr>
          <p:spPr>
            <a:xfrm>
              <a:off x="3990890" y="3553791"/>
              <a:ext cx="34355" cy="22390"/>
            </a:xfrm>
            <a:custGeom>
              <a:avLst/>
              <a:gdLst/>
              <a:ahLst/>
              <a:cxnLst/>
              <a:rect l="l" t="t" r="r" b="b"/>
              <a:pathLst>
                <a:path w="1025" h="668" extrusionOk="0">
                  <a:moveTo>
                    <a:pt x="1" y="1"/>
                  </a:moveTo>
                  <a:lnTo>
                    <a:pt x="1" y="668"/>
                  </a:lnTo>
                  <a:lnTo>
                    <a:pt x="1025" y="668"/>
                  </a:lnTo>
                  <a:lnTo>
                    <a:pt x="10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9"/>
            <p:cNvSpPr/>
            <p:nvPr/>
          </p:nvSpPr>
          <p:spPr>
            <a:xfrm>
              <a:off x="3995683" y="3430078"/>
              <a:ext cx="284195" cy="100620"/>
            </a:xfrm>
            <a:custGeom>
              <a:avLst/>
              <a:gdLst/>
              <a:ahLst/>
              <a:cxnLst/>
              <a:rect l="l" t="t" r="r" b="b"/>
              <a:pathLst>
                <a:path w="8479" h="3002" extrusionOk="0">
                  <a:moveTo>
                    <a:pt x="2525" y="1"/>
                  </a:moveTo>
                  <a:cubicBezTo>
                    <a:pt x="2048" y="1"/>
                    <a:pt x="1596" y="263"/>
                    <a:pt x="1358" y="668"/>
                  </a:cubicBezTo>
                  <a:lnTo>
                    <a:pt x="0" y="3001"/>
                  </a:lnTo>
                  <a:lnTo>
                    <a:pt x="8478" y="3001"/>
                  </a:lnTo>
                  <a:lnTo>
                    <a:pt x="7145" y="668"/>
                  </a:lnTo>
                  <a:cubicBezTo>
                    <a:pt x="6907" y="263"/>
                    <a:pt x="6454" y="1"/>
                    <a:pt x="59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49"/>
            <p:cNvSpPr/>
            <p:nvPr/>
          </p:nvSpPr>
          <p:spPr>
            <a:xfrm>
              <a:off x="4307765" y="3463595"/>
              <a:ext cx="67102" cy="202781"/>
            </a:xfrm>
            <a:custGeom>
              <a:avLst/>
              <a:gdLst/>
              <a:ahLst/>
              <a:cxnLst/>
              <a:rect l="l" t="t" r="r" b="b"/>
              <a:pathLst>
                <a:path w="2002" h="6050" extrusionOk="0">
                  <a:moveTo>
                    <a:pt x="2001" y="1"/>
                  </a:moveTo>
                  <a:lnTo>
                    <a:pt x="1" y="2359"/>
                  </a:lnTo>
                  <a:lnTo>
                    <a:pt x="1" y="3692"/>
                  </a:lnTo>
                  <a:lnTo>
                    <a:pt x="2001" y="6050"/>
                  </a:lnTo>
                  <a:lnTo>
                    <a:pt x="20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0" name="Google Shape;570;p49"/>
          <p:cNvGrpSpPr/>
          <p:nvPr/>
        </p:nvGrpSpPr>
        <p:grpSpPr>
          <a:xfrm>
            <a:off x="3200110" y="4014351"/>
            <a:ext cx="495616" cy="490499"/>
            <a:chOff x="3223004" y="3396560"/>
            <a:chExt cx="389574" cy="385552"/>
          </a:xfrm>
        </p:grpSpPr>
        <p:sp>
          <p:nvSpPr>
            <p:cNvPr id="571" name="Google Shape;571;p49"/>
            <p:cNvSpPr/>
            <p:nvPr/>
          </p:nvSpPr>
          <p:spPr>
            <a:xfrm>
              <a:off x="3405004" y="3501135"/>
              <a:ext cx="98206" cy="98206"/>
            </a:xfrm>
            <a:custGeom>
              <a:avLst/>
              <a:gdLst/>
              <a:ahLst/>
              <a:cxnLst/>
              <a:rect l="l" t="t" r="r" b="b"/>
              <a:pathLst>
                <a:path w="2930" h="2930" extrusionOk="0">
                  <a:moveTo>
                    <a:pt x="953" y="0"/>
                  </a:moveTo>
                  <a:lnTo>
                    <a:pt x="1" y="953"/>
                  </a:lnTo>
                  <a:lnTo>
                    <a:pt x="1977" y="2929"/>
                  </a:lnTo>
                  <a:lnTo>
                    <a:pt x="2930" y="1977"/>
                  </a:lnTo>
                  <a:lnTo>
                    <a:pt x="9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9"/>
            <p:cNvSpPr/>
            <p:nvPr/>
          </p:nvSpPr>
          <p:spPr>
            <a:xfrm>
              <a:off x="3452097" y="3453239"/>
              <a:ext cx="98206" cy="98206"/>
            </a:xfrm>
            <a:custGeom>
              <a:avLst/>
              <a:gdLst/>
              <a:ahLst/>
              <a:cxnLst/>
              <a:rect l="l" t="t" r="r" b="b"/>
              <a:pathLst>
                <a:path w="2930" h="2930" extrusionOk="0">
                  <a:moveTo>
                    <a:pt x="953" y="0"/>
                  </a:moveTo>
                  <a:lnTo>
                    <a:pt x="1" y="953"/>
                  </a:lnTo>
                  <a:lnTo>
                    <a:pt x="1977" y="2930"/>
                  </a:lnTo>
                  <a:lnTo>
                    <a:pt x="2930" y="1977"/>
                  </a:lnTo>
                  <a:lnTo>
                    <a:pt x="9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9"/>
            <p:cNvSpPr/>
            <p:nvPr/>
          </p:nvSpPr>
          <p:spPr>
            <a:xfrm>
              <a:off x="3339545" y="3396560"/>
              <a:ext cx="273034" cy="268241"/>
            </a:xfrm>
            <a:custGeom>
              <a:avLst/>
              <a:gdLst/>
              <a:ahLst/>
              <a:cxnLst/>
              <a:rect l="l" t="t" r="r" b="b"/>
              <a:pathLst>
                <a:path w="8146" h="8003" extrusionOk="0">
                  <a:moveTo>
                    <a:pt x="4311" y="739"/>
                  </a:moveTo>
                  <a:lnTo>
                    <a:pt x="7241" y="3668"/>
                  </a:lnTo>
                  <a:lnTo>
                    <a:pt x="3930" y="7002"/>
                  </a:lnTo>
                  <a:lnTo>
                    <a:pt x="1001" y="4073"/>
                  </a:lnTo>
                  <a:lnTo>
                    <a:pt x="4311" y="739"/>
                  </a:lnTo>
                  <a:close/>
                  <a:moveTo>
                    <a:pt x="4302" y="1"/>
                  </a:moveTo>
                  <a:cubicBezTo>
                    <a:pt x="3871" y="1"/>
                    <a:pt x="3442" y="167"/>
                    <a:pt x="3121" y="501"/>
                  </a:cubicBezTo>
                  <a:lnTo>
                    <a:pt x="1" y="3644"/>
                  </a:lnTo>
                  <a:lnTo>
                    <a:pt x="1" y="5430"/>
                  </a:lnTo>
                  <a:lnTo>
                    <a:pt x="2549" y="8002"/>
                  </a:lnTo>
                  <a:lnTo>
                    <a:pt x="4335" y="8002"/>
                  </a:lnTo>
                  <a:lnTo>
                    <a:pt x="7479" y="4859"/>
                  </a:lnTo>
                  <a:cubicBezTo>
                    <a:pt x="8145" y="4192"/>
                    <a:pt x="8145" y="3120"/>
                    <a:pt x="7479" y="2477"/>
                  </a:cubicBezTo>
                  <a:lnTo>
                    <a:pt x="5502" y="501"/>
                  </a:lnTo>
                  <a:cubicBezTo>
                    <a:pt x="5169" y="167"/>
                    <a:pt x="4734" y="1"/>
                    <a:pt x="43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4" name="Google Shape;574;p49"/>
            <p:cNvSpPr/>
            <p:nvPr/>
          </p:nvSpPr>
          <p:spPr>
            <a:xfrm>
              <a:off x="3223004" y="3630446"/>
              <a:ext cx="103804" cy="135712"/>
            </a:xfrm>
            <a:custGeom>
              <a:avLst/>
              <a:gdLst/>
              <a:ahLst/>
              <a:cxnLst/>
              <a:rect l="l" t="t" r="r" b="b"/>
              <a:pathLst>
                <a:path w="3097" h="4049" extrusionOk="0">
                  <a:moveTo>
                    <a:pt x="2144" y="0"/>
                  </a:moveTo>
                  <a:lnTo>
                    <a:pt x="1" y="2143"/>
                  </a:lnTo>
                  <a:lnTo>
                    <a:pt x="1" y="4049"/>
                  </a:lnTo>
                  <a:lnTo>
                    <a:pt x="3097" y="953"/>
                  </a:lnTo>
                  <a:lnTo>
                    <a:pt x="214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9"/>
            <p:cNvSpPr/>
            <p:nvPr/>
          </p:nvSpPr>
          <p:spPr>
            <a:xfrm>
              <a:off x="3310820" y="3597699"/>
              <a:ext cx="95827" cy="95827"/>
            </a:xfrm>
            <a:custGeom>
              <a:avLst/>
              <a:gdLst/>
              <a:ahLst/>
              <a:cxnLst/>
              <a:rect l="l" t="t" r="r" b="b"/>
              <a:pathLst>
                <a:path w="2859" h="2859" extrusionOk="0">
                  <a:moveTo>
                    <a:pt x="477" y="1"/>
                  </a:moveTo>
                  <a:lnTo>
                    <a:pt x="1" y="477"/>
                  </a:lnTo>
                  <a:lnTo>
                    <a:pt x="2382" y="2859"/>
                  </a:lnTo>
                  <a:lnTo>
                    <a:pt x="2858" y="2382"/>
                  </a:lnTo>
                  <a:lnTo>
                    <a:pt x="4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9"/>
            <p:cNvSpPr/>
            <p:nvPr/>
          </p:nvSpPr>
          <p:spPr>
            <a:xfrm>
              <a:off x="3238992" y="3677538"/>
              <a:ext cx="134908" cy="104575"/>
            </a:xfrm>
            <a:custGeom>
              <a:avLst/>
              <a:gdLst/>
              <a:ahLst/>
              <a:cxnLst/>
              <a:rect l="l" t="t" r="r" b="b"/>
              <a:pathLst>
                <a:path w="4025" h="3120" extrusionOk="0">
                  <a:moveTo>
                    <a:pt x="3096" y="0"/>
                  </a:moveTo>
                  <a:lnTo>
                    <a:pt x="0" y="3120"/>
                  </a:lnTo>
                  <a:lnTo>
                    <a:pt x="1882" y="3120"/>
                  </a:lnTo>
                  <a:lnTo>
                    <a:pt x="4025" y="953"/>
                  </a:lnTo>
                  <a:lnTo>
                    <a:pt x="309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7" name="Google Shape;577;p49"/>
          <p:cNvSpPr/>
          <p:nvPr/>
        </p:nvSpPr>
        <p:spPr>
          <a:xfrm>
            <a:off x="1721027" y="4073327"/>
            <a:ext cx="537492" cy="499879"/>
          </a:xfrm>
          <a:custGeom>
            <a:avLst/>
            <a:gdLst/>
            <a:ahLst/>
            <a:cxnLst/>
            <a:rect l="l" t="t" r="r" b="b"/>
            <a:pathLst>
              <a:path w="12337" h="11473" extrusionOk="0">
                <a:moveTo>
                  <a:pt x="3586" y="7465"/>
                </a:moveTo>
                <a:cubicBezTo>
                  <a:pt x="3917" y="7465"/>
                  <a:pt x="4254" y="7591"/>
                  <a:pt x="4525" y="7870"/>
                </a:cubicBezTo>
                <a:cubicBezTo>
                  <a:pt x="5359" y="8727"/>
                  <a:pt x="4763" y="10156"/>
                  <a:pt x="3573" y="10156"/>
                </a:cubicBezTo>
                <a:cubicBezTo>
                  <a:pt x="2834" y="10156"/>
                  <a:pt x="2239" y="9560"/>
                  <a:pt x="2239" y="8822"/>
                </a:cubicBezTo>
                <a:cubicBezTo>
                  <a:pt x="2239" y="8003"/>
                  <a:pt x="2900" y="7465"/>
                  <a:pt x="3586" y="7465"/>
                </a:cubicBezTo>
                <a:close/>
                <a:moveTo>
                  <a:pt x="9668" y="0"/>
                </a:moveTo>
                <a:cubicBezTo>
                  <a:pt x="8262" y="0"/>
                  <a:pt x="6978" y="1125"/>
                  <a:pt x="6978" y="2702"/>
                </a:cubicBezTo>
                <a:lnTo>
                  <a:pt x="6978" y="3488"/>
                </a:lnTo>
                <a:lnTo>
                  <a:pt x="4382" y="6107"/>
                </a:lnTo>
                <a:lnTo>
                  <a:pt x="3573" y="6107"/>
                </a:lnTo>
                <a:cubicBezTo>
                  <a:pt x="1191" y="6107"/>
                  <a:pt x="1" y="8989"/>
                  <a:pt x="1691" y="10680"/>
                </a:cubicBezTo>
                <a:cubicBezTo>
                  <a:pt x="2239" y="11227"/>
                  <a:pt x="2911" y="11472"/>
                  <a:pt x="3569" y="11472"/>
                </a:cubicBezTo>
                <a:cubicBezTo>
                  <a:pt x="4946" y="11472"/>
                  <a:pt x="6264" y="10401"/>
                  <a:pt x="6264" y="8774"/>
                </a:cubicBezTo>
                <a:lnTo>
                  <a:pt x="6264" y="8012"/>
                </a:lnTo>
                <a:lnTo>
                  <a:pt x="8883" y="5369"/>
                </a:lnTo>
                <a:lnTo>
                  <a:pt x="9669" y="5369"/>
                </a:lnTo>
                <a:cubicBezTo>
                  <a:pt x="11146" y="5369"/>
                  <a:pt x="12336" y="4178"/>
                  <a:pt x="12336" y="2702"/>
                </a:cubicBezTo>
                <a:cubicBezTo>
                  <a:pt x="12336" y="2249"/>
                  <a:pt x="12217" y="1797"/>
                  <a:pt x="12027" y="1416"/>
                </a:cubicBezTo>
                <a:lnTo>
                  <a:pt x="11979" y="1321"/>
                </a:lnTo>
                <a:lnTo>
                  <a:pt x="10360" y="2940"/>
                </a:lnTo>
                <a:lnTo>
                  <a:pt x="9431" y="1987"/>
                </a:lnTo>
                <a:lnTo>
                  <a:pt x="11027" y="368"/>
                </a:lnTo>
                <a:lnTo>
                  <a:pt x="10931" y="320"/>
                </a:lnTo>
                <a:cubicBezTo>
                  <a:pt x="10520" y="101"/>
                  <a:pt x="10089" y="0"/>
                  <a:pt x="96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9"/>
          <p:cNvSpPr/>
          <p:nvPr/>
        </p:nvSpPr>
        <p:spPr>
          <a:xfrm rot="10800000">
            <a:off x="1073" y="3941625"/>
            <a:ext cx="9143941" cy="416176"/>
          </a:xfrm>
          <a:custGeom>
            <a:avLst/>
            <a:gdLst/>
            <a:ahLst/>
            <a:cxnLst/>
            <a:rect l="l" t="t" r="r" b="b"/>
            <a:pathLst>
              <a:path w="52272" h="2379" fill="none" extrusionOk="0">
                <a:moveTo>
                  <a:pt x="0" y="1"/>
                </a:moveTo>
                <a:lnTo>
                  <a:pt x="23309" y="1"/>
                </a:lnTo>
                <a:lnTo>
                  <a:pt x="25683" y="2378"/>
                </a:lnTo>
                <a:lnTo>
                  <a:pt x="52272" y="237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53;p49">
            <a:extLst>
              <a:ext uri="{FF2B5EF4-FFF2-40B4-BE49-F238E27FC236}">
                <a16:creationId xmlns:a16="http://schemas.microsoft.com/office/drawing/2014/main" id="{2BFF2A68-969E-19D6-C30B-92D1B0663E8C}"/>
              </a:ext>
            </a:extLst>
          </p:cNvPr>
          <p:cNvSpPr txBox="1">
            <a:spLocks/>
          </p:cNvSpPr>
          <p:nvPr/>
        </p:nvSpPr>
        <p:spPr>
          <a:xfrm>
            <a:off x="401169" y="3570432"/>
            <a:ext cx="4359730" cy="410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mbay"/>
              <a:buNone/>
              <a:defRPr sz="2200" b="1" i="0" u="none" strike="noStrike" cap="none">
                <a:solidFill>
                  <a:schemeClr val="lt2"/>
                </a:solidFill>
                <a:latin typeface="Cambay"/>
                <a:ea typeface="Cambay"/>
                <a:cs typeface="Cambay"/>
                <a:sym typeface="Cambay"/>
              </a:defRPr>
            </a:lvl1pPr>
            <a:lvl2pPr marL="914400" marR="0" lvl="1"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2pPr>
            <a:lvl3pPr marL="1371600" marR="0" lvl="2"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3pPr>
            <a:lvl4pPr marL="1828800" marR="0" lvl="3"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4pPr>
            <a:lvl5pPr marL="2286000" marR="0" lvl="4"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5pPr>
            <a:lvl6pPr marL="2743200" marR="0" lvl="5"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6pPr>
            <a:lvl7pPr marL="3200400" marR="0" lvl="6"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7pPr>
            <a:lvl8pPr marL="3657600" marR="0" lvl="7"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8pPr>
            <a:lvl9pPr marL="4114800" marR="0" lvl="8"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9pPr>
          </a:lstStyle>
          <a:p>
            <a:pPr marL="0" lvl="0" indent="0" eaLnBrk="0" fontAlgn="base" hangingPunct="0">
              <a:spcBef>
                <a:spcPct val="0"/>
              </a:spcBef>
              <a:spcAft>
                <a:spcPct val="0"/>
              </a:spcAft>
              <a:buClrTx/>
              <a:buSzTx/>
            </a:pPr>
            <a:r>
              <a:rPr lang="en-US" sz="1400" dirty="0">
                <a:latin typeface="+mj-lt"/>
              </a:rPr>
              <a:t>Results: </a:t>
            </a:r>
            <a:endParaRPr lang="en-US" altLang="en-US" sz="1400" dirty="0">
              <a:solidFill>
                <a:schemeClr val="tx1"/>
              </a:solidFill>
              <a:latin typeface="+mj-lt"/>
            </a:endParaRPr>
          </a:p>
          <a:p>
            <a:pPr marL="0" lvl="0" indent="0" eaLnBrk="0" fontAlgn="base" hangingPunct="0">
              <a:spcBef>
                <a:spcPct val="0"/>
              </a:spcBef>
              <a:spcAft>
                <a:spcPct val="0"/>
              </a:spcAft>
              <a:buClrTx/>
              <a:buSzTx/>
            </a:pPr>
            <a:r>
              <a:rPr lang="en-US" altLang="en-US" sz="1400" dirty="0">
                <a:solidFill>
                  <a:schemeClr val="tx1"/>
                </a:solidFill>
                <a:latin typeface="Arial" panose="020B0604020202020204" pitchFamily="34" charset="0"/>
              </a:rPr>
              <a:t>Mileage:</a:t>
            </a:r>
            <a:r>
              <a:rPr lang="en-US" altLang="en-US" sz="1400" b="0" dirty="0">
                <a:solidFill>
                  <a:schemeClr val="tx1"/>
                </a:solidFill>
                <a:latin typeface="Arial" panose="020B0604020202020204" pitchFamily="34" charset="0"/>
              </a:rPr>
              <a:t> Strong negative effect on price</a:t>
            </a:r>
          </a:p>
          <a:p>
            <a:pPr marL="0" lvl="0" indent="0" eaLnBrk="0" fontAlgn="base" hangingPunct="0">
              <a:spcBef>
                <a:spcPct val="0"/>
              </a:spcBef>
              <a:spcAft>
                <a:spcPct val="0"/>
              </a:spcAft>
              <a:buClrTx/>
              <a:buSzTx/>
            </a:pPr>
            <a:r>
              <a:rPr lang="en-US" altLang="en-US" sz="1400" dirty="0">
                <a:solidFill>
                  <a:schemeClr val="tx1"/>
                </a:solidFill>
                <a:latin typeface="Arial" panose="020B0604020202020204" pitchFamily="34" charset="0"/>
              </a:rPr>
              <a:t>Model Year:</a:t>
            </a:r>
            <a:r>
              <a:rPr lang="en-US" altLang="en-US" sz="1400" b="0" dirty="0">
                <a:solidFill>
                  <a:schemeClr val="tx1"/>
                </a:solidFill>
                <a:latin typeface="Arial" panose="020B0604020202020204" pitchFamily="34" charset="0"/>
              </a:rPr>
              <a:t> Positive and highly significant</a:t>
            </a:r>
          </a:p>
          <a:p>
            <a:pPr marL="0" lvl="0" indent="0" eaLnBrk="0" fontAlgn="base" hangingPunct="0">
              <a:spcBef>
                <a:spcPct val="0"/>
              </a:spcBef>
              <a:spcAft>
                <a:spcPct val="0"/>
              </a:spcAft>
              <a:buClrTx/>
              <a:buSzTx/>
            </a:pPr>
            <a:r>
              <a:rPr lang="en-US" altLang="en-US" sz="1400" dirty="0">
                <a:solidFill>
                  <a:schemeClr val="tx1"/>
                </a:solidFill>
                <a:latin typeface="Arial" panose="020B0604020202020204" pitchFamily="34" charset="0"/>
              </a:rPr>
              <a:t>Age:</a:t>
            </a:r>
            <a:r>
              <a:rPr lang="en-US" altLang="en-US" sz="1400" b="0" dirty="0">
                <a:solidFill>
                  <a:schemeClr val="tx1"/>
                </a:solidFill>
                <a:latin typeface="Arial" panose="020B0604020202020204" pitchFamily="34" charset="0"/>
              </a:rPr>
              <a:t> Negative effect independent of mileage</a:t>
            </a:r>
          </a:p>
          <a:p>
            <a:pPr marL="0" lvl="0" indent="0" eaLnBrk="0" fontAlgn="base" hangingPunct="0">
              <a:spcBef>
                <a:spcPct val="0"/>
              </a:spcBef>
              <a:spcAft>
                <a:spcPct val="0"/>
              </a:spcAft>
              <a:buClrTx/>
              <a:buSzTx/>
            </a:pPr>
            <a:r>
              <a:rPr lang="en-US" altLang="en-US" sz="1400" dirty="0">
                <a:solidFill>
                  <a:schemeClr val="tx1"/>
                </a:solidFill>
                <a:latin typeface="Arial" panose="020B0604020202020204" pitchFamily="34" charset="0"/>
              </a:rPr>
              <a:t>R-squared:</a:t>
            </a:r>
            <a:r>
              <a:rPr lang="en-US" altLang="en-US" sz="1400" b="0" dirty="0">
                <a:solidFill>
                  <a:schemeClr val="tx1"/>
                </a:solidFill>
                <a:latin typeface="Arial" panose="020B0604020202020204" pitchFamily="34" charset="0"/>
              </a:rPr>
              <a:t> </a:t>
            </a:r>
            <a:r>
              <a:rPr lang="en-US" altLang="en-US" sz="1400" dirty="0">
                <a:solidFill>
                  <a:schemeClr val="tx1"/>
                </a:solidFill>
                <a:latin typeface="Arial" panose="020B0604020202020204" pitchFamily="34" charset="0"/>
              </a:rPr>
              <a:t>0.131</a:t>
            </a:r>
          </a:p>
          <a:p>
            <a:pPr marL="0" indent="0"/>
            <a:endParaRPr lang="en-US" sz="1400" b="0" dirty="0">
              <a:solidFill>
                <a:schemeClr val="tx1"/>
              </a:solidFill>
              <a:latin typeface="+mj-lt"/>
            </a:endParaRPr>
          </a:p>
        </p:txBody>
      </p:sp>
      <p:grpSp>
        <p:nvGrpSpPr>
          <p:cNvPr id="15" name="Google Shape;1993;p95">
            <a:extLst>
              <a:ext uri="{FF2B5EF4-FFF2-40B4-BE49-F238E27FC236}">
                <a16:creationId xmlns:a16="http://schemas.microsoft.com/office/drawing/2014/main" id="{EBDF75A6-D1F3-D749-D0EC-A8AFF09536FE}"/>
              </a:ext>
            </a:extLst>
          </p:cNvPr>
          <p:cNvGrpSpPr/>
          <p:nvPr/>
        </p:nvGrpSpPr>
        <p:grpSpPr>
          <a:xfrm>
            <a:off x="5396177" y="140815"/>
            <a:ext cx="1970333" cy="208784"/>
            <a:chOff x="6336019" y="3733725"/>
            <a:chExt cx="2566206" cy="351310"/>
          </a:xfrm>
        </p:grpSpPr>
        <p:sp>
          <p:nvSpPr>
            <p:cNvPr id="16" name="Google Shape;1994;p95">
              <a:extLst>
                <a:ext uri="{FF2B5EF4-FFF2-40B4-BE49-F238E27FC236}">
                  <a16:creationId xmlns:a16="http://schemas.microsoft.com/office/drawing/2014/main" id="{18426DAC-1547-C1FE-64D4-E55F50CDC524}"/>
                </a:ext>
              </a:extLst>
            </p:cNvPr>
            <p:cNvSpPr/>
            <p:nvPr/>
          </p:nvSpPr>
          <p:spPr>
            <a:xfrm>
              <a:off x="6336019" y="3733735"/>
              <a:ext cx="1881300" cy="351300"/>
            </a:xfrm>
            <a:prstGeom prst="homePlate">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995;p95">
              <a:extLst>
                <a:ext uri="{FF2B5EF4-FFF2-40B4-BE49-F238E27FC236}">
                  <a16:creationId xmlns:a16="http://schemas.microsoft.com/office/drawing/2014/main" id="{F1BC8CD9-CAC7-40A6-F37B-9F5EAF673F99}"/>
                </a:ext>
              </a:extLst>
            </p:cNvPr>
            <p:cNvSpPr/>
            <p:nvPr/>
          </p:nvSpPr>
          <p:spPr>
            <a:xfrm>
              <a:off x="80985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996;p95">
              <a:extLst>
                <a:ext uri="{FF2B5EF4-FFF2-40B4-BE49-F238E27FC236}">
                  <a16:creationId xmlns:a16="http://schemas.microsoft.com/office/drawing/2014/main" id="{A2FADCA0-E0E8-CB19-2A39-4FFC0FC14833}"/>
                </a:ext>
              </a:extLst>
            </p:cNvPr>
            <p:cNvSpPr/>
            <p:nvPr/>
          </p:nvSpPr>
          <p:spPr>
            <a:xfrm>
              <a:off x="83271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97;p95">
              <a:extLst>
                <a:ext uri="{FF2B5EF4-FFF2-40B4-BE49-F238E27FC236}">
                  <a16:creationId xmlns:a16="http://schemas.microsoft.com/office/drawing/2014/main" id="{010A464C-8758-22B3-F25B-60E48392ED4E}"/>
                </a:ext>
              </a:extLst>
            </p:cNvPr>
            <p:cNvSpPr/>
            <p:nvPr/>
          </p:nvSpPr>
          <p:spPr>
            <a:xfrm>
              <a:off x="85557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553;p49">
            <a:extLst>
              <a:ext uri="{FF2B5EF4-FFF2-40B4-BE49-F238E27FC236}">
                <a16:creationId xmlns:a16="http://schemas.microsoft.com/office/drawing/2014/main" id="{B502B3E2-57AD-5D2E-C709-A59C68E999C6}"/>
              </a:ext>
            </a:extLst>
          </p:cNvPr>
          <p:cNvSpPr txBox="1">
            <a:spLocks/>
          </p:cNvSpPr>
          <p:nvPr/>
        </p:nvSpPr>
        <p:spPr>
          <a:xfrm>
            <a:off x="377710" y="2118437"/>
            <a:ext cx="4639634" cy="578099"/>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Cambay"/>
              <a:buNone/>
              <a:defRPr sz="2200" b="1" i="0" u="none" strike="noStrike" cap="none">
                <a:solidFill>
                  <a:schemeClr val="lt2"/>
                </a:solidFill>
                <a:latin typeface="Cambay"/>
                <a:ea typeface="Cambay"/>
                <a:cs typeface="Cambay"/>
                <a:sym typeface="Cambay"/>
              </a:defRPr>
            </a:lvl1pPr>
            <a:lvl2pPr marL="914400" marR="0" lvl="1"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2pPr>
            <a:lvl3pPr marL="1371600" marR="0" lvl="2"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3pPr>
            <a:lvl4pPr marL="1828800" marR="0" lvl="3"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4pPr>
            <a:lvl5pPr marL="2286000" marR="0" lvl="4"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5pPr>
            <a:lvl6pPr marL="2743200" marR="0" lvl="5"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6pPr>
            <a:lvl7pPr marL="3200400" marR="0" lvl="6"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7pPr>
            <a:lvl8pPr marL="3657600" marR="0" lvl="7"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8pPr>
            <a:lvl9pPr marL="4114800" marR="0" lvl="8" indent="-317500" algn="l" rtl="0">
              <a:lnSpc>
                <a:spcPct val="100000"/>
              </a:lnSpc>
              <a:spcBef>
                <a:spcPts val="0"/>
              </a:spcBef>
              <a:spcAft>
                <a:spcPts val="0"/>
              </a:spcAft>
              <a:buClr>
                <a:schemeClr val="dk1"/>
              </a:buClr>
              <a:buSzPts val="1400"/>
              <a:buFont typeface="Cambay"/>
              <a:buNone/>
              <a:defRPr sz="1400" b="0" i="0" u="none" strike="noStrike" cap="none">
                <a:solidFill>
                  <a:schemeClr val="dk1"/>
                </a:solidFill>
                <a:latin typeface="Cambay"/>
                <a:ea typeface="Cambay"/>
                <a:cs typeface="Cambay"/>
                <a:sym typeface="Cambay"/>
              </a:defRPr>
            </a:lvl9pPr>
          </a:lstStyle>
          <a:p>
            <a:pPr marL="0" indent="0"/>
            <a:r>
              <a:rPr lang="en-US" sz="1400" dirty="0">
                <a:solidFill>
                  <a:schemeClr val="tx2"/>
                </a:solidFill>
                <a:latin typeface="+mj-lt"/>
              </a:rPr>
              <a:t>Equation:</a:t>
            </a:r>
            <a:r>
              <a:rPr lang="en-US" sz="1400" b="0" dirty="0">
                <a:solidFill>
                  <a:schemeClr val="tx2"/>
                </a:solidFill>
                <a:latin typeface="+mj-lt"/>
              </a:rPr>
              <a:t> </a:t>
            </a:r>
          </a:p>
          <a:p>
            <a:pPr marL="0" indent="0"/>
            <a:r>
              <a:rPr lang="en-US" sz="1400" b="0" dirty="0">
                <a:solidFill>
                  <a:schemeClr val="tx1"/>
                </a:solidFill>
                <a:latin typeface="+mj-lt"/>
              </a:rPr>
              <a:t>Resale Price = 0.000051512 -0.0004(Mileage) + 0.0239(Model_year) + 0.0876(Age of car) + 1.6848(Rating)</a:t>
            </a:r>
          </a:p>
          <a:p>
            <a:pPr marL="0" indent="0"/>
            <a:endParaRPr lang="en-US" sz="1400" b="0" dirty="0">
              <a:solidFill>
                <a:schemeClr val="tx2"/>
              </a:solidFill>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4"/>
          <p:cNvSpPr txBox="1">
            <a:spLocks noGrp="1"/>
          </p:cNvSpPr>
          <p:nvPr>
            <p:ph type="title"/>
          </p:nvPr>
        </p:nvSpPr>
        <p:spPr>
          <a:xfrm>
            <a:off x="4359730" y="28932"/>
            <a:ext cx="4028777" cy="578100"/>
          </a:xfrm>
          <a:prstGeom prst="rect">
            <a:avLst/>
          </a:prstGeom>
        </p:spPr>
        <p:txBody>
          <a:bodyPr spcFirstLastPara="1" wrap="square" lIns="91425" tIns="91425" rIns="91425" bIns="91425" anchor="t" anchorCtr="0">
            <a:noAutofit/>
          </a:bodyPr>
          <a:lstStyle/>
          <a:p>
            <a:pPr lvl="0">
              <a:buSzPts val="1100"/>
            </a:pPr>
            <a:r>
              <a:rPr lang="en-US" sz="2500" dirty="0">
                <a:latin typeface="+mj-lt"/>
              </a:rPr>
              <a:t>Model 2: Full Regression</a:t>
            </a:r>
            <a:endParaRPr sz="2500" dirty="0">
              <a:latin typeface="+mj-lt"/>
            </a:endParaRPr>
          </a:p>
        </p:txBody>
      </p:sp>
      <p:sp>
        <p:nvSpPr>
          <p:cNvPr id="10" name="Google Shape;553;p49">
            <a:extLst>
              <a:ext uri="{FF2B5EF4-FFF2-40B4-BE49-F238E27FC236}">
                <a16:creationId xmlns:a16="http://schemas.microsoft.com/office/drawing/2014/main" id="{A647EFF6-1E37-97B7-4920-0B40FD864344}"/>
              </a:ext>
            </a:extLst>
          </p:cNvPr>
          <p:cNvSpPr txBox="1">
            <a:spLocks/>
          </p:cNvSpPr>
          <p:nvPr/>
        </p:nvSpPr>
        <p:spPr>
          <a:xfrm>
            <a:off x="106135" y="673314"/>
            <a:ext cx="4359730" cy="4101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chemeClr val="tx2"/>
                </a:solidFill>
              </a:rPr>
              <a:t>Variables Added:</a:t>
            </a:r>
          </a:p>
          <a:p>
            <a:r>
              <a:rPr lang="en-US" dirty="0">
                <a:solidFill>
                  <a:schemeClr val="tx1"/>
                </a:solidFill>
              </a:rPr>
              <a:t>Brand, region, car type, stock type, make origin</a:t>
            </a:r>
            <a:endParaRPr lang="en-US" dirty="0">
              <a:solidFill>
                <a:schemeClr val="tx1"/>
              </a:solidFill>
              <a:latin typeface="+mj-lt"/>
            </a:endParaRPr>
          </a:p>
        </p:txBody>
      </p:sp>
      <p:sp>
        <p:nvSpPr>
          <p:cNvPr id="11" name="Google Shape;553;p49">
            <a:extLst>
              <a:ext uri="{FF2B5EF4-FFF2-40B4-BE49-F238E27FC236}">
                <a16:creationId xmlns:a16="http://schemas.microsoft.com/office/drawing/2014/main" id="{9D03A8FB-06DD-135C-9F43-0EB5E4F4E157}"/>
              </a:ext>
            </a:extLst>
          </p:cNvPr>
          <p:cNvSpPr txBox="1">
            <a:spLocks/>
          </p:cNvSpPr>
          <p:nvPr/>
        </p:nvSpPr>
        <p:spPr>
          <a:xfrm>
            <a:off x="92753" y="3070392"/>
            <a:ext cx="4359730" cy="2163021"/>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eaLnBrk="0" fontAlgn="base" hangingPunct="0">
              <a:spcBef>
                <a:spcPct val="0"/>
              </a:spcBef>
              <a:spcAft>
                <a:spcPct val="0"/>
              </a:spcAft>
              <a:buClrTx/>
            </a:pPr>
            <a:r>
              <a:rPr lang="en-US" b="1" dirty="0">
                <a:solidFill>
                  <a:schemeClr val="tx2"/>
                </a:solidFill>
              </a:rPr>
              <a:t>Results: </a:t>
            </a:r>
          </a:p>
          <a:p>
            <a:pPr lvl="0" eaLnBrk="0" fontAlgn="base" hangingPunct="0">
              <a:spcBef>
                <a:spcPct val="0"/>
              </a:spcBef>
              <a:spcAft>
                <a:spcPct val="0"/>
              </a:spcAft>
              <a:buClrTx/>
            </a:pPr>
            <a:r>
              <a:rPr lang="en-US" altLang="en-US" dirty="0">
                <a:solidFill>
                  <a:schemeClr val="tx1"/>
                </a:solidFill>
                <a:latin typeface="Arial" panose="020B0604020202020204" pitchFamily="34" charset="0"/>
              </a:rPr>
              <a:t>Adjusted R² increases to </a:t>
            </a:r>
            <a:r>
              <a:rPr lang="en-US" altLang="en-US" b="1" dirty="0">
                <a:solidFill>
                  <a:schemeClr val="tx1"/>
                </a:solidFill>
                <a:latin typeface="Arial" panose="020B0604020202020204" pitchFamily="34" charset="0"/>
              </a:rPr>
              <a:t>0.633</a:t>
            </a:r>
            <a:r>
              <a:rPr lang="en-US" altLang="en-US" dirty="0">
                <a:solidFill>
                  <a:schemeClr val="tx1"/>
                </a:solidFill>
                <a:latin typeface="Arial" panose="020B0604020202020204" pitchFamily="34" charset="0"/>
              </a:rPr>
              <a:t> (large improvement over Model 1)</a:t>
            </a:r>
          </a:p>
          <a:p>
            <a:pPr lvl="0" eaLnBrk="0" fontAlgn="base" hangingPunct="0">
              <a:spcBef>
                <a:spcPct val="0"/>
              </a:spcBef>
              <a:spcAft>
                <a:spcPct val="0"/>
              </a:spcAft>
              <a:buClrTx/>
              <a:buFontTx/>
              <a:buChar char="•"/>
            </a:pPr>
            <a:r>
              <a:rPr lang="en-US" altLang="en-US" b="1" dirty="0">
                <a:solidFill>
                  <a:schemeClr val="tx1"/>
                </a:solidFill>
                <a:latin typeface="Arial" panose="020B0604020202020204" pitchFamily="34" charset="0"/>
              </a:rPr>
              <a:t>Make is statistically significant</a:t>
            </a:r>
            <a:r>
              <a:rPr lang="en-US" altLang="en-US" dirty="0">
                <a:solidFill>
                  <a:schemeClr val="tx1"/>
                </a:solidFill>
                <a:latin typeface="Arial" panose="020B0604020202020204" pitchFamily="34" charset="0"/>
              </a:rPr>
              <a:t>, with the largest positive price effects coming from </a:t>
            </a:r>
            <a:r>
              <a:rPr lang="en-US" altLang="en-US" b="1" dirty="0">
                <a:solidFill>
                  <a:schemeClr val="tx1"/>
                </a:solidFill>
                <a:latin typeface="Arial" panose="020B0604020202020204" pitchFamily="34" charset="0"/>
              </a:rPr>
              <a:t>luxury brands such as Ferrari, Lamborghini, and Bugatti</a:t>
            </a:r>
            <a:endParaRPr lang="en-US" altLang="en-US"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Car type (SUV, electric, hybrid, truck) significantly affects resale price</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Certified vehicles sell for more than standard used cars</a:t>
            </a:r>
          </a:p>
          <a:p>
            <a:pPr lvl="0" eaLnBrk="0" fontAlgn="base" hangingPunct="0">
              <a:spcBef>
                <a:spcPct val="0"/>
              </a:spcBef>
              <a:spcAft>
                <a:spcPct val="0"/>
              </a:spcAft>
              <a:buClrTx/>
              <a:buFontTx/>
              <a:buChar char="•"/>
            </a:pPr>
            <a:r>
              <a:rPr lang="en-US" altLang="en-US" dirty="0">
                <a:solidFill>
                  <a:schemeClr val="tx1"/>
                </a:solidFill>
                <a:latin typeface="Arial" panose="020B0604020202020204" pitchFamily="34" charset="0"/>
              </a:rPr>
              <a:t>Region shows noticeable price differences across markets</a:t>
            </a:r>
          </a:p>
          <a:p>
            <a:pPr lvl="0" eaLnBrk="0" fontAlgn="base" hangingPunct="0">
              <a:spcBef>
                <a:spcPct val="0"/>
              </a:spcBef>
              <a:spcAft>
                <a:spcPct val="0"/>
              </a:spcAft>
              <a:buClrTx/>
            </a:pPr>
            <a:r>
              <a:rPr lang="en-US" b="1" dirty="0">
                <a:solidFill>
                  <a:schemeClr val="tx2"/>
                </a:solidFill>
              </a:rPr>
              <a:t>  </a:t>
            </a:r>
          </a:p>
          <a:p>
            <a:endParaRPr lang="en-US" b="1" dirty="0">
              <a:solidFill>
                <a:schemeClr val="tx2"/>
              </a:solidFill>
            </a:endParaRPr>
          </a:p>
        </p:txBody>
      </p:sp>
      <p:sp>
        <p:nvSpPr>
          <p:cNvPr id="13" name="Google Shape;554;p49">
            <a:extLst>
              <a:ext uri="{FF2B5EF4-FFF2-40B4-BE49-F238E27FC236}">
                <a16:creationId xmlns:a16="http://schemas.microsoft.com/office/drawing/2014/main" id="{1FE52B54-8C4F-01BE-8181-9E7BB8F45211}"/>
              </a:ext>
            </a:extLst>
          </p:cNvPr>
          <p:cNvSpPr txBox="1">
            <a:spLocks/>
          </p:cNvSpPr>
          <p:nvPr/>
        </p:nvSpPr>
        <p:spPr>
          <a:xfrm>
            <a:off x="4765841" y="1288630"/>
            <a:ext cx="4180114" cy="270237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b="1" dirty="0">
                <a:solidFill>
                  <a:schemeClr val="tx2"/>
                </a:solidFill>
                <a:latin typeface="+mj-lt"/>
              </a:rPr>
              <a:t>Interpretation</a:t>
            </a:r>
            <a:r>
              <a:rPr lang="en-US" b="1" dirty="0">
                <a:solidFill>
                  <a:schemeClr val="tx1"/>
                </a:solidFill>
                <a:latin typeface="+mj-lt"/>
              </a:rPr>
              <a:t>: </a:t>
            </a:r>
            <a:r>
              <a:rPr lang="en-US" dirty="0">
                <a:solidFill>
                  <a:schemeClr val="tx1"/>
                </a:solidFill>
              </a:rPr>
              <a:t>Model 2 added brand, car type, condition, region, and origin, increasing the adjusted R² to 0.633 and representing a substantial improvement over Model 1. Luxury and hybrid/electric vehicles were associated with higher resale prices, while economy brands tended to lower prices, and certified cars consistently sold for more. Although mileage and model year remained important, brand and category effects dominated price prediction, indicating that resale value depends more on market segment and positioning than on numeric vehicle features alone.</a:t>
            </a:r>
            <a:endParaRPr lang="en-US" b="1" dirty="0">
              <a:solidFill>
                <a:schemeClr val="tx1"/>
              </a:solidFill>
              <a:latin typeface="+mj-lt"/>
            </a:endParaRPr>
          </a:p>
        </p:txBody>
      </p:sp>
      <p:grpSp>
        <p:nvGrpSpPr>
          <p:cNvPr id="14" name="Google Shape;5429;p100">
            <a:extLst>
              <a:ext uri="{FF2B5EF4-FFF2-40B4-BE49-F238E27FC236}">
                <a16:creationId xmlns:a16="http://schemas.microsoft.com/office/drawing/2014/main" id="{C5CC4BEB-ACE1-D27B-1465-982B5E3331B4}"/>
              </a:ext>
            </a:extLst>
          </p:cNvPr>
          <p:cNvGrpSpPr/>
          <p:nvPr/>
        </p:nvGrpSpPr>
        <p:grpSpPr>
          <a:xfrm>
            <a:off x="5162381" y="4716362"/>
            <a:ext cx="1411629" cy="154175"/>
            <a:chOff x="3558802" y="4011244"/>
            <a:chExt cx="1866000" cy="111600"/>
          </a:xfrm>
        </p:grpSpPr>
        <p:sp>
          <p:nvSpPr>
            <p:cNvPr id="15" name="Google Shape;5430;p100">
              <a:extLst>
                <a:ext uri="{FF2B5EF4-FFF2-40B4-BE49-F238E27FC236}">
                  <a16:creationId xmlns:a16="http://schemas.microsoft.com/office/drawing/2014/main" id="{3A3C701B-928B-3B5F-95E4-B81E969EB6EE}"/>
                </a:ext>
              </a:extLst>
            </p:cNvPr>
            <p:cNvSpPr/>
            <p:nvPr/>
          </p:nvSpPr>
          <p:spPr>
            <a:xfrm rot="5400000" flipH="1">
              <a:off x="4436152" y="3134077"/>
              <a:ext cx="111300" cy="1866000"/>
            </a:xfrm>
            <a:prstGeom prst="round2SameRect">
              <a:avLst>
                <a:gd name="adj1" fmla="val 50000"/>
                <a:gd name="adj2" fmla="val 50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431;p100">
              <a:extLst>
                <a:ext uri="{FF2B5EF4-FFF2-40B4-BE49-F238E27FC236}">
                  <a16:creationId xmlns:a16="http://schemas.microsoft.com/office/drawing/2014/main" id="{D0CDF292-D57C-1321-4328-22B05DEBC072}"/>
                </a:ext>
              </a:extLst>
            </p:cNvPr>
            <p:cNvSpPr/>
            <p:nvPr/>
          </p:nvSpPr>
          <p:spPr>
            <a:xfrm rot="5400000" flipH="1">
              <a:off x="4157232" y="3412894"/>
              <a:ext cx="111600" cy="1308300"/>
            </a:xfrm>
            <a:prstGeom prst="round2SameRect">
              <a:avLst>
                <a:gd name="adj1" fmla="val 50000"/>
                <a:gd name="adj2" fmla="val 50000"/>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5429;p100">
            <a:extLst>
              <a:ext uri="{FF2B5EF4-FFF2-40B4-BE49-F238E27FC236}">
                <a16:creationId xmlns:a16="http://schemas.microsoft.com/office/drawing/2014/main" id="{51D89861-4E51-470F-63D9-6AF81A262632}"/>
              </a:ext>
            </a:extLst>
          </p:cNvPr>
          <p:cNvGrpSpPr/>
          <p:nvPr/>
        </p:nvGrpSpPr>
        <p:grpSpPr>
          <a:xfrm>
            <a:off x="7112586" y="4716201"/>
            <a:ext cx="1411629" cy="154175"/>
            <a:chOff x="3558802" y="4011244"/>
            <a:chExt cx="1866000" cy="111600"/>
          </a:xfrm>
        </p:grpSpPr>
        <p:sp>
          <p:nvSpPr>
            <p:cNvPr id="18" name="Google Shape;5430;p100">
              <a:extLst>
                <a:ext uri="{FF2B5EF4-FFF2-40B4-BE49-F238E27FC236}">
                  <a16:creationId xmlns:a16="http://schemas.microsoft.com/office/drawing/2014/main" id="{B76A1CA2-91F3-0B62-2880-6B2100BB66C3}"/>
                </a:ext>
              </a:extLst>
            </p:cNvPr>
            <p:cNvSpPr/>
            <p:nvPr/>
          </p:nvSpPr>
          <p:spPr>
            <a:xfrm rot="5400000" flipH="1">
              <a:off x="4436152" y="3134077"/>
              <a:ext cx="111300" cy="1866000"/>
            </a:xfrm>
            <a:prstGeom prst="round2SameRect">
              <a:avLst>
                <a:gd name="adj1" fmla="val 50000"/>
                <a:gd name="adj2" fmla="val 50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431;p100">
              <a:extLst>
                <a:ext uri="{FF2B5EF4-FFF2-40B4-BE49-F238E27FC236}">
                  <a16:creationId xmlns:a16="http://schemas.microsoft.com/office/drawing/2014/main" id="{0F26EEA4-12B1-0C06-3314-9611943ADB2D}"/>
                </a:ext>
              </a:extLst>
            </p:cNvPr>
            <p:cNvSpPr/>
            <p:nvPr/>
          </p:nvSpPr>
          <p:spPr>
            <a:xfrm rot="5400000" flipH="1">
              <a:off x="4157232" y="3412894"/>
              <a:ext cx="111600" cy="1308300"/>
            </a:xfrm>
            <a:prstGeom prst="round2SameRect">
              <a:avLst>
                <a:gd name="adj1" fmla="val 50000"/>
                <a:gd name="adj2" fmla="val 50000"/>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5429;p100">
            <a:extLst>
              <a:ext uri="{FF2B5EF4-FFF2-40B4-BE49-F238E27FC236}">
                <a16:creationId xmlns:a16="http://schemas.microsoft.com/office/drawing/2014/main" id="{449F96E1-D74A-3A71-E227-0C84C687E402}"/>
              </a:ext>
            </a:extLst>
          </p:cNvPr>
          <p:cNvGrpSpPr/>
          <p:nvPr/>
        </p:nvGrpSpPr>
        <p:grpSpPr>
          <a:xfrm>
            <a:off x="106135" y="28932"/>
            <a:ext cx="1411629" cy="154175"/>
            <a:chOff x="3558802" y="4011244"/>
            <a:chExt cx="1866000" cy="111600"/>
          </a:xfrm>
        </p:grpSpPr>
        <p:sp>
          <p:nvSpPr>
            <p:cNvPr id="21" name="Google Shape;5430;p100">
              <a:extLst>
                <a:ext uri="{FF2B5EF4-FFF2-40B4-BE49-F238E27FC236}">
                  <a16:creationId xmlns:a16="http://schemas.microsoft.com/office/drawing/2014/main" id="{8B55D355-B3E2-3C04-2E46-3A3702D81612}"/>
                </a:ext>
              </a:extLst>
            </p:cNvPr>
            <p:cNvSpPr/>
            <p:nvPr/>
          </p:nvSpPr>
          <p:spPr>
            <a:xfrm rot="5400000" flipH="1">
              <a:off x="4436152" y="3134077"/>
              <a:ext cx="111300" cy="1866000"/>
            </a:xfrm>
            <a:prstGeom prst="round2SameRect">
              <a:avLst>
                <a:gd name="adj1" fmla="val 50000"/>
                <a:gd name="adj2" fmla="val 50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431;p100">
              <a:extLst>
                <a:ext uri="{FF2B5EF4-FFF2-40B4-BE49-F238E27FC236}">
                  <a16:creationId xmlns:a16="http://schemas.microsoft.com/office/drawing/2014/main" id="{30803352-9657-D66B-2E76-BEBA06CCC43B}"/>
                </a:ext>
              </a:extLst>
            </p:cNvPr>
            <p:cNvSpPr/>
            <p:nvPr/>
          </p:nvSpPr>
          <p:spPr>
            <a:xfrm rot="5400000" flipH="1">
              <a:off x="4157232" y="3412894"/>
              <a:ext cx="111600" cy="1308300"/>
            </a:xfrm>
            <a:prstGeom prst="round2SameRect">
              <a:avLst>
                <a:gd name="adj1" fmla="val 50000"/>
                <a:gd name="adj2" fmla="val 50000"/>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5429;p100">
            <a:extLst>
              <a:ext uri="{FF2B5EF4-FFF2-40B4-BE49-F238E27FC236}">
                <a16:creationId xmlns:a16="http://schemas.microsoft.com/office/drawing/2014/main" id="{8F13C8F5-FD51-7CF7-2227-F2AB53838785}"/>
              </a:ext>
            </a:extLst>
          </p:cNvPr>
          <p:cNvGrpSpPr/>
          <p:nvPr/>
        </p:nvGrpSpPr>
        <p:grpSpPr>
          <a:xfrm>
            <a:off x="1738037" y="28771"/>
            <a:ext cx="1411629" cy="154175"/>
            <a:chOff x="3558802" y="4011244"/>
            <a:chExt cx="1866000" cy="111600"/>
          </a:xfrm>
        </p:grpSpPr>
        <p:sp>
          <p:nvSpPr>
            <p:cNvPr id="24" name="Google Shape;5430;p100">
              <a:extLst>
                <a:ext uri="{FF2B5EF4-FFF2-40B4-BE49-F238E27FC236}">
                  <a16:creationId xmlns:a16="http://schemas.microsoft.com/office/drawing/2014/main" id="{1A7F7AC0-5EC3-CB5B-F494-0E1C31AED33B}"/>
                </a:ext>
              </a:extLst>
            </p:cNvPr>
            <p:cNvSpPr/>
            <p:nvPr/>
          </p:nvSpPr>
          <p:spPr>
            <a:xfrm rot="5400000" flipH="1">
              <a:off x="4436152" y="3134077"/>
              <a:ext cx="111300" cy="1866000"/>
            </a:xfrm>
            <a:prstGeom prst="round2SameRect">
              <a:avLst>
                <a:gd name="adj1" fmla="val 50000"/>
                <a:gd name="adj2" fmla="val 50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431;p100">
              <a:extLst>
                <a:ext uri="{FF2B5EF4-FFF2-40B4-BE49-F238E27FC236}">
                  <a16:creationId xmlns:a16="http://schemas.microsoft.com/office/drawing/2014/main" id="{CD6608EB-8DC9-E660-EFC3-882BF16801AE}"/>
                </a:ext>
              </a:extLst>
            </p:cNvPr>
            <p:cNvSpPr/>
            <p:nvPr/>
          </p:nvSpPr>
          <p:spPr>
            <a:xfrm rot="5400000" flipH="1">
              <a:off x="4157232" y="3412894"/>
              <a:ext cx="111600" cy="1308300"/>
            </a:xfrm>
            <a:prstGeom prst="round2SameRect">
              <a:avLst>
                <a:gd name="adj1" fmla="val 50000"/>
                <a:gd name="adj2" fmla="val 50000"/>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351AC6A5-95C7-CA7A-2CA1-A7BCB4960AEC}"/>
              </a:ext>
            </a:extLst>
          </p:cNvPr>
          <p:cNvSpPr txBox="1"/>
          <p:nvPr/>
        </p:nvSpPr>
        <p:spPr>
          <a:xfrm>
            <a:off x="92753" y="1149696"/>
            <a:ext cx="4898570" cy="954107"/>
          </a:xfrm>
          <a:prstGeom prst="rect">
            <a:avLst/>
          </a:prstGeom>
          <a:noFill/>
        </p:spPr>
        <p:txBody>
          <a:bodyPr wrap="square">
            <a:spAutoFit/>
          </a:bodyPr>
          <a:lstStyle/>
          <a:p>
            <a:r>
              <a:rPr lang="en-US" b="1" dirty="0">
                <a:solidFill>
                  <a:schemeClr val="tx2"/>
                </a:solidFill>
              </a:rPr>
              <a:t>Equation key Findings:</a:t>
            </a:r>
          </a:p>
          <a:p>
            <a:r>
              <a:rPr lang="en-US" dirty="0">
                <a:solidFill>
                  <a:schemeClr val="tx1"/>
                </a:solidFill>
              </a:rPr>
              <a:t>Resale Price = f(mileage, model year, age, rating, </a:t>
            </a:r>
            <a:r>
              <a:rPr lang="en-US" b="1" dirty="0">
                <a:solidFill>
                  <a:schemeClr val="tx1"/>
                </a:solidFill>
              </a:rPr>
              <a:t>make</a:t>
            </a:r>
            <a:r>
              <a:rPr lang="en-US" dirty="0">
                <a:solidFill>
                  <a:schemeClr val="tx1"/>
                </a:solidFill>
              </a:rPr>
              <a:t>, car type, region, condition, origin)</a:t>
            </a:r>
            <a:endParaRPr lang="en-US" b="1" dirty="0">
              <a:solidFill>
                <a:schemeClr val="tx1"/>
              </a:solidFill>
            </a:endParaRPr>
          </a:p>
          <a:p>
            <a:r>
              <a:rPr lang="en-US" dirty="0">
                <a:solidFill>
                  <a:schemeClr val="tx2"/>
                </a:solidFill>
              </a:rPr>
              <a:t>the </a:t>
            </a:r>
            <a:r>
              <a:rPr lang="en-US" i="1" dirty="0">
                <a:solidFill>
                  <a:schemeClr val="tx2"/>
                </a:solidFill>
              </a:rPr>
              <a:t>make</a:t>
            </a:r>
            <a:r>
              <a:rPr lang="en-US" dirty="0">
                <a:solidFill>
                  <a:schemeClr val="tx2"/>
                </a:solidFill>
              </a:rPr>
              <a:t> is significant</a:t>
            </a:r>
            <a:endParaRPr lang="en-US" b="1"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51"/>
          <p:cNvSpPr txBox="1">
            <a:spLocks noGrp="1"/>
          </p:cNvSpPr>
          <p:nvPr>
            <p:ph type="title"/>
          </p:nvPr>
        </p:nvSpPr>
        <p:spPr>
          <a:xfrm>
            <a:off x="1237189" y="375489"/>
            <a:ext cx="7714800" cy="1206000"/>
          </a:xfrm>
          <a:prstGeom prst="rect">
            <a:avLst/>
          </a:prstGeom>
        </p:spPr>
        <p:txBody>
          <a:bodyPr spcFirstLastPara="1" wrap="square" lIns="91425" tIns="91425" rIns="91425" bIns="91425" anchor="t" anchorCtr="0">
            <a:noAutofit/>
          </a:bodyPr>
          <a:lstStyle/>
          <a:p>
            <a:pPr lvl="0"/>
            <a:r>
              <a:rPr lang="en-US" sz="2500" dirty="0">
                <a:latin typeface="+mj-lt"/>
              </a:rPr>
              <a:t>ANOVA Model Comparison</a:t>
            </a:r>
            <a:endParaRPr sz="2500" dirty="0">
              <a:latin typeface="+mj-lt"/>
            </a:endParaRPr>
          </a:p>
        </p:txBody>
      </p:sp>
      <p:sp>
        <p:nvSpPr>
          <p:cNvPr id="590" name="Google Shape;590;p51"/>
          <p:cNvSpPr txBox="1"/>
          <p:nvPr/>
        </p:nvSpPr>
        <p:spPr>
          <a:xfrm>
            <a:off x="878791" y="978489"/>
            <a:ext cx="5007286" cy="738900"/>
          </a:xfrm>
          <a:prstGeom prst="rect">
            <a:avLst/>
          </a:prstGeom>
          <a:noFill/>
          <a:ln>
            <a:noFill/>
          </a:ln>
        </p:spPr>
        <p:txBody>
          <a:bodyPr spcFirstLastPara="1" wrap="square" lIns="91425" tIns="45700" rIns="91425" bIns="45700" anchor="t" anchorCtr="0">
            <a:noAutofit/>
          </a:bodyPr>
          <a:lstStyle/>
          <a:p>
            <a:r>
              <a:rPr lang="en-US" b="1" dirty="0">
                <a:solidFill>
                  <a:schemeClr val="tx2"/>
                </a:solidFill>
              </a:rPr>
              <a:t>Purpose:</a:t>
            </a:r>
          </a:p>
          <a:p>
            <a:r>
              <a:rPr lang="en-US" dirty="0">
                <a:solidFill>
                  <a:schemeClr val="tx1"/>
                </a:solidFill>
              </a:rPr>
              <a:t>Test whether Model 2 improves significantly over Model 1.</a:t>
            </a:r>
          </a:p>
          <a:p>
            <a:pPr marL="0" marR="0" lvl="0" indent="0" algn="r" rtl="0">
              <a:spcBef>
                <a:spcPts val="0"/>
              </a:spcBef>
              <a:spcAft>
                <a:spcPts val="0"/>
              </a:spcAft>
              <a:buNone/>
            </a:pPr>
            <a:endParaRPr dirty="0">
              <a:solidFill>
                <a:schemeClr val="dk1"/>
              </a:solidFill>
              <a:latin typeface="DM Sans"/>
              <a:ea typeface="DM Sans"/>
              <a:cs typeface="DM Sans"/>
              <a:sym typeface="DM Sans"/>
            </a:endParaRPr>
          </a:p>
        </p:txBody>
      </p:sp>
      <p:sp>
        <p:nvSpPr>
          <p:cNvPr id="591" name="Google Shape;591;p51"/>
          <p:cNvSpPr txBox="1"/>
          <p:nvPr/>
        </p:nvSpPr>
        <p:spPr>
          <a:xfrm>
            <a:off x="875928" y="1663121"/>
            <a:ext cx="4534129" cy="738900"/>
          </a:xfrm>
          <a:prstGeom prst="rect">
            <a:avLst/>
          </a:prstGeom>
          <a:noFill/>
          <a:ln>
            <a:noFill/>
          </a:ln>
        </p:spPr>
        <p:txBody>
          <a:bodyPr spcFirstLastPara="1" wrap="square" lIns="91425" tIns="45700" rIns="91425" bIns="45700" anchor="t" anchorCtr="0">
            <a:noAutofit/>
          </a:bodyPr>
          <a:lstStyle/>
          <a:p>
            <a:r>
              <a:rPr lang="en-US" b="1" dirty="0">
                <a:solidFill>
                  <a:schemeClr val="tx2"/>
                </a:solidFill>
              </a:rPr>
              <a:t>Results:</a:t>
            </a:r>
          </a:p>
          <a:p>
            <a:r>
              <a:rPr lang="en-US" b="1" dirty="0">
                <a:solidFill>
                  <a:schemeClr val="tx1"/>
                </a:solidFill>
              </a:rPr>
              <a:t>F-statistic extremely high</a:t>
            </a:r>
            <a:endParaRPr lang="en-US" dirty="0">
              <a:solidFill>
                <a:schemeClr val="tx1"/>
              </a:solidFill>
            </a:endParaRPr>
          </a:p>
          <a:p>
            <a:r>
              <a:rPr lang="en-US" b="1" dirty="0">
                <a:solidFill>
                  <a:schemeClr val="tx1"/>
                </a:solidFill>
              </a:rPr>
              <a:t>p-value = 0.00</a:t>
            </a:r>
            <a:endParaRPr lang="en-US" dirty="0">
              <a:solidFill>
                <a:schemeClr val="tx1"/>
              </a:solidFill>
            </a:endParaRPr>
          </a:p>
          <a:p>
            <a:r>
              <a:rPr lang="en-US" dirty="0" err="1">
                <a:solidFill>
                  <a:schemeClr val="tx1"/>
                </a:solidFill>
              </a:rPr>
              <a:t>NaN</a:t>
            </a:r>
            <a:r>
              <a:rPr lang="en-US" dirty="0">
                <a:solidFill>
                  <a:schemeClr val="tx1"/>
                </a:solidFill>
              </a:rPr>
              <a:t> in first row is normal for baseline comparison</a:t>
            </a:r>
          </a:p>
          <a:p>
            <a:pPr marL="0" marR="0" lvl="0" indent="0" algn="l" rtl="0">
              <a:spcBef>
                <a:spcPts val="0"/>
              </a:spcBef>
              <a:spcAft>
                <a:spcPts val="0"/>
              </a:spcAft>
              <a:buNone/>
            </a:pPr>
            <a:endParaRPr dirty="0">
              <a:solidFill>
                <a:schemeClr val="dk1"/>
              </a:solidFill>
              <a:latin typeface="DM Sans"/>
              <a:ea typeface="DM Sans"/>
              <a:cs typeface="DM Sans"/>
              <a:sym typeface="DM Sans"/>
            </a:endParaRPr>
          </a:p>
        </p:txBody>
      </p:sp>
      <p:sp>
        <p:nvSpPr>
          <p:cNvPr id="592" name="Google Shape;592;p51"/>
          <p:cNvSpPr txBox="1"/>
          <p:nvPr/>
        </p:nvSpPr>
        <p:spPr>
          <a:xfrm>
            <a:off x="887905" y="2752213"/>
            <a:ext cx="6322109" cy="738900"/>
          </a:xfrm>
          <a:prstGeom prst="rect">
            <a:avLst/>
          </a:prstGeom>
          <a:noFill/>
          <a:ln>
            <a:noFill/>
          </a:ln>
        </p:spPr>
        <p:txBody>
          <a:bodyPr spcFirstLastPara="1" wrap="square" lIns="91425" tIns="45700" rIns="91425" bIns="45700" anchor="t" anchorCtr="0">
            <a:noAutofit/>
          </a:bodyPr>
          <a:lstStyle/>
          <a:p>
            <a:r>
              <a:rPr lang="en-US" b="1" dirty="0">
                <a:solidFill>
                  <a:schemeClr val="tx2"/>
                </a:solidFill>
              </a:rPr>
              <a:t>Conclusion:</a:t>
            </a:r>
          </a:p>
          <a:p>
            <a:r>
              <a:rPr lang="en-US" dirty="0">
                <a:solidFill>
                  <a:schemeClr val="tx1"/>
                </a:solidFill>
              </a:rPr>
              <a:t>Model 2 is statistically superior based on ANOVA results (p &lt; 0.001), indicating that adding brand, car type, and region significantly improves the model’s ability to explain resale prices. This confirms that market and categorical factors provide meaningful information beyond basic vehicle characteristics.</a:t>
            </a:r>
          </a:p>
          <a:p>
            <a:pPr marL="0" lvl="0" indent="0" algn="l" rtl="0">
              <a:spcBef>
                <a:spcPts val="0"/>
              </a:spcBef>
              <a:spcAft>
                <a:spcPts val="0"/>
              </a:spcAft>
              <a:buClr>
                <a:srgbClr val="000000"/>
              </a:buClr>
              <a:buFont typeface="Arial"/>
              <a:buNone/>
            </a:pPr>
            <a:endParaRPr dirty="0">
              <a:solidFill>
                <a:schemeClr val="dk1"/>
              </a:solidFill>
              <a:latin typeface="DM Sans"/>
              <a:ea typeface="DM Sans"/>
              <a:cs typeface="DM Sans"/>
              <a:sym typeface="DM Sans"/>
            </a:endParaRPr>
          </a:p>
        </p:txBody>
      </p:sp>
      <p:grpSp>
        <p:nvGrpSpPr>
          <p:cNvPr id="7" name="Google Shape;4885;p99">
            <a:extLst>
              <a:ext uri="{FF2B5EF4-FFF2-40B4-BE49-F238E27FC236}">
                <a16:creationId xmlns:a16="http://schemas.microsoft.com/office/drawing/2014/main" id="{50584EE8-2A32-7563-B69C-38F7540F7636}"/>
              </a:ext>
            </a:extLst>
          </p:cNvPr>
          <p:cNvGrpSpPr/>
          <p:nvPr/>
        </p:nvGrpSpPr>
        <p:grpSpPr>
          <a:xfrm>
            <a:off x="6388480" y="928298"/>
            <a:ext cx="1939091" cy="1962557"/>
            <a:chOff x="5985650" y="2860025"/>
            <a:chExt cx="1396075" cy="1539775"/>
          </a:xfrm>
        </p:grpSpPr>
        <p:sp>
          <p:nvSpPr>
            <p:cNvPr id="8" name="Google Shape;4886;p99">
              <a:extLst>
                <a:ext uri="{FF2B5EF4-FFF2-40B4-BE49-F238E27FC236}">
                  <a16:creationId xmlns:a16="http://schemas.microsoft.com/office/drawing/2014/main" id="{35739BA3-CD18-99F9-4729-6CD211923266}"/>
                </a:ext>
              </a:extLst>
            </p:cNvPr>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887;p99">
              <a:extLst>
                <a:ext uri="{FF2B5EF4-FFF2-40B4-BE49-F238E27FC236}">
                  <a16:creationId xmlns:a16="http://schemas.microsoft.com/office/drawing/2014/main" id="{99BF4D79-8EA0-87C6-88CB-C22330783CD0}"/>
                </a:ext>
              </a:extLst>
            </p:cNvPr>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888;p99">
              <a:extLst>
                <a:ext uri="{FF2B5EF4-FFF2-40B4-BE49-F238E27FC236}">
                  <a16:creationId xmlns:a16="http://schemas.microsoft.com/office/drawing/2014/main" id="{2F29264C-AD78-6B99-076C-245454AA4108}"/>
                </a:ext>
              </a:extLst>
            </p:cNvPr>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889;p99">
              <a:extLst>
                <a:ext uri="{FF2B5EF4-FFF2-40B4-BE49-F238E27FC236}">
                  <a16:creationId xmlns:a16="http://schemas.microsoft.com/office/drawing/2014/main" id="{74EA4572-9E6E-1AC5-01B5-30555B1193A3}"/>
                </a:ext>
              </a:extLst>
            </p:cNvPr>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890;p99">
              <a:extLst>
                <a:ext uri="{FF2B5EF4-FFF2-40B4-BE49-F238E27FC236}">
                  <a16:creationId xmlns:a16="http://schemas.microsoft.com/office/drawing/2014/main" id="{33AF3535-1103-746C-04D2-70E91E53001C}"/>
                </a:ext>
              </a:extLst>
            </p:cNvPr>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891;p99">
              <a:extLst>
                <a:ext uri="{FF2B5EF4-FFF2-40B4-BE49-F238E27FC236}">
                  <a16:creationId xmlns:a16="http://schemas.microsoft.com/office/drawing/2014/main" id="{CCA54117-B65F-E1C3-6D92-9E2929977332}"/>
                </a:ext>
              </a:extLst>
            </p:cNvPr>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892;p99">
              <a:extLst>
                <a:ext uri="{FF2B5EF4-FFF2-40B4-BE49-F238E27FC236}">
                  <a16:creationId xmlns:a16="http://schemas.microsoft.com/office/drawing/2014/main" id="{054595B3-C812-BC02-2855-9120827A0796}"/>
                </a:ext>
              </a:extLst>
            </p:cNvPr>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4893;p99">
              <a:extLst>
                <a:ext uri="{FF2B5EF4-FFF2-40B4-BE49-F238E27FC236}">
                  <a16:creationId xmlns:a16="http://schemas.microsoft.com/office/drawing/2014/main" id="{36195074-63EA-C06C-25AF-31060F59572C}"/>
                </a:ext>
              </a:extLst>
            </p:cNvPr>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894;p99">
              <a:extLst>
                <a:ext uri="{FF2B5EF4-FFF2-40B4-BE49-F238E27FC236}">
                  <a16:creationId xmlns:a16="http://schemas.microsoft.com/office/drawing/2014/main" id="{584D24B1-A0B2-43FB-66D6-97584AC46840}"/>
                </a:ext>
              </a:extLst>
            </p:cNvPr>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4895;p99">
              <a:extLst>
                <a:ext uri="{FF2B5EF4-FFF2-40B4-BE49-F238E27FC236}">
                  <a16:creationId xmlns:a16="http://schemas.microsoft.com/office/drawing/2014/main" id="{D33CF1A8-863D-2463-10E2-6553915CB169}"/>
                </a:ext>
              </a:extLst>
            </p:cNvPr>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896;p99">
              <a:extLst>
                <a:ext uri="{FF2B5EF4-FFF2-40B4-BE49-F238E27FC236}">
                  <a16:creationId xmlns:a16="http://schemas.microsoft.com/office/drawing/2014/main" id="{5F3EC720-798F-0E0F-16F9-04A15F780CC3}"/>
                </a:ext>
              </a:extLst>
            </p:cNvPr>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4897;p99">
              <a:extLst>
                <a:ext uri="{FF2B5EF4-FFF2-40B4-BE49-F238E27FC236}">
                  <a16:creationId xmlns:a16="http://schemas.microsoft.com/office/drawing/2014/main" id="{DDFAAC7F-8C01-4C6E-C7B1-3753D7267A0E}"/>
                </a:ext>
              </a:extLst>
            </p:cNvPr>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898;p99">
              <a:extLst>
                <a:ext uri="{FF2B5EF4-FFF2-40B4-BE49-F238E27FC236}">
                  <a16:creationId xmlns:a16="http://schemas.microsoft.com/office/drawing/2014/main" id="{BE221026-C981-7A3A-542D-9EEAB705B275}"/>
                </a:ext>
              </a:extLst>
            </p:cNvPr>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4899;p99">
              <a:extLst>
                <a:ext uri="{FF2B5EF4-FFF2-40B4-BE49-F238E27FC236}">
                  <a16:creationId xmlns:a16="http://schemas.microsoft.com/office/drawing/2014/main" id="{A8A48AB6-57BB-1AD0-D723-DE2635DB7783}"/>
                </a:ext>
              </a:extLst>
            </p:cNvPr>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900;p99">
              <a:extLst>
                <a:ext uri="{FF2B5EF4-FFF2-40B4-BE49-F238E27FC236}">
                  <a16:creationId xmlns:a16="http://schemas.microsoft.com/office/drawing/2014/main" id="{646C2E70-1883-F38C-7E11-42DEE44DCB6A}"/>
                </a:ext>
              </a:extLst>
            </p:cNvPr>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901;p99">
              <a:extLst>
                <a:ext uri="{FF2B5EF4-FFF2-40B4-BE49-F238E27FC236}">
                  <a16:creationId xmlns:a16="http://schemas.microsoft.com/office/drawing/2014/main" id="{B4BD790A-55C6-AC18-C233-99933A7D40AA}"/>
                </a:ext>
              </a:extLst>
            </p:cNvPr>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902;p99">
              <a:extLst>
                <a:ext uri="{FF2B5EF4-FFF2-40B4-BE49-F238E27FC236}">
                  <a16:creationId xmlns:a16="http://schemas.microsoft.com/office/drawing/2014/main" id="{1143EF98-42E0-3B02-3BB7-5A8EE6D2D272}"/>
                </a:ext>
              </a:extLst>
            </p:cNvPr>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903;p99">
              <a:extLst>
                <a:ext uri="{FF2B5EF4-FFF2-40B4-BE49-F238E27FC236}">
                  <a16:creationId xmlns:a16="http://schemas.microsoft.com/office/drawing/2014/main" id="{018C0CC0-29EF-8F98-F3BD-57242F22A3C0}"/>
                </a:ext>
              </a:extLst>
            </p:cNvPr>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904;p99">
              <a:extLst>
                <a:ext uri="{FF2B5EF4-FFF2-40B4-BE49-F238E27FC236}">
                  <a16:creationId xmlns:a16="http://schemas.microsoft.com/office/drawing/2014/main" id="{0C6A793A-08B2-7978-28F4-9F47E1A51866}"/>
                </a:ext>
              </a:extLst>
            </p:cNvPr>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905;p99">
              <a:extLst>
                <a:ext uri="{FF2B5EF4-FFF2-40B4-BE49-F238E27FC236}">
                  <a16:creationId xmlns:a16="http://schemas.microsoft.com/office/drawing/2014/main" id="{6EF66FEB-10AD-1EC7-AA3E-B30277A62A1E}"/>
                </a:ext>
              </a:extLst>
            </p:cNvPr>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906;p99">
              <a:extLst>
                <a:ext uri="{FF2B5EF4-FFF2-40B4-BE49-F238E27FC236}">
                  <a16:creationId xmlns:a16="http://schemas.microsoft.com/office/drawing/2014/main" id="{244C8107-B1D4-30FE-4A0C-849A02623E31}"/>
                </a:ext>
              </a:extLst>
            </p:cNvPr>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907;p99">
              <a:extLst>
                <a:ext uri="{FF2B5EF4-FFF2-40B4-BE49-F238E27FC236}">
                  <a16:creationId xmlns:a16="http://schemas.microsoft.com/office/drawing/2014/main" id="{97F027A2-4553-86FB-9C2F-39A7766FBD37}"/>
                </a:ext>
              </a:extLst>
            </p:cNvPr>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908;p99">
              <a:extLst>
                <a:ext uri="{FF2B5EF4-FFF2-40B4-BE49-F238E27FC236}">
                  <a16:creationId xmlns:a16="http://schemas.microsoft.com/office/drawing/2014/main" id="{04725EEF-100C-E54E-50AC-F611F6581E57}"/>
                </a:ext>
              </a:extLst>
            </p:cNvPr>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909;p99">
              <a:extLst>
                <a:ext uri="{FF2B5EF4-FFF2-40B4-BE49-F238E27FC236}">
                  <a16:creationId xmlns:a16="http://schemas.microsoft.com/office/drawing/2014/main" id="{2BA63314-43F2-FF6C-718C-940AAA99582C}"/>
                </a:ext>
              </a:extLst>
            </p:cNvPr>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910;p99">
              <a:extLst>
                <a:ext uri="{FF2B5EF4-FFF2-40B4-BE49-F238E27FC236}">
                  <a16:creationId xmlns:a16="http://schemas.microsoft.com/office/drawing/2014/main" id="{FB6AE73C-7035-E72B-0B6B-BB1A9D563316}"/>
                </a:ext>
              </a:extLst>
            </p:cNvPr>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911;p99">
              <a:extLst>
                <a:ext uri="{FF2B5EF4-FFF2-40B4-BE49-F238E27FC236}">
                  <a16:creationId xmlns:a16="http://schemas.microsoft.com/office/drawing/2014/main" id="{F5E793CB-2744-8C38-DFEF-3CAF54DC5461}"/>
                </a:ext>
              </a:extLst>
            </p:cNvPr>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912;p99">
              <a:extLst>
                <a:ext uri="{FF2B5EF4-FFF2-40B4-BE49-F238E27FC236}">
                  <a16:creationId xmlns:a16="http://schemas.microsoft.com/office/drawing/2014/main" id="{3379B86F-1CF0-2C47-3122-982BE6C5A3B7}"/>
                </a:ext>
              </a:extLst>
            </p:cNvPr>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913;p99">
              <a:extLst>
                <a:ext uri="{FF2B5EF4-FFF2-40B4-BE49-F238E27FC236}">
                  <a16:creationId xmlns:a16="http://schemas.microsoft.com/office/drawing/2014/main" id="{2EF5FFF3-14F3-C1F7-4198-3CF844A383D3}"/>
                </a:ext>
              </a:extLst>
            </p:cNvPr>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4914;p99">
              <a:extLst>
                <a:ext uri="{FF2B5EF4-FFF2-40B4-BE49-F238E27FC236}">
                  <a16:creationId xmlns:a16="http://schemas.microsoft.com/office/drawing/2014/main" id="{279E28CB-4459-80EA-DA2F-E388D036E7C8}"/>
                </a:ext>
              </a:extLst>
            </p:cNvPr>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915;p99">
              <a:extLst>
                <a:ext uri="{FF2B5EF4-FFF2-40B4-BE49-F238E27FC236}">
                  <a16:creationId xmlns:a16="http://schemas.microsoft.com/office/drawing/2014/main" id="{B9874916-BEF6-53CC-3DDC-C941FA48BE73}"/>
                </a:ext>
              </a:extLst>
            </p:cNvPr>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916;p99">
              <a:extLst>
                <a:ext uri="{FF2B5EF4-FFF2-40B4-BE49-F238E27FC236}">
                  <a16:creationId xmlns:a16="http://schemas.microsoft.com/office/drawing/2014/main" id="{B6EEADA4-B3A0-D7EC-1D0A-81D06C1CC7F3}"/>
                </a:ext>
              </a:extLst>
            </p:cNvPr>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917;p99">
              <a:extLst>
                <a:ext uri="{FF2B5EF4-FFF2-40B4-BE49-F238E27FC236}">
                  <a16:creationId xmlns:a16="http://schemas.microsoft.com/office/drawing/2014/main" id="{3981399C-DF5A-65D8-B240-03BB8B67121D}"/>
                </a:ext>
              </a:extLst>
            </p:cNvPr>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3">
          <a:extLst>
            <a:ext uri="{FF2B5EF4-FFF2-40B4-BE49-F238E27FC236}">
              <a16:creationId xmlns:a16="http://schemas.microsoft.com/office/drawing/2014/main" id="{A5BF454F-13B5-293F-4B85-83DFD165EB12}"/>
            </a:ext>
          </a:extLst>
        </p:cNvPr>
        <p:cNvGrpSpPr/>
        <p:nvPr/>
      </p:nvGrpSpPr>
      <p:grpSpPr>
        <a:xfrm>
          <a:off x="0" y="0"/>
          <a:ext cx="0" cy="0"/>
          <a:chOff x="0" y="0"/>
          <a:chExt cx="0" cy="0"/>
        </a:xfrm>
      </p:grpSpPr>
      <p:sp>
        <p:nvSpPr>
          <p:cNvPr id="444" name="Google Shape;444;p44">
            <a:extLst>
              <a:ext uri="{FF2B5EF4-FFF2-40B4-BE49-F238E27FC236}">
                <a16:creationId xmlns:a16="http://schemas.microsoft.com/office/drawing/2014/main" id="{6C4B62EF-85BE-43A5-4660-0849AA848AF7}"/>
              </a:ext>
            </a:extLst>
          </p:cNvPr>
          <p:cNvSpPr txBox="1">
            <a:spLocks noGrp="1"/>
          </p:cNvSpPr>
          <p:nvPr>
            <p:ph type="title"/>
          </p:nvPr>
        </p:nvSpPr>
        <p:spPr>
          <a:xfrm>
            <a:off x="4257975" y="0"/>
            <a:ext cx="4886025" cy="578100"/>
          </a:xfrm>
          <a:prstGeom prst="rect">
            <a:avLst/>
          </a:prstGeom>
        </p:spPr>
        <p:txBody>
          <a:bodyPr spcFirstLastPara="1" wrap="square" lIns="91425" tIns="91425" rIns="91425" bIns="91425" anchor="t" anchorCtr="0">
            <a:noAutofit/>
          </a:bodyPr>
          <a:lstStyle/>
          <a:p>
            <a:pPr lvl="0">
              <a:buSzPts val="1100"/>
            </a:pPr>
            <a:r>
              <a:rPr lang="en-US" sz="2500" dirty="0">
                <a:latin typeface="+mj-lt"/>
              </a:rPr>
              <a:t>Data Visualization (Part 1)</a:t>
            </a:r>
            <a:endParaRPr sz="2500" dirty="0">
              <a:latin typeface="+mj-lt"/>
            </a:endParaRPr>
          </a:p>
        </p:txBody>
      </p:sp>
      <p:pic>
        <p:nvPicPr>
          <p:cNvPr id="5" name="Picture 4" descr="A graph of a number of different colored rectangular bars&#10;&#10;AI-generated content may be incorrect.">
            <a:extLst>
              <a:ext uri="{FF2B5EF4-FFF2-40B4-BE49-F238E27FC236}">
                <a16:creationId xmlns:a16="http://schemas.microsoft.com/office/drawing/2014/main" id="{8E2C1EBD-825E-484C-70F4-A71FE1C63040}"/>
              </a:ext>
            </a:extLst>
          </p:cNvPr>
          <p:cNvPicPr>
            <a:picLocks noChangeAspect="1"/>
          </p:cNvPicPr>
          <p:nvPr/>
        </p:nvPicPr>
        <p:blipFill>
          <a:blip r:embed="rId3"/>
          <a:stretch>
            <a:fillRect/>
          </a:stretch>
        </p:blipFill>
        <p:spPr>
          <a:xfrm>
            <a:off x="585129" y="1102515"/>
            <a:ext cx="2565642" cy="1738992"/>
          </a:xfrm>
          <a:prstGeom prst="rect">
            <a:avLst/>
          </a:prstGeom>
        </p:spPr>
      </p:pic>
      <p:sp>
        <p:nvSpPr>
          <p:cNvPr id="6" name="TextBox 5">
            <a:extLst>
              <a:ext uri="{FF2B5EF4-FFF2-40B4-BE49-F238E27FC236}">
                <a16:creationId xmlns:a16="http://schemas.microsoft.com/office/drawing/2014/main" id="{97614C57-167B-C0B8-F190-B41B1F91103E}"/>
              </a:ext>
            </a:extLst>
          </p:cNvPr>
          <p:cNvSpPr txBox="1"/>
          <p:nvPr/>
        </p:nvSpPr>
        <p:spPr>
          <a:xfrm>
            <a:off x="5666445" y="2939186"/>
            <a:ext cx="2799264" cy="1384995"/>
          </a:xfrm>
          <a:prstGeom prst="rect">
            <a:avLst/>
          </a:prstGeom>
          <a:noFill/>
        </p:spPr>
        <p:txBody>
          <a:bodyPr wrap="square" rtlCol="0">
            <a:spAutoFit/>
          </a:bodyPr>
          <a:lstStyle/>
          <a:p>
            <a:pPr algn="ctr"/>
            <a:r>
              <a:rPr lang="en-US" b="1" dirty="0">
                <a:solidFill>
                  <a:schemeClr val="tx2"/>
                </a:solidFill>
              </a:rPr>
              <a:t>Mileage vs. Price Scatterplot:</a:t>
            </a:r>
          </a:p>
          <a:p>
            <a:pPr algn="ctr"/>
            <a:r>
              <a:rPr lang="en-US" dirty="0">
                <a:solidFill>
                  <a:schemeClr val="tx1"/>
                </a:solidFill>
              </a:rPr>
              <a:t>Clear </a:t>
            </a:r>
            <a:r>
              <a:rPr lang="en-US" b="1" dirty="0">
                <a:solidFill>
                  <a:schemeClr val="tx1"/>
                </a:solidFill>
              </a:rPr>
              <a:t>negative </a:t>
            </a:r>
            <a:r>
              <a:rPr lang="en-US" dirty="0">
                <a:solidFill>
                  <a:schemeClr val="tx1"/>
                </a:solidFill>
              </a:rPr>
              <a:t>relationship</a:t>
            </a:r>
          </a:p>
          <a:p>
            <a:pPr algn="ctr"/>
            <a:r>
              <a:rPr lang="en-US" dirty="0">
                <a:solidFill>
                  <a:schemeClr val="tx1"/>
                </a:solidFill>
              </a:rPr>
              <a:t>Clustering seen by </a:t>
            </a:r>
            <a:r>
              <a:rPr lang="en-US" b="1" dirty="0">
                <a:solidFill>
                  <a:schemeClr val="tx1"/>
                </a:solidFill>
              </a:rPr>
              <a:t>car type</a:t>
            </a:r>
          </a:p>
          <a:p>
            <a:pPr algn="ctr"/>
            <a:r>
              <a:rPr lang="en-US" dirty="0">
                <a:solidFill>
                  <a:schemeClr val="tx1"/>
                </a:solidFill>
              </a:rPr>
              <a:t>Higher-end vehicle types retain value better at similar mileage levels.</a:t>
            </a:r>
            <a:endParaRPr lang="en-US" b="1" dirty="0">
              <a:solidFill>
                <a:schemeClr val="tx1"/>
              </a:solidFill>
            </a:endParaRPr>
          </a:p>
        </p:txBody>
      </p:sp>
      <p:pic>
        <p:nvPicPr>
          <p:cNvPr id="7" name="Picture 6" descr="A graph of mileage and mileage&#10;&#10;AI-generated content may be incorrect.">
            <a:extLst>
              <a:ext uri="{FF2B5EF4-FFF2-40B4-BE49-F238E27FC236}">
                <a16:creationId xmlns:a16="http://schemas.microsoft.com/office/drawing/2014/main" id="{A23AF508-D317-C4D2-0A0D-3A8F0300AC0D}"/>
              </a:ext>
            </a:extLst>
          </p:cNvPr>
          <p:cNvPicPr>
            <a:picLocks noChangeAspect="1"/>
          </p:cNvPicPr>
          <p:nvPr/>
        </p:nvPicPr>
        <p:blipFill>
          <a:blip r:embed="rId4"/>
          <a:stretch>
            <a:fillRect/>
          </a:stretch>
        </p:blipFill>
        <p:spPr>
          <a:xfrm>
            <a:off x="5666445" y="1004679"/>
            <a:ext cx="2562692" cy="1777866"/>
          </a:xfrm>
          <a:prstGeom prst="rect">
            <a:avLst/>
          </a:prstGeom>
        </p:spPr>
      </p:pic>
      <p:sp>
        <p:nvSpPr>
          <p:cNvPr id="9" name="TextBox 8">
            <a:extLst>
              <a:ext uri="{FF2B5EF4-FFF2-40B4-BE49-F238E27FC236}">
                <a16:creationId xmlns:a16="http://schemas.microsoft.com/office/drawing/2014/main" id="{3CB722E2-B428-B162-296B-90F886BA4F51}"/>
              </a:ext>
            </a:extLst>
          </p:cNvPr>
          <p:cNvSpPr txBox="1"/>
          <p:nvPr/>
        </p:nvSpPr>
        <p:spPr>
          <a:xfrm>
            <a:off x="674853" y="2939186"/>
            <a:ext cx="2565642" cy="1600438"/>
          </a:xfrm>
          <a:prstGeom prst="rect">
            <a:avLst/>
          </a:prstGeom>
          <a:noFill/>
        </p:spPr>
        <p:txBody>
          <a:bodyPr wrap="square">
            <a:spAutoFit/>
          </a:bodyPr>
          <a:lstStyle/>
          <a:p>
            <a:pPr algn="ctr"/>
            <a:r>
              <a:rPr lang="en-US" b="1" dirty="0">
                <a:solidFill>
                  <a:schemeClr val="tx2"/>
                </a:solidFill>
              </a:rPr>
              <a:t>Average Price by Region:</a:t>
            </a:r>
          </a:p>
          <a:p>
            <a:pPr algn="ctr"/>
            <a:r>
              <a:rPr lang="en-US" dirty="0">
                <a:solidFill>
                  <a:schemeClr val="tx1"/>
                </a:solidFill>
              </a:rPr>
              <a:t>Highest prices: </a:t>
            </a:r>
            <a:r>
              <a:rPr lang="en-US" b="1" dirty="0">
                <a:solidFill>
                  <a:schemeClr val="tx1"/>
                </a:solidFill>
              </a:rPr>
              <a:t>West</a:t>
            </a:r>
            <a:endParaRPr lang="en-US" dirty="0">
              <a:solidFill>
                <a:schemeClr val="tx1"/>
              </a:solidFill>
            </a:endParaRPr>
          </a:p>
          <a:p>
            <a:pPr algn="ctr"/>
            <a:r>
              <a:rPr lang="en-US" dirty="0">
                <a:solidFill>
                  <a:schemeClr val="tx1"/>
                </a:solidFill>
              </a:rPr>
              <a:t>Lowest prices: </a:t>
            </a:r>
            <a:r>
              <a:rPr lang="en-US" b="1" dirty="0">
                <a:solidFill>
                  <a:schemeClr val="tx1"/>
                </a:solidFill>
              </a:rPr>
              <a:t>Midwest</a:t>
            </a:r>
          </a:p>
          <a:p>
            <a:pPr algn="ctr"/>
            <a:r>
              <a:rPr lang="en-US" dirty="0">
                <a:solidFill>
                  <a:schemeClr val="tx1"/>
                </a:solidFill>
              </a:rPr>
              <a:t>Regional pricing differences reflect demand, cost of living, and vehicle mix.</a:t>
            </a:r>
          </a:p>
          <a:p>
            <a:pPr>
              <a:buNone/>
            </a:pPr>
            <a:endParaRPr lang="en-US" dirty="0"/>
          </a:p>
        </p:txBody>
      </p:sp>
    </p:spTree>
    <p:extLst>
      <p:ext uri="{BB962C8B-B14F-4D97-AF65-F5344CB8AC3E}">
        <p14:creationId xmlns:p14="http://schemas.microsoft.com/office/powerpoint/2010/main" val="2621803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47"/>
          <p:cNvSpPr txBox="1">
            <a:spLocks noGrp="1"/>
          </p:cNvSpPr>
          <p:nvPr>
            <p:ph type="title"/>
          </p:nvPr>
        </p:nvSpPr>
        <p:spPr>
          <a:xfrm>
            <a:off x="4131128" y="0"/>
            <a:ext cx="6229349" cy="638104"/>
          </a:xfrm>
          <a:prstGeom prst="rect">
            <a:avLst/>
          </a:prstGeom>
        </p:spPr>
        <p:txBody>
          <a:bodyPr spcFirstLastPara="1" wrap="square" lIns="91425" tIns="91425" rIns="91425" bIns="91425" anchor="t" anchorCtr="0">
            <a:noAutofit/>
          </a:bodyPr>
          <a:lstStyle/>
          <a:p>
            <a:pPr lvl="0"/>
            <a:r>
              <a:rPr lang="en-US" sz="2500" dirty="0">
                <a:latin typeface="+mj-lt"/>
              </a:rPr>
              <a:t>Data Visualization (Part 2)</a:t>
            </a:r>
            <a:endParaRPr sz="2500" dirty="0">
              <a:latin typeface="+mj-lt"/>
            </a:endParaRPr>
          </a:p>
        </p:txBody>
      </p:sp>
      <p:pic>
        <p:nvPicPr>
          <p:cNvPr id="5" name="Picture 4" descr="A graph of a distribution of goods&#10;&#10;AI-generated content may be incorrect.">
            <a:extLst>
              <a:ext uri="{FF2B5EF4-FFF2-40B4-BE49-F238E27FC236}">
                <a16:creationId xmlns:a16="http://schemas.microsoft.com/office/drawing/2014/main" id="{B47DF0A6-1AFD-3ABF-6335-C79FB22AAE02}"/>
              </a:ext>
            </a:extLst>
          </p:cNvPr>
          <p:cNvPicPr>
            <a:picLocks noChangeAspect="1"/>
          </p:cNvPicPr>
          <p:nvPr/>
        </p:nvPicPr>
        <p:blipFill>
          <a:blip r:embed="rId3"/>
          <a:stretch>
            <a:fillRect/>
          </a:stretch>
        </p:blipFill>
        <p:spPr>
          <a:xfrm>
            <a:off x="1265463" y="699043"/>
            <a:ext cx="2451670" cy="1854584"/>
          </a:xfrm>
          <a:prstGeom prst="rect">
            <a:avLst/>
          </a:prstGeom>
        </p:spPr>
      </p:pic>
      <p:pic>
        <p:nvPicPr>
          <p:cNvPr id="9" name="Picture 8" descr="A graph of cars with different colored bars&#10;&#10;AI-generated content may be incorrect.">
            <a:extLst>
              <a:ext uri="{FF2B5EF4-FFF2-40B4-BE49-F238E27FC236}">
                <a16:creationId xmlns:a16="http://schemas.microsoft.com/office/drawing/2014/main" id="{A08E2452-6FE2-E44C-D9C9-3B67C15971AE}"/>
              </a:ext>
            </a:extLst>
          </p:cNvPr>
          <p:cNvPicPr>
            <a:picLocks noChangeAspect="1"/>
          </p:cNvPicPr>
          <p:nvPr/>
        </p:nvPicPr>
        <p:blipFill>
          <a:blip r:embed="rId4"/>
          <a:stretch>
            <a:fillRect/>
          </a:stretch>
        </p:blipFill>
        <p:spPr>
          <a:xfrm>
            <a:off x="5163415" y="696848"/>
            <a:ext cx="2474766" cy="1854584"/>
          </a:xfrm>
          <a:prstGeom prst="rect">
            <a:avLst/>
          </a:prstGeom>
        </p:spPr>
      </p:pic>
      <p:sp>
        <p:nvSpPr>
          <p:cNvPr id="10" name="TextBox 9">
            <a:extLst>
              <a:ext uri="{FF2B5EF4-FFF2-40B4-BE49-F238E27FC236}">
                <a16:creationId xmlns:a16="http://schemas.microsoft.com/office/drawing/2014/main" id="{177EAF3D-7434-81B6-F585-1C6EE1354DFE}"/>
              </a:ext>
            </a:extLst>
          </p:cNvPr>
          <p:cNvSpPr txBox="1"/>
          <p:nvPr/>
        </p:nvSpPr>
        <p:spPr>
          <a:xfrm>
            <a:off x="948110" y="2628575"/>
            <a:ext cx="3086375" cy="1815882"/>
          </a:xfrm>
          <a:prstGeom prst="rect">
            <a:avLst/>
          </a:prstGeom>
          <a:noFill/>
        </p:spPr>
        <p:txBody>
          <a:bodyPr wrap="square" rtlCol="0">
            <a:spAutoFit/>
          </a:bodyPr>
          <a:lstStyle/>
          <a:p>
            <a:pPr algn="ctr"/>
            <a:r>
              <a:rPr lang="en-US" b="1" dirty="0">
                <a:solidFill>
                  <a:schemeClr val="tx2"/>
                </a:solidFill>
              </a:rPr>
              <a:t>Boxplot: Resale Prices by Brand:</a:t>
            </a:r>
          </a:p>
          <a:p>
            <a:pPr lvl="2" algn="ctr"/>
            <a:r>
              <a:rPr lang="en-US" dirty="0">
                <a:solidFill>
                  <a:schemeClr val="tx1"/>
                </a:solidFill>
              </a:rPr>
              <a:t>Prices vary widely across brands, with luxury brands showing the </a:t>
            </a:r>
            <a:r>
              <a:rPr lang="en-US" b="1" dirty="0">
                <a:solidFill>
                  <a:schemeClr val="tx1"/>
                </a:solidFill>
              </a:rPr>
              <a:t>highest</a:t>
            </a:r>
            <a:r>
              <a:rPr lang="en-US" dirty="0">
                <a:solidFill>
                  <a:schemeClr val="tx1"/>
                </a:solidFill>
              </a:rPr>
              <a:t> medians.</a:t>
            </a:r>
          </a:p>
          <a:p>
            <a:pPr lvl="2" algn="ctr"/>
            <a:r>
              <a:rPr lang="en-US" dirty="0">
                <a:solidFill>
                  <a:schemeClr val="tx1"/>
                </a:solidFill>
              </a:rPr>
              <a:t>Confirms that </a:t>
            </a:r>
            <a:r>
              <a:rPr lang="en-US" b="1" dirty="0">
                <a:solidFill>
                  <a:schemeClr val="tx1"/>
                </a:solidFill>
              </a:rPr>
              <a:t>brand significantly influences resale price</a:t>
            </a:r>
            <a:r>
              <a:rPr lang="en-US" dirty="0">
                <a:solidFill>
                  <a:schemeClr val="tx1"/>
                </a:solidFill>
              </a:rPr>
              <a:t> (supports Model 2).</a:t>
            </a:r>
          </a:p>
          <a:p>
            <a:endParaRPr lang="en-US" dirty="0"/>
          </a:p>
        </p:txBody>
      </p:sp>
      <p:sp>
        <p:nvSpPr>
          <p:cNvPr id="12" name="TextBox 11">
            <a:extLst>
              <a:ext uri="{FF2B5EF4-FFF2-40B4-BE49-F238E27FC236}">
                <a16:creationId xmlns:a16="http://schemas.microsoft.com/office/drawing/2014/main" id="{009A56B0-3DDE-A275-878E-D6DE223BF88E}"/>
              </a:ext>
            </a:extLst>
          </p:cNvPr>
          <p:cNvSpPr txBox="1"/>
          <p:nvPr/>
        </p:nvSpPr>
        <p:spPr>
          <a:xfrm>
            <a:off x="4507664" y="2616882"/>
            <a:ext cx="3927499" cy="1600438"/>
          </a:xfrm>
          <a:prstGeom prst="rect">
            <a:avLst/>
          </a:prstGeom>
          <a:noFill/>
        </p:spPr>
        <p:txBody>
          <a:bodyPr wrap="square" rtlCol="0">
            <a:spAutoFit/>
          </a:bodyPr>
          <a:lstStyle/>
          <a:p>
            <a:pPr algn="ctr"/>
            <a:r>
              <a:rPr lang="en-US" b="1" dirty="0">
                <a:solidFill>
                  <a:schemeClr val="tx2"/>
                </a:solidFill>
              </a:rPr>
              <a:t>Stacked Bar Chart Cars by Region &amp; Type:</a:t>
            </a:r>
          </a:p>
          <a:p>
            <a:pPr algn="ctr"/>
            <a:r>
              <a:rPr lang="en-US" dirty="0">
                <a:solidFill>
                  <a:schemeClr val="tx1"/>
                </a:solidFill>
              </a:rPr>
              <a:t>The </a:t>
            </a:r>
            <a:r>
              <a:rPr lang="en-US" b="1" dirty="0">
                <a:solidFill>
                  <a:schemeClr val="tx1"/>
                </a:solidFill>
              </a:rPr>
              <a:t>South</a:t>
            </a:r>
            <a:r>
              <a:rPr lang="en-US" dirty="0">
                <a:solidFill>
                  <a:schemeClr val="tx1"/>
                </a:solidFill>
              </a:rPr>
              <a:t> has the highest overall car volume.</a:t>
            </a:r>
          </a:p>
          <a:p>
            <a:pPr algn="ctr"/>
            <a:r>
              <a:rPr lang="en-US" dirty="0">
                <a:solidFill>
                  <a:schemeClr val="tx1"/>
                </a:solidFill>
              </a:rPr>
              <a:t>Crossovers, SUVs, and diesel trucks dominate all regions.</a:t>
            </a:r>
          </a:p>
          <a:p>
            <a:pPr algn="ctr"/>
            <a:r>
              <a:rPr lang="en-US" dirty="0">
                <a:solidFill>
                  <a:schemeClr val="tx1"/>
                </a:solidFill>
              </a:rPr>
              <a:t>Regions differ in variety of niche car types (seen in the “Other” category).</a:t>
            </a:r>
          </a:p>
          <a:p>
            <a:endParaRPr lang="en-US" dirty="0"/>
          </a:p>
        </p:txBody>
      </p:sp>
      <p:sp>
        <p:nvSpPr>
          <p:cNvPr id="13" name="TextBox 12">
            <a:extLst>
              <a:ext uri="{FF2B5EF4-FFF2-40B4-BE49-F238E27FC236}">
                <a16:creationId xmlns:a16="http://schemas.microsoft.com/office/drawing/2014/main" id="{6E5FFBD8-CACB-4F4B-12A3-C18D36614431}"/>
              </a:ext>
            </a:extLst>
          </p:cNvPr>
          <p:cNvSpPr txBox="1"/>
          <p:nvPr/>
        </p:nvSpPr>
        <p:spPr>
          <a:xfrm>
            <a:off x="2094725" y="4630797"/>
            <a:ext cx="6229349" cy="738664"/>
          </a:xfrm>
          <a:prstGeom prst="rect">
            <a:avLst/>
          </a:prstGeom>
          <a:noFill/>
        </p:spPr>
        <p:txBody>
          <a:bodyPr wrap="square" rtlCol="0">
            <a:spAutoFit/>
          </a:bodyPr>
          <a:lstStyle/>
          <a:p>
            <a:r>
              <a:rPr lang="en-US" i="1" dirty="0"/>
              <a:t>**These visuals summarize trends captured in pivot tables, highlighting how brand, region, and car type shape market patterns.</a:t>
            </a:r>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7" name="Google Shape;417;p41"/>
          <p:cNvSpPr txBox="1">
            <a:spLocks noGrp="1"/>
          </p:cNvSpPr>
          <p:nvPr>
            <p:ph type="subTitle" idx="1"/>
          </p:nvPr>
        </p:nvSpPr>
        <p:spPr>
          <a:xfrm>
            <a:off x="1796312" y="1546909"/>
            <a:ext cx="7819014" cy="2017677"/>
          </a:xfrm>
          <a:prstGeom prst="rect">
            <a:avLst/>
          </a:prstGeom>
        </p:spPr>
        <p:txBody>
          <a:bodyPr spcFirstLastPara="1" wrap="square" lIns="91425" tIns="91425" rIns="91425" bIns="91425" anchor="t" anchorCtr="0">
            <a:noAutofit/>
          </a:bodyPr>
          <a:lstStyle/>
          <a:p>
            <a:pPr algn="l"/>
            <a:r>
              <a:rPr lang="en-US" sz="2000" b="1" dirty="0">
                <a:solidFill>
                  <a:schemeClr val="tx2"/>
                </a:solidFill>
                <a:latin typeface="+mj-lt"/>
              </a:rPr>
              <a:t>Pivot Table Insights:</a:t>
            </a:r>
            <a:endParaRPr lang="en-US" sz="2000" dirty="0">
              <a:solidFill>
                <a:schemeClr val="tx2"/>
              </a:solidFill>
              <a:latin typeface="+mj-lt"/>
            </a:endParaRPr>
          </a:p>
          <a:p>
            <a:pPr algn="l"/>
            <a:r>
              <a:rPr lang="en-US" sz="1400" dirty="0">
                <a:latin typeface="+mj-lt"/>
              </a:rPr>
              <a:t>1. Showed how </a:t>
            </a:r>
            <a:r>
              <a:rPr lang="en-US" sz="1400" b="1" dirty="0">
                <a:latin typeface="+mj-lt"/>
              </a:rPr>
              <a:t>car types and prices differ across regions</a:t>
            </a:r>
            <a:r>
              <a:rPr lang="en-US" sz="1400" dirty="0">
                <a:latin typeface="+mj-lt"/>
              </a:rPr>
              <a:t>.</a:t>
            </a:r>
          </a:p>
          <a:p>
            <a:pPr algn="l"/>
            <a:r>
              <a:rPr lang="en-US" sz="1400" dirty="0">
                <a:latin typeface="+mj-lt"/>
              </a:rPr>
              <a:t>2. Revealed that </a:t>
            </a:r>
            <a:r>
              <a:rPr lang="en-US" sz="1400" b="1" dirty="0">
                <a:latin typeface="+mj-lt"/>
              </a:rPr>
              <a:t>older cars cluster into higher-mileage categories</a:t>
            </a:r>
            <a:r>
              <a:rPr lang="en-US" sz="1400" dirty="0">
                <a:latin typeface="+mj-lt"/>
              </a:rPr>
              <a:t>.</a:t>
            </a:r>
          </a:p>
          <a:p>
            <a:pPr algn="l"/>
            <a:r>
              <a:rPr lang="en-US" sz="1400" dirty="0">
                <a:latin typeface="+mj-lt"/>
              </a:rPr>
              <a:t>3. Identified </a:t>
            </a:r>
            <a:r>
              <a:rPr lang="en-US" sz="1400" b="1" dirty="0">
                <a:latin typeface="+mj-lt"/>
              </a:rPr>
              <a:t>which brands hold stronger resale value</a:t>
            </a:r>
            <a:r>
              <a:rPr lang="en-US" sz="1400" dirty="0">
                <a:latin typeface="+mj-lt"/>
              </a:rPr>
              <a:t>.</a:t>
            </a:r>
          </a:p>
          <a:p>
            <a:pPr algn="l"/>
            <a:r>
              <a:rPr lang="en-US" sz="1400" dirty="0">
                <a:latin typeface="+mj-lt"/>
              </a:rPr>
              <a:t>4. Dealer-state counts highlighted </a:t>
            </a:r>
            <a:r>
              <a:rPr lang="en-US" sz="1400" b="1" dirty="0">
                <a:latin typeface="+mj-lt"/>
              </a:rPr>
              <a:t>where most used cars are listed</a:t>
            </a:r>
            <a:r>
              <a:rPr lang="en-US" sz="1400" dirty="0">
                <a:latin typeface="+mj-lt"/>
              </a:rPr>
              <a:t>.</a:t>
            </a:r>
          </a:p>
          <a:p>
            <a:pPr algn="l"/>
            <a:r>
              <a:rPr lang="en-US" sz="1400" dirty="0">
                <a:latin typeface="+mj-lt"/>
              </a:rPr>
              <a:t>Overall, the tables </a:t>
            </a:r>
            <a:r>
              <a:rPr lang="en-US" sz="1400" b="1" dirty="0">
                <a:latin typeface="+mj-lt"/>
              </a:rPr>
              <a:t>guided my visualizations</a:t>
            </a:r>
            <a:r>
              <a:rPr lang="en-US" sz="1400" dirty="0">
                <a:latin typeface="+mj-lt"/>
              </a:rPr>
              <a:t> and supported trends later confirmed by </a:t>
            </a:r>
            <a:r>
              <a:rPr lang="en-US" sz="1400" b="1" dirty="0">
                <a:latin typeface="+mj-lt"/>
              </a:rPr>
              <a:t>regression and ANOVA</a:t>
            </a:r>
            <a:r>
              <a:rPr lang="en-US" sz="1400" dirty="0">
                <a:latin typeface="+mj-lt"/>
              </a:rPr>
              <a:t>.</a:t>
            </a:r>
          </a:p>
          <a:p>
            <a:pPr marL="0" lvl="0" indent="0" algn="l">
              <a:buSzPts val="1100"/>
            </a:pPr>
            <a:endParaRPr lang="en-US" sz="1400" dirty="0">
              <a:latin typeface="+mj-lt"/>
            </a:endParaRPr>
          </a:p>
        </p:txBody>
      </p:sp>
      <p:sp>
        <p:nvSpPr>
          <p:cNvPr id="418" name="Google Shape;418;p41"/>
          <p:cNvSpPr/>
          <p:nvPr/>
        </p:nvSpPr>
        <p:spPr>
          <a:xfrm rot="10800000" flipH="1">
            <a:off x="-38737" y="536274"/>
            <a:ext cx="9297685" cy="598895"/>
          </a:xfrm>
          <a:custGeom>
            <a:avLst/>
            <a:gdLst/>
            <a:ahLst/>
            <a:cxnLst/>
            <a:rect l="l" t="t" r="r" b="b"/>
            <a:pathLst>
              <a:path w="58499" h="3768" fill="none" extrusionOk="0">
                <a:moveTo>
                  <a:pt x="58499" y="2472"/>
                </a:moveTo>
                <a:lnTo>
                  <a:pt x="44663" y="2472"/>
                </a:lnTo>
                <a:lnTo>
                  <a:pt x="42191" y="0"/>
                </a:lnTo>
                <a:lnTo>
                  <a:pt x="27753" y="0"/>
                </a:lnTo>
                <a:lnTo>
                  <a:pt x="23986" y="3768"/>
                </a:lnTo>
                <a:lnTo>
                  <a:pt x="0" y="376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1"/>
          <p:cNvSpPr/>
          <p:nvPr/>
        </p:nvSpPr>
        <p:spPr>
          <a:xfrm rot="10800000" flipH="1">
            <a:off x="-1" y="3941625"/>
            <a:ext cx="9143941" cy="416176"/>
          </a:xfrm>
          <a:custGeom>
            <a:avLst/>
            <a:gdLst/>
            <a:ahLst/>
            <a:cxnLst/>
            <a:rect l="l" t="t" r="r" b="b"/>
            <a:pathLst>
              <a:path w="52272" h="2379" fill="none" extrusionOk="0">
                <a:moveTo>
                  <a:pt x="0" y="1"/>
                </a:moveTo>
                <a:lnTo>
                  <a:pt x="23309" y="1"/>
                </a:lnTo>
                <a:lnTo>
                  <a:pt x="25683" y="2378"/>
                </a:lnTo>
                <a:lnTo>
                  <a:pt x="52272" y="237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0BE52713-554E-06A4-8548-E095752B7891}"/>
              </a:ext>
            </a:extLst>
          </p:cNvPr>
          <p:cNvSpPr txBox="1"/>
          <p:nvPr/>
        </p:nvSpPr>
        <p:spPr>
          <a:xfrm>
            <a:off x="4571969" y="246333"/>
            <a:ext cx="2645228" cy="861774"/>
          </a:xfrm>
          <a:prstGeom prst="rect">
            <a:avLst/>
          </a:prstGeom>
          <a:noFill/>
        </p:spPr>
        <p:txBody>
          <a:bodyPr wrap="square" rtlCol="0">
            <a:spAutoFit/>
          </a:bodyPr>
          <a:lstStyle/>
          <a:p>
            <a:r>
              <a:rPr lang="en-US" sz="2500" b="1" dirty="0">
                <a:solidFill>
                  <a:schemeClr val="tx1"/>
                </a:solidFill>
              </a:rPr>
              <a:t>Pivot Table Summary</a:t>
            </a:r>
          </a:p>
        </p:txBody>
      </p:sp>
      <p:grpSp>
        <p:nvGrpSpPr>
          <p:cNvPr id="7" name="Google Shape;4948;p99">
            <a:extLst>
              <a:ext uri="{FF2B5EF4-FFF2-40B4-BE49-F238E27FC236}">
                <a16:creationId xmlns:a16="http://schemas.microsoft.com/office/drawing/2014/main" id="{4D3FC0FF-C36A-6A91-1779-CBF66B01935F}"/>
              </a:ext>
            </a:extLst>
          </p:cNvPr>
          <p:cNvGrpSpPr/>
          <p:nvPr/>
        </p:nvGrpSpPr>
        <p:grpSpPr>
          <a:xfrm>
            <a:off x="7815716" y="46870"/>
            <a:ext cx="660591" cy="688867"/>
            <a:chOff x="5830645" y="1267368"/>
            <a:chExt cx="530340" cy="553040"/>
          </a:xfrm>
        </p:grpSpPr>
        <p:sp>
          <p:nvSpPr>
            <p:cNvPr id="8" name="Google Shape;4949;p99">
              <a:extLst>
                <a:ext uri="{FF2B5EF4-FFF2-40B4-BE49-F238E27FC236}">
                  <a16:creationId xmlns:a16="http://schemas.microsoft.com/office/drawing/2014/main" id="{AEA36CC8-7F9B-4313-0848-BB0D02B893AC}"/>
                </a:ext>
              </a:extLst>
            </p:cNvPr>
            <p:cNvSpPr/>
            <p:nvPr/>
          </p:nvSpPr>
          <p:spPr>
            <a:xfrm>
              <a:off x="5994669" y="1442730"/>
              <a:ext cx="202317" cy="202342"/>
            </a:xfrm>
            <a:custGeom>
              <a:avLst/>
              <a:gdLst/>
              <a:ahLst/>
              <a:cxnLst/>
              <a:rect l="l" t="t" r="r" b="b"/>
              <a:pathLst>
                <a:path w="7941" h="7942" extrusionOk="0">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4950;p99">
              <a:extLst>
                <a:ext uri="{FF2B5EF4-FFF2-40B4-BE49-F238E27FC236}">
                  <a16:creationId xmlns:a16="http://schemas.microsoft.com/office/drawing/2014/main" id="{B0D36A98-623F-E752-8A63-B7BBC7245B44}"/>
                </a:ext>
              </a:extLst>
            </p:cNvPr>
            <p:cNvGrpSpPr/>
            <p:nvPr/>
          </p:nvGrpSpPr>
          <p:grpSpPr>
            <a:xfrm>
              <a:off x="5830645" y="1267368"/>
              <a:ext cx="259743" cy="269909"/>
              <a:chOff x="5830645" y="1267368"/>
              <a:chExt cx="259743" cy="269909"/>
            </a:xfrm>
          </p:grpSpPr>
          <p:sp>
            <p:nvSpPr>
              <p:cNvPr id="19" name="Google Shape;4951;p99">
                <a:extLst>
                  <a:ext uri="{FF2B5EF4-FFF2-40B4-BE49-F238E27FC236}">
                    <a16:creationId xmlns:a16="http://schemas.microsoft.com/office/drawing/2014/main" id="{DEC57C27-62B7-677F-D4DA-036B1F937602}"/>
                  </a:ext>
                </a:extLst>
              </p:cNvPr>
              <p:cNvSpPr/>
              <p:nvPr/>
            </p:nvSpPr>
            <p:spPr>
              <a:xfrm>
                <a:off x="5830645" y="1304897"/>
                <a:ext cx="259743" cy="232380"/>
              </a:xfrm>
              <a:custGeom>
                <a:avLst/>
                <a:gdLst/>
                <a:ahLst/>
                <a:cxnLst/>
                <a:rect l="l" t="t" r="r" b="b"/>
                <a:pathLst>
                  <a:path w="10195" h="9121" extrusionOk="0">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4952;p99">
                <a:extLst>
                  <a:ext uri="{FF2B5EF4-FFF2-40B4-BE49-F238E27FC236}">
                    <a16:creationId xmlns:a16="http://schemas.microsoft.com/office/drawing/2014/main" id="{E32D6654-5F0D-D1FE-B115-63A0665459B6}"/>
                  </a:ext>
                </a:extLst>
              </p:cNvPr>
              <p:cNvSpPr/>
              <p:nvPr/>
            </p:nvSpPr>
            <p:spPr>
              <a:xfrm>
                <a:off x="5922950" y="1267368"/>
                <a:ext cx="75057" cy="75057"/>
              </a:xfrm>
              <a:custGeom>
                <a:avLst/>
                <a:gdLst/>
                <a:ahLst/>
                <a:cxnLst/>
                <a:rect l="l" t="t" r="r" b="b"/>
                <a:pathLst>
                  <a:path w="2946" h="2946" extrusionOk="0">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4953;p99">
              <a:extLst>
                <a:ext uri="{FF2B5EF4-FFF2-40B4-BE49-F238E27FC236}">
                  <a16:creationId xmlns:a16="http://schemas.microsoft.com/office/drawing/2014/main" id="{1B84B7A7-F630-044D-B6A0-28E7EC050A21}"/>
                </a:ext>
              </a:extLst>
            </p:cNvPr>
            <p:cNvGrpSpPr/>
            <p:nvPr/>
          </p:nvGrpSpPr>
          <p:grpSpPr>
            <a:xfrm>
              <a:off x="6101293" y="1267368"/>
              <a:ext cx="259692" cy="269909"/>
              <a:chOff x="6101293" y="1267368"/>
              <a:chExt cx="259692" cy="269909"/>
            </a:xfrm>
          </p:grpSpPr>
          <p:sp>
            <p:nvSpPr>
              <p:cNvPr id="17" name="Google Shape;4954;p99">
                <a:extLst>
                  <a:ext uri="{FF2B5EF4-FFF2-40B4-BE49-F238E27FC236}">
                    <a16:creationId xmlns:a16="http://schemas.microsoft.com/office/drawing/2014/main" id="{6C83B28E-C7EE-B26D-1DB5-B21376B06B7D}"/>
                  </a:ext>
                </a:extLst>
              </p:cNvPr>
              <p:cNvSpPr/>
              <p:nvPr/>
            </p:nvSpPr>
            <p:spPr>
              <a:xfrm>
                <a:off x="6101293" y="1304897"/>
                <a:ext cx="259692" cy="232380"/>
              </a:xfrm>
              <a:custGeom>
                <a:avLst/>
                <a:gdLst/>
                <a:ahLst/>
                <a:cxnLst/>
                <a:rect l="l" t="t" r="r" b="b"/>
                <a:pathLst>
                  <a:path w="10193" h="9121" extrusionOk="0">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4955;p99">
                <a:extLst>
                  <a:ext uri="{FF2B5EF4-FFF2-40B4-BE49-F238E27FC236}">
                    <a16:creationId xmlns:a16="http://schemas.microsoft.com/office/drawing/2014/main" id="{57E42E71-DC4D-86D7-309C-F5C3892BB140}"/>
                  </a:ext>
                </a:extLst>
              </p:cNvPr>
              <p:cNvSpPr/>
              <p:nvPr/>
            </p:nvSpPr>
            <p:spPr>
              <a:xfrm>
                <a:off x="6193623" y="1267368"/>
                <a:ext cx="75031" cy="75057"/>
              </a:xfrm>
              <a:custGeom>
                <a:avLst/>
                <a:gdLst/>
                <a:ahLst/>
                <a:cxnLst/>
                <a:rect l="l" t="t" r="r" b="b"/>
                <a:pathLst>
                  <a:path w="2945" h="2946" extrusionOk="0">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4956;p99">
              <a:extLst>
                <a:ext uri="{FF2B5EF4-FFF2-40B4-BE49-F238E27FC236}">
                  <a16:creationId xmlns:a16="http://schemas.microsoft.com/office/drawing/2014/main" id="{9197088E-BD62-EE1D-28C7-65E75402AFD6}"/>
                </a:ext>
              </a:extLst>
            </p:cNvPr>
            <p:cNvGrpSpPr/>
            <p:nvPr/>
          </p:nvGrpSpPr>
          <p:grpSpPr>
            <a:xfrm>
              <a:off x="5830645" y="1550500"/>
              <a:ext cx="259692" cy="269909"/>
              <a:chOff x="5830645" y="1550500"/>
              <a:chExt cx="259692" cy="269909"/>
            </a:xfrm>
          </p:grpSpPr>
          <p:sp>
            <p:nvSpPr>
              <p:cNvPr id="15" name="Google Shape;4957;p99">
                <a:extLst>
                  <a:ext uri="{FF2B5EF4-FFF2-40B4-BE49-F238E27FC236}">
                    <a16:creationId xmlns:a16="http://schemas.microsoft.com/office/drawing/2014/main" id="{371B0DCB-EB9A-8640-3335-064C59005D1E}"/>
                  </a:ext>
                </a:extLst>
              </p:cNvPr>
              <p:cNvSpPr/>
              <p:nvPr/>
            </p:nvSpPr>
            <p:spPr>
              <a:xfrm>
                <a:off x="5830645" y="1550500"/>
                <a:ext cx="259692" cy="232406"/>
              </a:xfrm>
              <a:custGeom>
                <a:avLst/>
                <a:gdLst/>
                <a:ahLst/>
                <a:cxnLst/>
                <a:rect l="l" t="t" r="r" b="b"/>
                <a:pathLst>
                  <a:path w="10193" h="9122" extrusionOk="0">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958;p99">
                <a:extLst>
                  <a:ext uri="{FF2B5EF4-FFF2-40B4-BE49-F238E27FC236}">
                    <a16:creationId xmlns:a16="http://schemas.microsoft.com/office/drawing/2014/main" id="{4C9B2764-3EE7-B429-7ACE-49A5F2EB45E4}"/>
                  </a:ext>
                </a:extLst>
              </p:cNvPr>
              <p:cNvSpPr/>
              <p:nvPr/>
            </p:nvSpPr>
            <p:spPr>
              <a:xfrm>
                <a:off x="5922950" y="1745352"/>
                <a:ext cx="75057" cy="75057"/>
              </a:xfrm>
              <a:custGeom>
                <a:avLst/>
                <a:gdLst/>
                <a:ahLst/>
                <a:cxnLst/>
                <a:rect l="l" t="t" r="r" b="b"/>
                <a:pathLst>
                  <a:path w="2946" h="2946" extrusionOk="0">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4959;p99">
              <a:extLst>
                <a:ext uri="{FF2B5EF4-FFF2-40B4-BE49-F238E27FC236}">
                  <a16:creationId xmlns:a16="http://schemas.microsoft.com/office/drawing/2014/main" id="{60C5BE51-F2C4-1065-B163-953492F51455}"/>
                </a:ext>
              </a:extLst>
            </p:cNvPr>
            <p:cNvGrpSpPr/>
            <p:nvPr/>
          </p:nvGrpSpPr>
          <p:grpSpPr>
            <a:xfrm>
              <a:off x="6101293" y="1550500"/>
              <a:ext cx="259692" cy="269909"/>
              <a:chOff x="6101293" y="1550500"/>
              <a:chExt cx="259692" cy="269909"/>
            </a:xfrm>
          </p:grpSpPr>
          <p:sp>
            <p:nvSpPr>
              <p:cNvPr id="13" name="Google Shape;4960;p99">
                <a:extLst>
                  <a:ext uri="{FF2B5EF4-FFF2-40B4-BE49-F238E27FC236}">
                    <a16:creationId xmlns:a16="http://schemas.microsoft.com/office/drawing/2014/main" id="{80DEAD9A-50BB-D264-7EDF-06A904939561}"/>
                  </a:ext>
                </a:extLst>
              </p:cNvPr>
              <p:cNvSpPr/>
              <p:nvPr/>
            </p:nvSpPr>
            <p:spPr>
              <a:xfrm>
                <a:off x="6101293" y="1550500"/>
                <a:ext cx="259692" cy="232406"/>
              </a:xfrm>
              <a:custGeom>
                <a:avLst/>
                <a:gdLst/>
                <a:ahLst/>
                <a:cxnLst/>
                <a:rect l="l" t="t" r="r" b="b"/>
                <a:pathLst>
                  <a:path w="10193" h="9122" extrusionOk="0">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961;p99">
                <a:extLst>
                  <a:ext uri="{FF2B5EF4-FFF2-40B4-BE49-F238E27FC236}">
                    <a16:creationId xmlns:a16="http://schemas.microsoft.com/office/drawing/2014/main" id="{C4468C91-E3E3-2493-E23A-4082A125E105}"/>
                  </a:ext>
                </a:extLst>
              </p:cNvPr>
              <p:cNvSpPr/>
              <p:nvPr/>
            </p:nvSpPr>
            <p:spPr>
              <a:xfrm>
                <a:off x="6193623" y="1745352"/>
                <a:ext cx="75031" cy="75057"/>
              </a:xfrm>
              <a:custGeom>
                <a:avLst/>
                <a:gdLst/>
                <a:ahLst/>
                <a:cxnLst/>
                <a:rect l="l" t="t" r="r" b="b"/>
                <a:pathLst>
                  <a:path w="2945" h="2946" extrusionOk="0">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 name="Google Shape;4948;p99">
            <a:extLst>
              <a:ext uri="{FF2B5EF4-FFF2-40B4-BE49-F238E27FC236}">
                <a16:creationId xmlns:a16="http://schemas.microsoft.com/office/drawing/2014/main" id="{BF835BEE-EE4D-2F47-B9B5-10EE2BB7D2B0}"/>
              </a:ext>
            </a:extLst>
          </p:cNvPr>
          <p:cNvGrpSpPr/>
          <p:nvPr/>
        </p:nvGrpSpPr>
        <p:grpSpPr>
          <a:xfrm>
            <a:off x="571469" y="4436378"/>
            <a:ext cx="660591" cy="688867"/>
            <a:chOff x="5830645" y="1267368"/>
            <a:chExt cx="530340" cy="553040"/>
          </a:xfrm>
        </p:grpSpPr>
        <p:sp>
          <p:nvSpPr>
            <p:cNvPr id="22" name="Google Shape;4949;p99">
              <a:extLst>
                <a:ext uri="{FF2B5EF4-FFF2-40B4-BE49-F238E27FC236}">
                  <a16:creationId xmlns:a16="http://schemas.microsoft.com/office/drawing/2014/main" id="{9D68CF43-6D49-0179-E23D-F402A86916F8}"/>
                </a:ext>
              </a:extLst>
            </p:cNvPr>
            <p:cNvSpPr/>
            <p:nvPr/>
          </p:nvSpPr>
          <p:spPr>
            <a:xfrm>
              <a:off x="5994669" y="1442730"/>
              <a:ext cx="202317" cy="202342"/>
            </a:xfrm>
            <a:custGeom>
              <a:avLst/>
              <a:gdLst/>
              <a:ahLst/>
              <a:cxnLst/>
              <a:rect l="l" t="t" r="r" b="b"/>
              <a:pathLst>
                <a:path w="7941" h="7942" extrusionOk="0">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 name="Google Shape;4950;p99">
              <a:extLst>
                <a:ext uri="{FF2B5EF4-FFF2-40B4-BE49-F238E27FC236}">
                  <a16:creationId xmlns:a16="http://schemas.microsoft.com/office/drawing/2014/main" id="{A22B753A-BAE5-B7BF-8AC5-9124CD7C17C5}"/>
                </a:ext>
              </a:extLst>
            </p:cNvPr>
            <p:cNvGrpSpPr/>
            <p:nvPr/>
          </p:nvGrpSpPr>
          <p:grpSpPr>
            <a:xfrm>
              <a:off x="5830645" y="1267368"/>
              <a:ext cx="259743" cy="269909"/>
              <a:chOff x="5830645" y="1267368"/>
              <a:chExt cx="259743" cy="269909"/>
            </a:xfrm>
          </p:grpSpPr>
          <p:sp>
            <p:nvSpPr>
              <p:cNvPr id="33" name="Google Shape;4951;p99">
                <a:extLst>
                  <a:ext uri="{FF2B5EF4-FFF2-40B4-BE49-F238E27FC236}">
                    <a16:creationId xmlns:a16="http://schemas.microsoft.com/office/drawing/2014/main" id="{AA3C4733-106A-8803-308B-9760FAFC4296}"/>
                  </a:ext>
                </a:extLst>
              </p:cNvPr>
              <p:cNvSpPr/>
              <p:nvPr/>
            </p:nvSpPr>
            <p:spPr>
              <a:xfrm>
                <a:off x="5830645" y="1304897"/>
                <a:ext cx="259743" cy="232380"/>
              </a:xfrm>
              <a:custGeom>
                <a:avLst/>
                <a:gdLst/>
                <a:ahLst/>
                <a:cxnLst/>
                <a:rect l="l" t="t" r="r" b="b"/>
                <a:pathLst>
                  <a:path w="10195" h="9121" extrusionOk="0">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952;p99">
                <a:extLst>
                  <a:ext uri="{FF2B5EF4-FFF2-40B4-BE49-F238E27FC236}">
                    <a16:creationId xmlns:a16="http://schemas.microsoft.com/office/drawing/2014/main" id="{3CEAA56D-DA0B-63C2-AF8D-31510A13F1DA}"/>
                  </a:ext>
                </a:extLst>
              </p:cNvPr>
              <p:cNvSpPr/>
              <p:nvPr/>
            </p:nvSpPr>
            <p:spPr>
              <a:xfrm>
                <a:off x="5922950" y="1267368"/>
                <a:ext cx="75057" cy="75057"/>
              </a:xfrm>
              <a:custGeom>
                <a:avLst/>
                <a:gdLst/>
                <a:ahLst/>
                <a:cxnLst/>
                <a:rect l="l" t="t" r="r" b="b"/>
                <a:pathLst>
                  <a:path w="2946" h="2946" extrusionOk="0">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4953;p99">
              <a:extLst>
                <a:ext uri="{FF2B5EF4-FFF2-40B4-BE49-F238E27FC236}">
                  <a16:creationId xmlns:a16="http://schemas.microsoft.com/office/drawing/2014/main" id="{255693C6-519D-E49C-D984-DC7E9591B493}"/>
                </a:ext>
              </a:extLst>
            </p:cNvPr>
            <p:cNvGrpSpPr/>
            <p:nvPr/>
          </p:nvGrpSpPr>
          <p:grpSpPr>
            <a:xfrm>
              <a:off x="6101293" y="1267368"/>
              <a:ext cx="259692" cy="269909"/>
              <a:chOff x="6101293" y="1267368"/>
              <a:chExt cx="259692" cy="269909"/>
            </a:xfrm>
          </p:grpSpPr>
          <p:sp>
            <p:nvSpPr>
              <p:cNvPr id="31" name="Google Shape;4954;p99">
                <a:extLst>
                  <a:ext uri="{FF2B5EF4-FFF2-40B4-BE49-F238E27FC236}">
                    <a16:creationId xmlns:a16="http://schemas.microsoft.com/office/drawing/2014/main" id="{864B5D36-DA6F-3FF0-F328-CC50B762A334}"/>
                  </a:ext>
                </a:extLst>
              </p:cNvPr>
              <p:cNvSpPr/>
              <p:nvPr/>
            </p:nvSpPr>
            <p:spPr>
              <a:xfrm>
                <a:off x="6101293" y="1304897"/>
                <a:ext cx="259692" cy="232380"/>
              </a:xfrm>
              <a:custGeom>
                <a:avLst/>
                <a:gdLst/>
                <a:ahLst/>
                <a:cxnLst/>
                <a:rect l="l" t="t" r="r" b="b"/>
                <a:pathLst>
                  <a:path w="10193" h="9121" extrusionOk="0">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955;p99">
                <a:extLst>
                  <a:ext uri="{FF2B5EF4-FFF2-40B4-BE49-F238E27FC236}">
                    <a16:creationId xmlns:a16="http://schemas.microsoft.com/office/drawing/2014/main" id="{746AB151-E809-AD38-FB6E-0D678DCE2A83}"/>
                  </a:ext>
                </a:extLst>
              </p:cNvPr>
              <p:cNvSpPr/>
              <p:nvPr/>
            </p:nvSpPr>
            <p:spPr>
              <a:xfrm>
                <a:off x="6193623" y="1267368"/>
                <a:ext cx="75031" cy="75057"/>
              </a:xfrm>
              <a:custGeom>
                <a:avLst/>
                <a:gdLst/>
                <a:ahLst/>
                <a:cxnLst/>
                <a:rect l="l" t="t" r="r" b="b"/>
                <a:pathLst>
                  <a:path w="2945" h="2946" extrusionOk="0">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4956;p99">
              <a:extLst>
                <a:ext uri="{FF2B5EF4-FFF2-40B4-BE49-F238E27FC236}">
                  <a16:creationId xmlns:a16="http://schemas.microsoft.com/office/drawing/2014/main" id="{04F49016-E2D9-E0FC-8FEF-C767EF93EF7E}"/>
                </a:ext>
              </a:extLst>
            </p:cNvPr>
            <p:cNvGrpSpPr/>
            <p:nvPr/>
          </p:nvGrpSpPr>
          <p:grpSpPr>
            <a:xfrm>
              <a:off x="5830645" y="1550500"/>
              <a:ext cx="259692" cy="269909"/>
              <a:chOff x="5830645" y="1550500"/>
              <a:chExt cx="259692" cy="269909"/>
            </a:xfrm>
          </p:grpSpPr>
          <p:sp>
            <p:nvSpPr>
              <p:cNvPr id="29" name="Google Shape;4957;p99">
                <a:extLst>
                  <a:ext uri="{FF2B5EF4-FFF2-40B4-BE49-F238E27FC236}">
                    <a16:creationId xmlns:a16="http://schemas.microsoft.com/office/drawing/2014/main" id="{E195CB06-5105-6071-6AA8-5AE3186BC4F1}"/>
                  </a:ext>
                </a:extLst>
              </p:cNvPr>
              <p:cNvSpPr/>
              <p:nvPr/>
            </p:nvSpPr>
            <p:spPr>
              <a:xfrm>
                <a:off x="5830645" y="1550500"/>
                <a:ext cx="259692" cy="232406"/>
              </a:xfrm>
              <a:custGeom>
                <a:avLst/>
                <a:gdLst/>
                <a:ahLst/>
                <a:cxnLst/>
                <a:rect l="l" t="t" r="r" b="b"/>
                <a:pathLst>
                  <a:path w="10193" h="9122" extrusionOk="0">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958;p99">
                <a:extLst>
                  <a:ext uri="{FF2B5EF4-FFF2-40B4-BE49-F238E27FC236}">
                    <a16:creationId xmlns:a16="http://schemas.microsoft.com/office/drawing/2014/main" id="{EAE21F47-8C6E-98EA-0BB5-A1485C9C55BB}"/>
                  </a:ext>
                </a:extLst>
              </p:cNvPr>
              <p:cNvSpPr/>
              <p:nvPr/>
            </p:nvSpPr>
            <p:spPr>
              <a:xfrm>
                <a:off x="5922950" y="1745352"/>
                <a:ext cx="75057" cy="75057"/>
              </a:xfrm>
              <a:custGeom>
                <a:avLst/>
                <a:gdLst/>
                <a:ahLst/>
                <a:cxnLst/>
                <a:rect l="l" t="t" r="r" b="b"/>
                <a:pathLst>
                  <a:path w="2946" h="2946" extrusionOk="0">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4959;p99">
              <a:extLst>
                <a:ext uri="{FF2B5EF4-FFF2-40B4-BE49-F238E27FC236}">
                  <a16:creationId xmlns:a16="http://schemas.microsoft.com/office/drawing/2014/main" id="{F7828B5B-5317-AC10-1E77-188193EFE3B5}"/>
                </a:ext>
              </a:extLst>
            </p:cNvPr>
            <p:cNvGrpSpPr/>
            <p:nvPr/>
          </p:nvGrpSpPr>
          <p:grpSpPr>
            <a:xfrm>
              <a:off x="6101293" y="1550500"/>
              <a:ext cx="259692" cy="269909"/>
              <a:chOff x="6101293" y="1550500"/>
              <a:chExt cx="259692" cy="269909"/>
            </a:xfrm>
          </p:grpSpPr>
          <p:sp>
            <p:nvSpPr>
              <p:cNvPr id="27" name="Google Shape;4960;p99">
                <a:extLst>
                  <a:ext uri="{FF2B5EF4-FFF2-40B4-BE49-F238E27FC236}">
                    <a16:creationId xmlns:a16="http://schemas.microsoft.com/office/drawing/2014/main" id="{670D0939-09CF-7728-8651-0B585C3B5E3D}"/>
                  </a:ext>
                </a:extLst>
              </p:cNvPr>
              <p:cNvSpPr/>
              <p:nvPr/>
            </p:nvSpPr>
            <p:spPr>
              <a:xfrm>
                <a:off x="6101293" y="1550500"/>
                <a:ext cx="259692" cy="232406"/>
              </a:xfrm>
              <a:custGeom>
                <a:avLst/>
                <a:gdLst/>
                <a:ahLst/>
                <a:cxnLst/>
                <a:rect l="l" t="t" r="r" b="b"/>
                <a:pathLst>
                  <a:path w="10193" h="9122" extrusionOk="0">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961;p99">
                <a:extLst>
                  <a:ext uri="{FF2B5EF4-FFF2-40B4-BE49-F238E27FC236}">
                    <a16:creationId xmlns:a16="http://schemas.microsoft.com/office/drawing/2014/main" id="{0232DA35-CC41-A588-8A94-D457F420B0A4}"/>
                  </a:ext>
                </a:extLst>
              </p:cNvPr>
              <p:cNvSpPr/>
              <p:nvPr/>
            </p:nvSpPr>
            <p:spPr>
              <a:xfrm>
                <a:off x="6193623" y="1745352"/>
                <a:ext cx="75031" cy="75057"/>
              </a:xfrm>
              <a:custGeom>
                <a:avLst/>
                <a:gdLst/>
                <a:ahLst/>
                <a:cxnLst/>
                <a:rect l="l" t="t" r="r" b="b"/>
                <a:pathLst>
                  <a:path w="2945" h="2946" extrusionOk="0">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5" name="Google Shape;425;p42"/>
          <p:cNvSpPr txBox="1">
            <a:spLocks noGrp="1"/>
          </p:cNvSpPr>
          <p:nvPr>
            <p:ph type="title"/>
          </p:nvPr>
        </p:nvSpPr>
        <p:spPr>
          <a:xfrm>
            <a:off x="239570" y="2193754"/>
            <a:ext cx="4463825" cy="1405800"/>
          </a:xfrm>
          <a:prstGeom prst="rect">
            <a:avLst/>
          </a:prstGeom>
        </p:spPr>
        <p:txBody>
          <a:bodyPr spcFirstLastPara="1" wrap="square" lIns="91425" tIns="91425" rIns="91425" bIns="91425" anchor="ctr" anchorCtr="0">
            <a:noAutofit/>
          </a:bodyPr>
          <a:lstStyle/>
          <a:p>
            <a:r>
              <a:rPr lang="en-US" sz="1400" b="0" dirty="0">
                <a:latin typeface="+mj-lt"/>
              </a:rPr>
              <a:t>1.  Model 1 (numeric features only)  explained 13% of   price variation.</a:t>
            </a:r>
            <a:br>
              <a:rPr lang="en-US" sz="1400" b="0" dirty="0">
                <a:latin typeface="+mj-lt"/>
              </a:rPr>
            </a:br>
            <a:r>
              <a:rPr lang="en-US" sz="1400" b="0" dirty="0">
                <a:latin typeface="+mj-lt"/>
              </a:rPr>
              <a:t>2.  Model 2 (adding brand, region, origin, stock type, car type) improved to Adjusted R² = 0.633.</a:t>
            </a:r>
            <a:br>
              <a:rPr lang="en-US" sz="1400" b="0" dirty="0">
                <a:latin typeface="+mj-lt"/>
              </a:rPr>
            </a:br>
            <a:r>
              <a:rPr lang="en-US" sz="1400" b="0" dirty="0">
                <a:latin typeface="+mj-lt"/>
              </a:rPr>
              <a:t>3.  ANOVA confirmed Model 2 is significantly better (p = 0.0).</a:t>
            </a:r>
            <a:br>
              <a:rPr lang="en-US" sz="1400" b="0" dirty="0">
                <a:latin typeface="+mj-lt"/>
              </a:rPr>
            </a:br>
            <a:r>
              <a:rPr lang="en-US" sz="1400" b="0" dirty="0">
                <a:latin typeface="+mj-lt"/>
              </a:rPr>
              <a:t>Brand, origin, and car type influence resale value more than mileage or age alone.</a:t>
            </a:r>
            <a:br>
              <a:rPr lang="en-US" sz="1400" dirty="0">
                <a:latin typeface="+mj-lt"/>
              </a:rPr>
            </a:br>
            <a:r>
              <a:rPr lang="en-US" sz="1400" b="0" dirty="0">
                <a:latin typeface="+mj-lt"/>
              </a:rPr>
              <a:t>4.  Pivot tables + visualizations showed consistent patterns across regions, brands, and vehicle categories.</a:t>
            </a:r>
            <a:br>
              <a:rPr lang="en-US" sz="1400" b="0" dirty="0">
                <a:latin typeface="+mj-lt"/>
              </a:rPr>
            </a:br>
            <a:r>
              <a:rPr lang="en-US" sz="1400" b="0" dirty="0">
                <a:latin typeface="+mj-lt"/>
              </a:rPr>
              <a:t>5.  Overall, resale price depends on both car condition and market identity.</a:t>
            </a:r>
            <a:br>
              <a:rPr lang="en-US" sz="1400" b="0" dirty="0">
                <a:latin typeface="+mj-lt"/>
              </a:rPr>
            </a:br>
            <a:endParaRPr sz="1400" b="0" dirty="0">
              <a:latin typeface="+mj-lt"/>
            </a:endParaRPr>
          </a:p>
        </p:txBody>
      </p:sp>
      <p:sp>
        <p:nvSpPr>
          <p:cNvPr id="426" name="Google Shape;426;p42"/>
          <p:cNvSpPr txBox="1">
            <a:spLocks noGrp="1"/>
          </p:cNvSpPr>
          <p:nvPr>
            <p:ph type="title" idx="2"/>
          </p:nvPr>
        </p:nvSpPr>
        <p:spPr>
          <a:xfrm>
            <a:off x="620487" y="421957"/>
            <a:ext cx="3311814" cy="1193100"/>
          </a:xfrm>
          <a:prstGeom prst="rect">
            <a:avLst/>
          </a:prstGeom>
        </p:spPr>
        <p:txBody>
          <a:bodyPr spcFirstLastPara="1" wrap="square" lIns="91425" tIns="91425" rIns="91425" bIns="91425" anchor="ctr" anchorCtr="0">
            <a:noAutofit/>
          </a:bodyPr>
          <a:lstStyle/>
          <a:p>
            <a:pPr lvl="0"/>
            <a:r>
              <a:rPr lang="en-US" sz="2500" dirty="0">
                <a:latin typeface="+mj-lt"/>
              </a:rPr>
              <a:t>Final Conclusions:</a:t>
            </a:r>
            <a:endParaRPr sz="2500" dirty="0">
              <a:latin typeface="+mj-lt"/>
            </a:endParaRPr>
          </a:p>
        </p:txBody>
      </p:sp>
      <p:sp>
        <p:nvSpPr>
          <p:cNvPr id="428" name="Google Shape;428;p42"/>
          <p:cNvSpPr/>
          <p:nvPr/>
        </p:nvSpPr>
        <p:spPr>
          <a:xfrm rot="-5400000">
            <a:off x="6138900" y="2243625"/>
            <a:ext cx="5295900" cy="714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42"/>
          <p:cNvSpPr/>
          <p:nvPr/>
        </p:nvSpPr>
        <p:spPr>
          <a:xfrm flipH="1">
            <a:off x="2821781" y="4699662"/>
            <a:ext cx="5609244" cy="547356"/>
          </a:xfrm>
          <a:custGeom>
            <a:avLst/>
            <a:gdLst/>
            <a:ahLst/>
            <a:cxnLst/>
            <a:rect l="l" t="t" r="r" b="b"/>
            <a:pathLst>
              <a:path w="51014" h="4978" fill="none" extrusionOk="0">
                <a:moveTo>
                  <a:pt x="1" y="3301"/>
                </a:moveTo>
                <a:lnTo>
                  <a:pt x="7560" y="3301"/>
                </a:lnTo>
                <a:lnTo>
                  <a:pt x="10860" y="1"/>
                </a:lnTo>
                <a:lnTo>
                  <a:pt x="29697" y="1"/>
                </a:lnTo>
                <a:lnTo>
                  <a:pt x="34677" y="4978"/>
                </a:lnTo>
                <a:lnTo>
                  <a:pt x="51014" y="497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42"/>
          <p:cNvSpPr/>
          <p:nvPr/>
        </p:nvSpPr>
        <p:spPr>
          <a:xfrm flipH="1">
            <a:off x="-594014" y="4492823"/>
            <a:ext cx="5349365" cy="449396"/>
          </a:xfrm>
          <a:custGeom>
            <a:avLst/>
            <a:gdLst/>
            <a:ahLst/>
            <a:cxnLst/>
            <a:rect l="l" t="t" r="r" b="b"/>
            <a:pathLst>
              <a:path w="56278" h="4728" fill="none" extrusionOk="0">
                <a:moveTo>
                  <a:pt x="0" y="4727"/>
                </a:moveTo>
                <a:lnTo>
                  <a:pt x="25536" y="4727"/>
                </a:lnTo>
                <a:lnTo>
                  <a:pt x="30262" y="1"/>
                </a:lnTo>
                <a:lnTo>
                  <a:pt x="56277" y="1"/>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oogle Shape;5000;p99">
            <a:extLst>
              <a:ext uri="{FF2B5EF4-FFF2-40B4-BE49-F238E27FC236}">
                <a16:creationId xmlns:a16="http://schemas.microsoft.com/office/drawing/2014/main" id="{7BC7618E-CAC4-AD72-D2A3-0C2C9DA87801}"/>
              </a:ext>
            </a:extLst>
          </p:cNvPr>
          <p:cNvGrpSpPr/>
          <p:nvPr/>
        </p:nvGrpSpPr>
        <p:grpSpPr>
          <a:xfrm>
            <a:off x="5087512" y="1579773"/>
            <a:ext cx="3010028" cy="2330665"/>
            <a:chOff x="6598259" y="2078634"/>
            <a:chExt cx="868881" cy="684241"/>
          </a:xfrm>
        </p:grpSpPr>
        <p:sp>
          <p:nvSpPr>
            <p:cNvPr id="7" name="Google Shape;5001;p99">
              <a:extLst>
                <a:ext uri="{FF2B5EF4-FFF2-40B4-BE49-F238E27FC236}">
                  <a16:creationId xmlns:a16="http://schemas.microsoft.com/office/drawing/2014/main" id="{90D22D73-2E64-4D19-19D9-75011D96B42E}"/>
                </a:ext>
              </a:extLst>
            </p:cNvPr>
            <p:cNvSpPr/>
            <p:nvPr/>
          </p:nvSpPr>
          <p:spPr>
            <a:xfrm>
              <a:off x="7165957" y="2159753"/>
              <a:ext cx="286185" cy="107120"/>
            </a:xfrm>
            <a:custGeom>
              <a:avLst/>
              <a:gdLst/>
              <a:ahLst/>
              <a:cxnLst/>
              <a:rect l="l" t="t" r="r" b="b"/>
              <a:pathLst>
                <a:path w="48506" h="18156" extrusionOk="0">
                  <a:moveTo>
                    <a:pt x="1" y="1"/>
                  </a:moveTo>
                  <a:lnTo>
                    <a:pt x="1" y="18156"/>
                  </a:lnTo>
                  <a:lnTo>
                    <a:pt x="48506" y="18156"/>
                  </a:lnTo>
                  <a:lnTo>
                    <a:pt x="48506" y="1"/>
                  </a:ln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002;p99">
              <a:extLst>
                <a:ext uri="{FF2B5EF4-FFF2-40B4-BE49-F238E27FC236}">
                  <a16:creationId xmlns:a16="http://schemas.microsoft.com/office/drawing/2014/main" id="{4D8E3854-84A1-1245-F028-D164098E999D}"/>
                </a:ext>
              </a:extLst>
            </p:cNvPr>
            <p:cNvSpPr/>
            <p:nvPr/>
          </p:nvSpPr>
          <p:spPr>
            <a:xfrm>
              <a:off x="7085764" y="2536793"/>
              <a:ext cx="349475" cy="107120"/>
            </a:xfrm>
            <a:custGeom>
              <a:avLst/>
              <a:gdLst/>
              <a:ahLst/>
              <a:cxnLst/>
              <a:rect l="l" t="t" r="r" b="b"/>
              <a:pathLst>
                <a:path w="59233" h="18156" extrusionOk="0">
                  <a:moveTo>
                    <a:pt x="1" y="1"/>
                  </a:moveTo>
                  <a:lnTo>
                    <a:pt x="1" y="18156"/>
                  </a:lnTo>
                  <a:lnTo>
                    <a:pt x="59233" y="18156"/>
                  </a:lnTo>
                  <a:lnTo>
                    <a:pt x="59233" y="1"/>
                  </a:ln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003;p99">
              <a:extLst>
                <a:ext uri="{FF2B5EF4-FFF2-40B4-BE49-F238E27FC236}">
                  <a16:creationId xmlns:a16="http://schemas.microsoft.com/office/drawing/2014/main" id="{E65A7673-357D-85D4-E5D6-2A6FC6CCC5C5}"/>
                </a:ext>
              </a:extLst>
            </p:cNvPr>
            <p:cNvSpPr/>
            <p:nvPr/>
          </p:nvSpPr>
          <p:spPr>
            <a:xfrm>
              <a:off x="6598259" y="2195183"/>
              <a:ext cx="271241" cy="107120"/>
            </a:xfrm>
            <a:custGeom>
              <a:avLst/>
              <a:gdLst/>
              <a:ahLst/>
              <a:cxnLst/>
              <a:rect l="l" t="t" r="r" b="b"/>
              <a:pathLst>
                <a:path w="45973" h="18156" extrusionOk="0">
                  <a:moveTo>
                    <a:pt x="1" y="0"/>
                  </a:moveTo>
                  <a:lnTo>
                    <a:pt x="1" y="18156"/>
                  </a:lnTo>
                  <a:lnTo>
                    <a:pt x="45972" y="18156"/>
                  </a:lnTo>
                  <a:lnTo>
                    <a:pt x="45972" y="0"/>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004;p99">
              <a:extLst>
                <a:ext uri="{FF2B5EF4-FFF2-40B4-BE49-F238E27FC236}">
                  <a16:creationId xmlns:a16="http://schemas.microsoft.com/office/drawing/2014/main" id="{F3934742-A252-15D9-F4B9-97D2E6004F2C}"/>
                </a:ext>
              </a:extLst>
            </p:cNvPr>
            <p:cNvSpPr/>
            <p:nvPr/>
          </p:nvSpPr>
          <p:spPr>
            <a:xfrm>
              <a:off x="6604064" y="2370778"/>
              <a:ext cx="358696" cy="107126"/>
            </a:xfrm>
            <a:custGeom>
              <a:avLst/>
              <a:gdLst/>
              <a:ahLst/>
              <a:cxnLst/>
              <a:rect l="l" t="t" r="r" b="b"/>
              <a:pathLst>
                <a:path w="60796" h="18157" extrusionOk="0">
                  <a:moveTo>
                    <a:pt x="0" y="1"/>
                  </a:moveTo>
                  <a:lnTo>
                    <a:pt x="0" y="18156"/>
                  </a:lnTo>
                  <a:lnTo>
                    <a:pt x="60796" y="18156"/>
                  </a:lnTo>
                  <a:lnTo>
                    <a:pt x="60796" y="1"/>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005;p99">
              <a:extLst>
                <a:ext uri="{FF2B5EF4-FFF2-40B4-BE49-F238E27FC236}">
                  <a16:creationId xmlns:a16="http://schemas.microsoft.com/office/drawing/2014/main" id="{5DC7CF0B-F6F8-F96F-A59E-57B4C5AFA35F}"/>
                </a:ext>
              </a:extLst>
            </p:cNvPr>
            <p:cNvSpPr/>
            <p:nvPr/>
          </p:nvSpPr>
          <p:spPr>
            <a:xfrm>
              <a:off x="6645158" y="2545743"/>
              <a:ext cx="358696" cy="109044"/>
            </a:xfrm>
            <a:custGeom>
              <a:avLst/>
              <a:gdLst/>
              <a:ahLst/>
              <a:cxnLst/>
              <a:rect l="l" t="t" r="r" b="b"/>
              <a:pathLst>
                <a:path w="60796" h="18482" extrusionOk="0">
                  <a:moveTo>
                    <a:pt x="1" y="0"/>
                  </a:moveTo>
                  <a:lnTo>
                    <a:pt x="1" y="18482"/>
                  </a:lnTo>
                  <a:lnTo>
                    <a:pt x="60796" y="18482"/>
                  </a:lnTo>
                  <a:lnTo>
                    <a:pt x="60796" y="0"/>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006;p99">
              <a:extLst>
                <a:ext uri="{FF2B5EF4-FFF2-40B4-BE49-F238E27FC236}">
                  <a16:creationId xmlns:a16="http://schemas.microsoft.com/office/drawing/2014/main" id="{2A747397-307D-2A49-698E-68D9E93668CB}"/>
                </a:ext>
              </a:extLst>
            </p:cNvPr>
            <p:cNvSpPr/>
            <p:nvPr/>
          </p:nvSpPr>
          <p:spPr>
            <a:xfrm>
              <a:off x="7155838" y="2352960"/>
              <a:ext cx="311302" cy="107120"/>
            </a:xfrm>
            <a:custGeom>
              <a:avLst/>
              <a:gdLst/>
              <a:ahLst/>
              <a:cxnLst/>
              <a:rect l="l" t="t" r="r" b="b"/>
              <a:pathLst>
                <a:path w="52763" h="18156" extrusionOk="0">
                  <a:moveTo>
                    <a:pt x="0" y="0"/>
                  </a:moveTo>
                  <a:lnTo>
                    <a:pt x="0" y="18155"/>
                  </a:lnTo>
                  <a:lnTo>
                    <a:pt x="52763" y="18155"/>
                  </a:lnTo>
                  <a:lnTo>
                    <a:pt x="52763" y="0"/>
                  </a:ln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5007;p99">
              <a:extLst>
                <a:ext uri="{FF2B5EF4-FFF2-40B4-BE49-F238E27FC236}">
                  <a16:creationId xmlns:a16="http://schemas.microsoft.com/office/drawing/2014/main" id="{37D32B99-7C9E-A067-D59B-55BD7F4B5C5A}"/>
                </a:ext>
              </a:extLst>
            </p:cNvPr>
            <p:cNvGrpSpPr/>
            <p:nvPr/>
          </p:nvGrpSpPr>
          <p:grpSpPr>
            <a:xfrm>
              <a:off x="6808175" y="2078634"/>
              <a:ext cx="452229" cy="684241"/>
              <a:chOff x="6808175" y="2078634"/>
              <a:chExt cx="452229" cy="684241"/>
            </a:xfrm>
          </p:grpSpPr>
          <p:sp>
            <p:nvSpPr>
              <p:cNvPr id="14" name="Google Shape;5008;p99">
                <a:extLst>
                  <a:ext uri="{FF2B5EF4-FFF2-40B4-BE49-F238E27FC236}">
                    <a16:creationId xmlns:a16="http://schemas.microsoft.com/office/drawing/2014/main" id="{06A4BBB3-A99C-6B6C-443E-4EE4AB03083B}"/>
                  </a:ext>
                </a:extLst>
              </p:cNvPr>
              <p:cNvSpPr/>
              <p:nvPr/>
            </p:nvSpPr>
            <p:spPr>
              <a:xfrm>
                <a:off x="7165957" y="2159753"/>
                <a:ext cx="94447" cy="107120"/>
              </a:xfrm>
              <a:custGeom>
                <a:avLst/>
                <a:gdLst/>
                <a:ahLst/>
                <a:cxnLst/>
                <a:rect l="l" t="t" r="r" b="b"/>
                <a:pathLst>
                  <a:path w="16008" h="18156" extrusionOk="0">
                    <a:moveTo>
                      <a:pt x="1" y="1"/>
                    </a:moveTo>
                    <a:lnTo>
                      <a:pt x="1" y="18156"/>
                    </a:lnTo>
                    <a:lnTo>
                      <a:pt x="16007" y="18156"/>
                    </a:lnTo>
                    <a:cubicBezTo>
                      <a:pt x="15291" y="11568"/>
                      <a:pt x="12904" y="5350"/>
                      <a:pt x="90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009;p99">
                <a:extLst>
                  <a:ext uri="{FF2B5EF4-FFF2-40B4-BE49-F238E27FC236}">
                    <a16:creationId xmlns:a16="http://schemas.microsoft.com/office/drawing/2014/main" id="{D34D61B7-E7AD-A82E-DAD2-4D1652A10D3D}"/>
                  </a:ext>
                </a:extLst>
              </p:cNvPr>
              <p:cNvSpPr/>
              <p:nvPr/>
            </p:nvSpPr>
            <p:spPr>
              <a:xfrm>
                <a:off x="7085764" y="2536793"/>
                <a:ext cx="61100" cy="107120"/>
              </a:xfrm>
              <a:custGeom>
                <a:avLst/>
                <a:gdLst/>
                <a:ahLst/>
                <a:cxnLst/>
                <a:rect l="l" t="t" r="r" b="b"/>
                <a:pathLst>
                  <a:path w="10356" h="18156" extrusionOk="0">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010;p99">
                <a:extLst>
                  <a:ext uri="{FF2B5EF4-FFF2-40B4-BE49-F238E27FC236}">
                    <a16:creationId xmlns:a16="http://schemas.microsoft.com/office/drawing/2014/main" id="{FFC46EE3-AE4B-F13C-45C4-37565953F7F2}"/>
                  </a:ext>
                </a:extLst>
              </p:cNvPr>
              <p:cNvSpPr/>
              <p:nvPr/>
            </p:nvSpPr>
            <p:spPr>
              <a:xfrm>
                <a:off x="6808175" y="2195183"/>
                <a:ext cx="61325" cy="107120"/>
              </a:xfrm>
              <a:custGeom>
                <a:avLst/>
                <a:gdLst/>
                <a:ahLst/>
                <a:cxnLst/>
                <a:rect l="l" t="t" r="r" b="b"/>
                <a:pathLst>
                  <a:path w="10394" h="18156" extrusionOk="0">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011;p99">
                <a:extLst>
                  <a:ext uri="{FF2B5EF4-FFF2-40B4-BE49-F238E27FC236}">
                    <a16:creationId xmlns:a16="http://schemas.microsoft.com/office/drawing/2014/main" id="{1D3A4AEA-6AC9-0C17-AEF2-E6BE892B717E}"/>
                  </a:ext>
                </a:extLst>
              </p:cNvPr>
              <p:cNvSpPr/>
              <p:nvPr/>
            </p:nvSpPr>
            <p:spPr>
              <a:xfrm>
                <a:off x="6820441" y="2370778"/>
                <a:ext cx="142320" cy="107126"/>
              </a:xfrm>
              <a:custGeom>
                <a:avLst/>
                <a:gdLst/>
                <a:ahLst/>
                <a:cxnLst/>
                <a:rect l="l" t="t" r="r" b="b"/>
                <a:pathLst>
                  <a:path w="24122" h="18157" extrusionOk="0">
                    <a:moveTo>
                      <a:pt x="0" y="1"/>
                    </a:moveTo>
                    <a:cubicBezTo>
                      <a:pt x="1532" y="5312"/>
                      <a:pt x="4200" y="11690"/>
                      <a:pt x="8823" y="18156"/>
                    </a:cubicBezTo>
                    <a:lnTo>
                      <a:pt x="24122" y="18156"/>
                    </a:lnTo>
                    <a:lnTo>
                      <a:pt x="24122"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012;p99">
                <a:extLst>
                  <a:ext uri="{FF2B5EF4-FFF2-40B4-BE49-F238E27FC236}">
                    <a16:creationId xmlns:a16="http://schemas.microsoft.com/office/drawing/2014/main" id="{EE323F86-5F65-5507-B5E5-78C685E7A81D}"/>
                  </a:ext>
                </a:extLst>
              </p:cNvPr>
              <p:cNvSpPr/>
              <p:nvPr/>
            </p:nvSpPr>
            <p:spPr>
              <a:xfrm>
                <a:off x="6929774" y="2545743"/>
                <a:ext cx="74092" cy="109044"/>
              </a:xfrm>
              <a:custGeom>
                <a:avLst/>
                <a:gdLst/>
                <a:ahLst/>
                <a:cxnLst/>
                <a:rect l="l" t="t" r="r" b="b"/>
                <a:pathLst>
                  <a:path w="12558" h="18482" extrusionOk="0">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013;p99">
                <a:extLst>
                  <a:ext uri="{FF2B5EF4-FFF2-40B4-BE49-F238E27FC236}">
                    <a16:creationId xmlns:a16="http://schemas.microsoft.com/office/drawing/2014/main" id="{8BFAEEFB-1D83-83AE-64D8-7BDBB271D3CA}"/>
                  </a:ext>
                </a:extLst>
              </p:cNvPr>
              <p:cNvSpPr/>
              <p:nvPr/>
            </p:nvSpPr>
            <p:spPr>
              <a:xfrm>
                <a:off x="7155838" y="2352960"/>
                <a:ext cx="98377" cy="107120"/>
              </a:xfrm>
              <a:custGeom>
                <a:avLst/>
                <a:gdLst/>
                <a:ahLst/>
                <a:cxnLst/>
                <a:rect l="l" t="t" r="r" b="b"/>
                <a:pathLst>
                  <a:path w="16674" h="18156" extrusionOk="0">
                    <a:moveTo>
                      <a:pt x="0" y="0"/>
                    </a:moveTo>
                    <a:lnTo>
                      <a:pt x="0" y="18155"/>
                    </a:lnTo>
                    <a:lnTo>
                      <a:pt x="9101" y="18155"/>
                    </a:lnTo>
                    <a:cubicBezTo>
                      <a:pt x="13299" y="11475"/>
                      <a:pt x="15509" y="5056"/>
                      <a:pt x="1667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5014;p99">
                <a:extLst>
                  <a:ext uri="{FF2B5EF4-FFF2-40B4-BE49-F238E27FC236}">
                    <a16:creationId xmlns:a16="http://schemas.microsoft.com/office/drawing/2014/main" id="{85D02A64-E409-DA89-908E-DFF10CE2CEDA}"/>
                  </a:ext>
                </a:extLst>
              </p:cNvPr>
              <p:cNvGrpSpPr/>
              <p:nvPr/>
            </p:nvGrpSpPr>
            <p:grpSpPr>
              <a:xfrm>
                <a:off x="6821586" y="2078634"/>
                <a:ext cx="426871" cy="684241"/>
                <a:chOff x="6821586" y="2078634"/>
                <a:chExt cx="426871" cy="684241"/>
              </a:xfrm>
            </p:grpSpPr>
            <p:grpSp>
              <p:nvGrpSpPr>
                <p:cNvPr id="21" name="Google Shape;5015;p99">
                  <a:extLst>
                    <a:ext uri="{FF2B5EF4-FFF2-40B4-BE49-F238E27FC236}">
                      <a16:creationId xmlns:a16="http://schemas.microsoft.com/office/drawing/2014/main" id="{A4893563-639D-3CDB-9A7E-A363F773E620}"/>
                    </a:ext>
                  </a:extLst>
                </p:cNvPr>
                <p:cNvGrpSpPr/>
                <p:nvPr/>
              </p:nvGrpSpPr>
              <p:grpSpPr>
                <a:xfrm>
                  <a:off x="6821586" y="2078634"/>
                  <a:ext cx="426871" cy="684241"/>
                  <a:chOff x="6821586" y="2078634"/>
                  <a:chExt cx="426871" cy="684241"/>
                </a:xfrm>
              </p:grpSpPr>
              <p:sp>
                <p:nvSpPr>
                  <p:cNvPr id="28" name="Google Shape;5016;p99">
                    <a:extLst>
                      <a:ext uri="{FF2B5EF4-FFF2-40B4-BE49-F238E27FC236}">
                        <a16:creationId xmlns:a16="http://schemas.microsoft.com/office/drawing/2014/main" id="{98A669BB-DF25-6793-B238-F46605421F7C}"/>
                      </a:ext>
                    </a:extLst>
                  </p:cNvPr>
                  <p:cNvSpPr/>
                  <p:nvPr/>
                </p:nvSpPr>
                <p:spPr>
                  <a:xfrm>
                    <a:off x="6990036" y="2693797"/>
                    <a:ext cx="89963" cy="69077"/>
                  </a:xfrm>
                  <a:custGeom>
                    <a:avLst/>
                    <a:gdLst/>
                    <a:ahLst/>
                    <a:cxnLst/>
                    <a:rect l="l" t="t" r="r" b="b"/>
                    <a:pathLst>
                      <a:path w="15248" h="11708" extrusionOk="0">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017;p99">
                    <a:extLst>
                      <a:ext uri="{FF2B5EF4-FFF2-40B4-BE49-F238E27FC236}">
                        <a16:creationId xmlns:a16="http://schemas.microsoft.com/office/drawing/2014/main" id="{0D4442E6-0E61-B159-2249-A7A3253786BA}"/>
                      </a:ext>
                    </a:extLst>
                  </p:cNvPr>
                  <p:cNvSpPr/>
                  <p:nvPr/>
                </p:nvSpPr>
                <p:spPr>
                  <a:xfrm>
                    <a:off x="6968649" y="2671926"/>
                    <a:ext cx="132738" cy="72712"/>
                  </a:xfrm>
                  <a:custGeom>
                    <a:avLst/>
                    <a:gdLst/>
                    <a:ahLst/>
                    <a:cxnLst/>
                    <a:rect l="l" t="t" r="r" b="b"/>
                    <a:pathLst>
                      <a:path w="22498" h="12324" extrusionOk="0">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018;p99">
                    <a:extLst>
                      <a:ext uri="{FF2B5EF4-FFF2-40B4-BE49-F238E27FC236}">
                        <a16:creationId xmlns:a16="http://schemas.microsoft.com/office/drawing/2014/main" id="{276E36AC-08D9-7140-16F1-6DC14A55677E}"/>
                      </a:ext>
                    </a:extLst>
                  </p:cNvPr>
                  <p:cNvSpPr/>
                  <p:nvPr/>
                </p:nvSpPr>
                <p:spPr>
                  <a:xfrm>
                    <a:off x="6968649" y="2679891"/>
                    <a:ext cx="132738" cy="64747"/>
                  </a:xfrm>
                  <a:custGeom>
                    <a:avLst/>
                    <a:gdLst/>
                    <a:ahLst/>
                    <a:cxnLst/>
                    <a:rect l="l" t="t" r="r" b="b"/>
                    <a:pathLst>
                      <a:path w="22498" h="10974" extrusionOk="0">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5019;p99">
                    <a:extLst>
                      <a:ext uri="{FF2B5EF4-FFF2-40B4-BE49-F238E27FC236}">
                        <a16:creationId xmlns:a16="http://schemas.microsoft.com/office/drawing/2014/main" id="{AF376D60-0533-2E3B-3630-BD0B135CA64D}"/>
                      </a:ext>
                    </a:extLst>
                  </p:cNvPr>
                  <p:cNvSpPr/>
                  <p:nvPr/>
                </p:nvSpPr>
                <p:spPr>
                  <a:xfrm>
                    <a:off x="6969091" y="2693467"/>
                    <a:ext cx="131729" cy="11765"/>
                  </a:xfrm>
                  <a:custGeom>
                    <a:avLst/>
                    <a:gdLst/>
                    <a:ahLst/>
                    <a:cxnLst/>
                    <a:rect l="l" t="t" r="r" b="b"/>
                    <a:pathLst>
                      <a:path w="22327" h="1994" extrusionOk="0">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5020;p99">
                    <a:extLst>
                      <a:ext uri="{FF2B5EF4-FFF2-40B4-BE49-F238E27FC236}">
                        <a16:creationId xmlns:a16="http://schemas.microsoft.com/office/drawing/2014/main" id="{8C8F1AB9-96B2-84DB-F3C1-7A2666FF8D56}"/>
                      </a:ext>
                    </a:extLst>
                  </p:cNvPr>
                  <p:cNvSpPr/>
                  <p:nvPr/>
                </p:nvSpPr>
                <p:spPr>
                  <a:xfrm>
                    <a:off x="6821586" y="2078634"/>
                    <a:ext cx="426871" cy="544694"/>
                  </a:xfrm>
                  <a:custGeom>
                    <a:avLst/>
                    <a:gdLst/>
                    <a:ahLst/>
                    <a:cxnLst/>
                    <a:rect l="l" t="t" r="r" b="b"/>
                    <a:pathLst>
                      <a:path w="72351" h="92321" extrusionOk="0">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021;p99">
                    <a:extLst>
                      <a:ext uri="{FF2B5EF4-FFF2-40B4-BE49-F238E27FC236}">
                        <a16:creationId xmlns:a16="http://schemas.microsoft.com/office/drawing/2014/main" id="{40E40BF1-060E-32D6-0397-D9728CFEB573}"/>
                      </a:ext>
                    </a:extLst>
                  </p:cNvPr>
                  <p:cNvSpPr/>
                  <p:nvPr/>
                </p:nvSpPr>
                <p:spPr>
                  <a:xfrm>
                    <a:off x="6984514" y="2448953"/>
                    <a:ext cx="101008" cy="164409"/>
                  </a:xfrm>
                  <a:custGeom>
                    <a:avLst/>
                    <a:gdLst/>
                    <a:ahLst/>
                    <a:cxnLst/>
                    <a:rect l="l" t="t" r="r" b="b"/>
                    <a:pathLst>
                      <a:path w="17120" h="27866" extrusionOk="0">
                        <a:moveTo>
                          <a:pt x="1" y="0"/>
                        </a:moveTo>
                        <a:lnTo>
                          <a:pt x="4920" y="27866"/>
                        </a:lnTo>
                        <a:lnTo>
                          <a:pt x="12200" y="27866"/>
                        </a:lnTo>
                        <a:lnTo>
                          <a:pt x="17120" y="0"/>
                        </a:lnTo>
                        <a:close/>
                      </a:path>
                    </a:pathLst>
                  </a:custGeom>
                  <a:solidFill>
                    <a:srgbClr val="EDF1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022;p99">
                    <a:extLst>
                      <a:ext uri="{FF2B5EF4-FFF2-40B4-BE49-F238E27FC236}">
                        <a16:creationId xmlns:a16="http://schemas.microsoft.com/office/drawing/2014/main" id="{F812F831-2018-4386-7B2B-1B52DFB67B92}"/>
                      </a:ext>
                    </a:extLst>
                  </p:cNvPr>
                  <p:cNvSpPr/>
                  <p:nvPr/>
                </p:nvSpPr>
                <p:spPr>
                  <a:xfrm>
                    <a:off x="6984514" y="2448953"/>
                    <a:ext cx="101008" cy="140963"/>
                  </a:xfrm>
                  <a:custGeom>
                    <a:avLst/>
                    <a:gdLst/>
                    <a:ahLst/>
                    <a:cxnLst/>
                    <a:rect l="l" t="t" r="r" b="b"/>
                    <a:pathLst>
                      <a:path w="17120" h="23892" extrusionOk="0">
                        <a:moveTo>
                          <a:pt x="1" y="0"/>
                        </a:moveTo>
                        <a:lnTo>
                          <a:pt x="4218" y="23891"/>
                        </a:lnTo>
                        <a:lnTo>
                          <a:pt x="12902" y="23891"/>
                        </a:lnTo>
                        <a:lnTo>
                          <a:pt x="1712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023;p99">
                    <a:extLst>
                      <a:ext uri="{FF2B5EF4-FFF2-40B4-BE49-F238E27FC236}">
                        <a16:creationId xmlns:a16="http://schemas.microsoft.com/office/drawing/2014/main" id="{293FB927-2B0A-7307-DBF7-B98D811C9C20}"/>
                      </a:ext>
                    </a:extLst>
                  </p:cNvPr>
                  <p:cNvSpPr/>
                  <p:nvPr/>
                </p:nvSpPr>
                <p:spPr>
                  <a:xfrm>
                    <a:off x="7012451" y="2607162"/>
                    <a:ext cx="45141" cy="6201"/>
                  </a:xfrm>
                  <a:custGeom>
                    <a:avLst/>
                    <a:gdLst/>
                    <a:ahLst/>
                    <a:cxnLst/>
                    <a:rect l="l" t="t" r="r" b="b"/>
                    <a:pathLst>
                      <a:path w="7651" h="1051" extrusionOk="0">
                        <a:moveTo>
                          <a:pt x="0" y="1"/>
                        </a:moveTo>
                        <a:lnTo>
                          <a:pt x="185" y="1051"/>
                        </a:lnTo>
                        <a:lnTo>
                          <a:pt x="7465" y="1051"/>
                        </a:lnTo>
                        <a:lnTo>
                          <a:pt x="765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024;p99">
                    <a:extLst>
                      <a:ext uri="{FF2B5EF4-FFF2-40B4-BE49-F238E27FC236}">
                        <a16:creationId xmlns:a16="http://schemas.microsoft.com/office/drawing/2014/main" id="{38570F33-C970-F8C9-69A0-E506EA34B4D7}"/>
                      </a:ext>
                    </a:extLst>
                  </p:cNvPr>
                  <p:cNvSpPr/>
                  <p:nvPr/>
                </p:nvSpPr>
                <p:spPr>
                  <a:xfrm>
                    <a:off x="6968649" y="2664244"/>
                    <a:ext cx="132738" cy="25199"/>
                  </a:xfrm>
                  <a:custGeom>
                    <a:avLst/>
                    <a:gdLst/>
                    <a:ahLst/>
                    <a:cxnLst/>
                    <a:rect l="l" t="t" r="r" b="b"/>
                    <a:pathLst>
                      <a:path w="22498" h="4271" extrusionOk="0">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025;p99">
                    <a:extLst>
                      <a:ext uri="{FF2B5EF4-FFF2-40B4-BE49-F238E27FC236}">
                        <a16:creationId xmlns:a16="http://schemas.microsoft.com/office/drawing/2014/main" id="{CF7EF583-EDB9-2B76-2F6C-89E0836BF8B1}"/>
                      </a:ext>
                    </a:extLst>
                  </p:cNvPr>
                  <p:cNvSpPr/>
                  <p:nvPr/>
                </p:nvSpPr>
                <p:spPr>
                  <a:xfrm>
                    <a:off x="6968649" y="2667389"/>
                    <a:ext cx="132738" cy="11776"/>
                  </a:xfrm>
                  <a:custGeom>
                    <a:avLst/>
                    <a:gdLst/>
                    <a:ahLst/>
                    <a:cxnLst/>
                    <a:rect l="l" t="t" r="r" b="b"/>
                    <a:pathLst>
                      <a:path w="22498" h="1996" extrusionOk="0">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026;p99">
                    <a:extLst>
                      <a:ext uri="{FF2B5EF4-FFF2-40B4-BE49-F238E27FC236}">
                        <a16:creationId xmlns:a16="http://schemas.microsoft.com/office/drawing/2014/main" id="{A5B326B3-B523-4853-B041-09B71FDC635F}"/>
                      </a:ext>
                    </a:extLst>
                  </p:cNvPr>
                  <p:cNvSpPr/>
                  <p:nvPr/>
                </p:nvSpPr>
                <p:spPr>
                  <a:xfrm>
                    <a:off x="6963510" y="2683549"/>
                    <a:ext cx="143022" cy="11776"/>
                  </a:xfrm>
                  <a:custGeom>
                    <a:avLst/>
                    <a:gdLst/>
                    <a:ahLst/>
                    <a:cxnLst/>
                    <a:rect l="l" t="t" r="r" b="b"/>
                    <a:pathLst>
                      <a:path w="24241" h="1996" extrusionOk="0">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027;p99">
                    <a:extLst>
                      <a:ext uri="{FF2B5EF4-FFF2-40B4-BE49-F238E27FC236}">
                        <a16:creationId xmlns:a16="http://schemas.microsoft.com/office/drawing/2014/main" id="{7CED4F85-6B6A-8855-4AD6-188B8C4227D6}"/>
                      </a:ext>
                    </a:extLst>
                  </p:cNvPr>
                  <p:cNvSpPr/>
                  <p:nvPr/>
                </p:nvSpPr>
                <p:spPr>
                  <a:xfrm>
                    <a:off x="6968649" y="2642639"/>
                    <a:ext cx="132738" cy="25199"/>
                  </a:xfrm>
                  <a:custGeom>
                    <a:avLst/>
                    <a:gdLst/>
                    <a:ahLst/>
                    <a:cxnLst/>
                    <a:rect l="l" t="t" r="r" b="b"/>
                    <a:pathLst>
                      <a:path w="22498" h="4271" extrusionOk="0">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5028;p99">
                    <a:extLst>
                      <a:ext uri="{FF2B5EF4-FFF2-40B4-BE49-F238E27FC236}">
                        <a16:creationId xmlns:a16="http://schemas.microsoft.com/office/drawing/2014/main" id="{195F5E44-E3D6-BE85-2E54-ACD6BCDAA9A6}"/>
                      </a:ext>
                    </a:extLst>
                  </p:cNvPr>
                  <p:cNvSpPr/>
                  <p:nvPr/>
                </p:nvSpPr>
                <p:spPr>
                  <a:xfrm>
                    <a:off x="6968649" y="2643990"/>
                    <a:ext cx="132738" cy="11776"/>
                  </a:xfrm>
                  <a:custGeom>
                    <a:avLst/>
                    <a:gdLst/>
                    <a:ahLst/>
                    <a:cxnLst/>
                    <a:rect l="l" t="t" r="r" b="b"/>
                    <a:pathLst>
                      <a:path w="22498" h="1996" extrusionOk="0">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5029;p99">
                    <a:extLst>
                      <a:ext uri="{FF2B5EF4-FFF2-40B4-BE49-F238E27FC236}">
                        <a16:creationId xmlns:a16="http://schemas.microsoft.com/office/drawing/2014/main" id="{D0AF8F11-0CCF-D43C-F67C-89B8B0E1B4B2}"/>
                      </a:ext>
                    </a:extLst>
                  </p:cNvPr>
                  <p:cNvSpPr/>
                  <p:nvPr/>
                </p:nvSpPr>
                <p:spPr>
                  <a:xfrm>
                    <a:off x="6963510" y="2660156"/>
                    <a:ext cx="143022" cy="11776"/>
                  </a:xfrm>
                  <a:custGeom>
                    <a:avLst/>
                    <a:gdLst/>
                    <a:ahLst/>
                    <a:cxnLst/>
                    <a:rect l="l" t="t" r="r" b="b"/>
                    <a:pathLst>
                      <a:path w="24241" h="1996" extrusionOk="0">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5030;p99">
                    <a:extLst>
                      <a:ext uri="{FF2B5EF4-FFF2-40B4-BE49-F238E27FC236}">
                        <a16:creationId xmlns:a16="http://schemas.microsoft.com/office/drawing/2014/main" id="{8C64BB91-E620-9D43-D215-B47E3D717A55}"/>
                      </a:ext>
                    </a:extLst>
                  </p:cNvPr>
                  <p:cNvSpPr/>
                  <p:nvPr/>
                </p:nvSpPr>
                <p:spPr>
                  <a:xfrm>
                    <a:off x="6968649" y="2617451"/>
                    <a:ext cx="132738" cy="25193"/>
                  </a:xfrm>
                  <a:custGeom>
                    <a:avLst/>
                    <a:gdLst/>
                    <a:ahLst/>
                    <a:cxnLst/>
                    <a:rect l="l" t="t" r="r" b="b"/>
                    <a:pathLst>
                      <a:path w="22498" h="4270" extrusionOk="0">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031;p99">
                    <a:extLst>
                      <a:ext uri="{FF2B5EF4-FFF2-40B4-BE49-F238E27FC236}">
                        <a16:creationId xmlns:a16="http://schemas.microsoft.com/office/drawing/2014/main" id="{90ECFD70-E194-9B76-0DE2-ACE7EBD04F76}"/>
                      </a:ext>
                    </a:extLst>
                  </p:cNvPr>
                  <p:cNvSpPr/>
                  <p:nvPr/>
                </p:nvSpPr>
                <p:spPr>
                  <a:xfrm>
                    <a:off x="6968649" y="2620590"/>
                    <a:ext cx="132738" cy="11782"/>
                  </a:xfrm>
                  <a:custGeom>
                    <a:avLst/>
                    <a:gdLst/>
                    <a:ahLst/>
                    <a:cxnLst/>
                    <a:rect l="l" t="t" r="r" b="b"/>
                    <a:pathLst>
                      <a:path w="22498" h="1997" extrusionOk="0">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5032;p99">
                    <a:extLst>
                      <a:ext uri="{FF2B5EF4-FFF2-40B4-BE49-F238E27FC236}">
                        <a16:creationId xmlns:a16="http://schemas.microsoft.com/office/drawing/2014/main" id="{9E3F68E8-0E9B-61FD-AD93-20676F3CB068}"/>
                      </a:ext>
                    </a:extLst>
                  </p:cNvPr>
                  <p:cNvSpPr/>
                  <p:nvPr/>
                </p:nvSpPr>
                <p:spPr>
                  <a:xfrm>
                    <a:off x="6963510" y="2613357"/>
                    <a:ext cx="143022" cy="11765"/>
                  </a:xfrm>
                  <a:custGeom>
                    <a:avLst/>
                    <a:gdLst/>
                    <a:ahLst/>
                    <a:cxnLst/>
                    <a:rect l="l" t="t" r="r" b="b"/>
                    <a:pathLst>
                      <a:path w="24241" h="1994" extrusionOk="0">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033;p99">
                    <a:extLst>
                      <a:ext uri="{FF2B5EF4-FFF2-40B4-BE49-F238E27FC236}">
                        <a16:creationId xmlns:a16="http://schemas.microsoft.com/office/drawing/2014/main" id="{7C666AC7-EC8E-E5ED-7BBA-583E5F609A74}"/>
                      </a:ext>
                    </a:extLst>
                  </p:cNvPr>
                  <p:cNvSpPr/>
                  <p:nvPr/>
                </p:nvSpPr>
                <p:spPr>
                  <a:xfrm>
                    <a:off x="6850372" y="2107302"/>
                    <a:ext cx="369293" cy="477399"/>
                  </a:xfrm>
                  <a:custGeom>
                    <a:avLst/>
                    <a:gdLst/>
                    <a:ahLst/>
                    <a:cxnLst/>
                    <a:rect l="l" t="t" r="r" b="b"/>
                    <a:pathLst>
                      <a:path w="62592" h="80915" extrusionOk="0">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5034;p99">
                    <a:extLst>
                      <a:ext uri="{FF2B5EF4-FFF2-40B4-BE49-F238E27FC236}">
                        <a16:creationId xmlns:a16="http://schemas.microsoft.com/office/drawing/2014/main" id="{CAFE8BB0-1615-D5DF-75DC-4AC8D0EF3B62}"/>
                      </a:ext>
                    </a:extLst>
                  </p:cNvPr>
                  <p:cNvSpPr/>
                  <p:nvPr/>
                </p:nvSpPr>
                <p:spPr>
                  <a:xfrm>
                    <a:off x="6963510" y="2636756"/>
                    <a:ext cx="143022" cy="11776"/>
                  </a:xfrm>
                  <a:custGeom>
                    <a:avLst/>
                    <a:gdLst/>
                    <a:ahLst/>
                    <a:cxnLst/>
                    <a:rect l="l" t="t" r="r" b="b"/>
                    <a:pathLst>
                      <a:path w="24241" h="1996" extrusionOk="0">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5035;p99">
                  <a:extLst>
                    <a:ext uri="{FF2B5EF4-FFF2-40B4-BE49-F238E27FC236}">
                      <a16:creationId xmlns:a16="http://schemas.microsoft.com/office/drawing/2014/main" id="{18BA62E0-F5ED-3A99-C20F-2C527F36A064}"/>
                    </a:ext>
                  </a:extLst>
                </p:cNvPr>
                <p:cNvSpPr/>
                <p:nvPr/>
              </p:nvSpPr>
              <p:spPr>
                <a:xfrm>
                  <a:off x="7046588" y="2275942"/>
                  <a:ext cx="173076" cy="113894"/>
                </a:xfrm>
                <a:custGeom>
                  <a:avLst/>
                  <a:gdLst/>
                  <a:ahLst/>
                  <a:cxnLst/>
                  <a:rect l="l" t="t" r="r" b="b"/>
                  <a:pathLst>
                    <a:path w="29335" h="19304" extrusionOk="0">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036;p99">
                  <a:extLst>
                    <a:ext uri="{FF2B5EF4-FFF2-40B4-BE49-F238E27FC236}">
                      <a16:creationId xmlns:a16="http://schemas.microsoft.com/office/drawing/2014/main" id="{B6897C48-51F0-9AEB-E114-33E552AFB64F}"/>
                    </a:ext>
                  </a:extLst>
                </p:cNvPr>
                <p:cNvSpPr/>
                <p:nvPr/>
              </p:nvSpPr>
              <p:spPr>
                <a:xfrm>
                  <a:off x="7046588" y="2107680"/>
                  <a:ext cx="168811" cy="145128"/>
                </a:xfrm>
                <a:custGeom>
                  <a:avLst/>
                  <a:gdLst/>
                  <a:ahLst/>
                  <a:cxnLst/>
                  <a:rect l="l" t="t" r="r" b="b"/>
                  <a:pathLst>
                    <a:path w="28612" h="24598" extrusionOk="0">
                      <a:moveTo>
                        <a:pt x="0" y="1"/>
                      </a:moveTo>
                      <a:lnTo>
                        <a:pt x="0" y="24597"/>
                      </a:lnTo>
                      <a:lnTo>
                        <a:pt x="28612" y="24597"/>
                      </a:lnTo>
                      <a:cubicBezTo>
                        <a:pt x="25701" y="11138"/>
                        <a:pt x="14102" y="876"/>
                        <a:pt x="0" y="1"/>
                      </a:cubicBez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037;p99">
                  <a:extLst>
                    <a:ext uri="{FF2B5EF4-FFF2-40B4-BE49-F238E27FC236}">
                      <a16:creationId xmlns:a16="http://schemas.microsoft.com/office/drawing/2014/main" id="{42242547-4D21-54D1-F8A2-082E982DC074}"/>
                    </a:ext>
                  </a:extLst>
                </p:cNvPr>
                <p:cNvSpPr/>
                <p:nvPr/>
              </p:nvSpPr>
              <p:spPr>
                <a:xfrm>
                  <a:off x="6850372" y="2275942"/>
                  <a:ext cx="173082" cy="113894"/>
                </a:xfrm>
                <a:custGeom>
                  <a:avLst/>
                  <a:gdLst/>
                  <a:ahLst/>
                  <a:cxnLst/>
                  <a:rect l="l" t="t" r="r" b="b"/>
                  <a:pathLst>
                    <a:path w="29336" h="19304" extrusionOk="0">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038;p99">
                  <a:extLst>
                    <a:ext uri="{FF2B5EF4-FFF2-40B4-BE49-F238E27FC236}">
                      <a16:creationId xmlns:a16="http://schemas.microsoft.com/office/drawing/2014/main" id="{C0DB73BC-0CE8-ECB8-78AA-DC484DCBD489}"/>
                    </a:ext>
                  </a:extLst>
                </p:cNvPr>
                <p:cNvSpPr/>
                <p:nvPr/>
              </p:nvSpPr>
              <p:spPr>
                <a:xfrm>
                  <a:off x="6882243" y="2412957"/>
                  <a:ext cx="141211" cy="171743"/>
                </a:xfrm>
                <a:custGeom>
                  <a:avLst/>
                  <a:gdLst/>
                  <a:ahLst/>
                  <a:cxnLst/>
                  <a:rect l="l" t="t" r="r" b="b"/>
                  <a:pathLst>
                    <a:path w="23934" h="29109" extrusionOk="0">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039;p99">
                  <a:extLst>
                    <a:ext uri="{FF2B5EF4-FFF2-40B4-BE49-F238E27FC236}">
                      <a16:creationId xmlns:a16="http://schemas.microsoft.com/office/drawing/2014/main" id="{15B6E773-6180-5947-96DC-FFC020C7BAD2}"/>
                    </a:ext>
                  </a:extLst>
                </p:cNvPr>
                <p:cNvSpPr/>
                <p:nvPr/>
              </p:nvSpPr>
              <p:spPr>
                <a:xfrm>
                  <a:off x="6854637" y="2107680"/>
                  <a:ext cx="168817" cy="145128"/>
                </a:xfrm>
                <a:custGeom>
                  <a:avLst/>
                  <a:gdLst/>
                  <a:ahLst/>
                  <a:cxnLst/>
                  <a:rect l="l" t="t" r="r" b="b"/>
                  <a:pathLst>
                    <a:path w="28613" h="24598" extrusionOk="0">
                      <a:moveTo>
                        <a:pt x="28612" y="1"/>
                      </a:moveTo>
                      <a:cubicBezTo>
                        <a:pt x="14512" y="876"/>
                        <a:pt x="2911" y="11138"/>
                        <a:pt x="1" y="24597"/>
                      </a:cubicBezTo>
                      <a:lnTo>
                        <a:pt x="28612" y="24597"/>
                      </a:lnTo>
                      <a:lnTo>
                        <a:pt x="28612" y="1"/>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040;p99">
                  <a:extLst>
                    <a:ext uri="{FF2B5EF4-FFF2-40B4-BE49-F238E27FC236}">
                      <a16:creationId xmlns:a16="http://schemas.microsoft.com/office/drawing/2014/main" id="{9FB406F9-7038-3965-FCB2-39C6A6A634E6}"/>
                    </a:ext>
                  </a:extLst>
                </p:cNvPr>
                <p:cNvSpPr/>
                <p:nvPr/>
              </p:nvSpPr>
              <p:spPr>
                <a:xfrm>
                  <a:off x="7046588" y="2412957"/>
                  <a:ext cx="141205" cy="171743"/>
                </a:xfrm>
                <a:custGeom>
                  <a:avLst/>
                  <a:gdLst/>
                  <a:ahLst/>
                  <a:cxnLst/>
                  <a:rect l="l" t="t" r="r" b="b"/>
                  <a:pathLst>
                    <a:path w="23933" h="29109" extrusionOk="0">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3"/>
          <p:cNvSpPr txBox="1">
            <a:spLocks noGrp="1"/>
          </p:cNvSpPr>
          <p:nvPr>
            <p:ph type="title"/>
          </p:nvPr>
        </p:nvSpPr>
        <p:spPr>
          <a:xfrm>
            <a:off x="4749311" y="1007107"/>
            <a:ext cx="3328800" cy="676701"/>
          </a:xfrm>
          <a:prstGeom prst="rect">
            <a:avLst/>
          </a:prstGeom>
        </p:spPr>
        <p:txBody>
          <a:bodyPr spcFirstLastPara="1" wrap="square" lIns="91425" tIns="91425" rIns="91425" bIns="91425" anchor="b" anchorCtr="0">
            <a:noAutofit/>
          </a:bodyPr>
          <a:lstStyle/>
          <a:p>
            <a:pPr lvl="0">
              <a:buSzPts val="1100"/>
            </a:pPr>
            <a:r>
              <a:rPr lang="en-US" sz="2500" dirty="0">
                <a:latin typeface="+mj-lt"/>
              </a:rPr>
              <a:t>Additional Notes:</a:t>
            </a:r>
            <a:endParaRPr sz="2500" dirty="0">
              <a:latin typeface="+mj-lt"/>
            </a:endParaRPr>
          </a:p>
        </p:txBody>
      </p:sp>
      <p:sp>
        <p:nvSpPr>
          <p:cNvPr id="436" name="Google Shape;436;p43"/>
          <p:cNvSpPr txBox="1">
            <a:spLocks noGrp="1"/>
          </p:cNvSpPr>
          <p:nvPr>
            <p:ph type="subTitle" idx="1"/>
          </p:nvPr>
        </p:nvSpPr>
        <p:spPr>
          <a:xfrm>
            <a:off x="4421856" y="1683808"/>
            <a:ext cx="4587866" cy="1658100"/>
          </a:xfrm>
          <a:prstGeom prst="rect">
            <a:avLst/>
          </a:prstGeom>
        </p:spPr>
        <p:txBody>
          <a:bodyPr spcFirstLastPara="1" wrap="square" lIns="91425" tIns="91425" rIns="91425" bIns="91425" anchor="t" anchorCtr="0">
            <a:noAutofit/>
          </a:bodyPr>
          <a:lstStyle/>
          <a:p>
            <a:pPr algn="l"/>
            <a:r>
              <a:rPr lang="en-US" sz="1400" dirty="0">
                <a:latin typeface="+mj-lt"/>
              </a:rPr>
              <a:t>Pivot tables and visualizations support the regression results:</a:t>
            </a:r>
          </a:p>
          <a:p>
            <a:pPr algn="l">
              <a:buFont typeface="Arial" panose="020B0604020202020204" pitchFamily="34" charset="0"/>
              <a:buChar char="•"/>
            </a:pPr>
            <a:r>
              <a:rPr lang="en-US" sz="1400" dirty="0">
                <a:latin typeface="+mj-lt"/>
              </a:rPr>
              <a:t>Regional averages align with model estimates</a:t>
            </a:r>
          </a:p>
          <a:p>
            <a:pPr algn="l">
              <a:buFont typeface="Arial" panose="020B0604020202020204" pitchFamily="34" charset="0"/>
              <a:buChar char="•"/>
            </a:pPr>
            <a:r>
              <a:rPr lang="en-US" sz="1400" dirty="0">
                <a:latin typeface="+mj-lt"/>
              </a:rPr>
              <a:t>Brand price boxplots mirror Model 2’s coefficients</a:t>
            </a:r>
          </a:p>
          <a:p>
            <a:pPr algn="l">
              <a:buFont typeface="Arial" panose="020B0604020202020204" pitchFamily="34" charset="0"/>
              <a:buChar char="•"/>
            </a:pPr>
            <a:r>
              <a:rPr lang="en-US" sz="1400" dirty="0">
                <a:latin typeface="+mj-lt"/>
              </a:rPr>
              <a:t>Mileage vs price visualization confirms expected depreciation trend</a:t>
            </a:r>
          </a:p>
          <a:p>
            <a:pPr algn="l">
              <a:buFont typeface="Arial" panose="020B0604020202020204" pitchFamily="34" charset="0"/>
              <a:buChar char="•"/>
            </a:pPr>
            <a:r>
              <a:rPr lang="en-US" sz="1400" dirty="0">
                <a:latin typeface="+mj-lt"/>
              </a:rPr>
              <a:t>Price category pivot tables explain luxury vs non-luxury pricing gaps</a:t>
            </a:r>
          </a:p>
          <a:p>
            <a:pPr algn="l"/>
            <a:r>
              <a:rPr lang="en-US" sz="1400" b="1" dirty="0">
                <a:latin typeface="+mj-lt"/>
              </a:rPr>
              <a:t>Together, these strengthen the conclusion that vehicle characteristics are the key drivers of resale values.</a:t>
            </a:r>
            <a:endParaRPr lang="en-US" sz="1400" dirty="0">
              <a:latin typeface="+mj-lt"/>
            </a:endParaRPr>
          </a:p>
          <a:p>
            <a:pPr marL="0" lvl="0" indent="0" algn="r" rtl="0">
              <a:spcBef>
                <a:spcPts val="0"/>
              </a:spcBef>
              <a:spcAft>
                <a:spcPts val="0"/>
              </a:spcAft>
              <a:buClr>
                <a:schemeClr val="dk1"/>
              </a:buClr>
              <a:buSzPts val="1100"/>
              <a:buFont typeface="Arial"/>
              <a:buNone/>
            </a:pPr>
            <a:endParaRPr dirty="0"/>
          </a:p>
        </p:txBody>
      </p:sp>
      <p:sp>
        <p:nvSpPr>
          <p:cNvPr id="438" name="Google Shape;438;p43"/>
          <p:cNvSpPr/>
          <p:nvPr/>
        </p:nvSpPr>
        <p:spPr>
          <a:xfrm>
            <a:off x="-482850" y="3916988"/>
            <a:ext cx="1130850" cy="676700"/>
          </a:xfrm>
          <a:custGeom>
            <a:avLst/>
            <a:gdLst/>
            <a:ahLst/>
            <a:cxnLst/>
            <a:rect l="l" t="t" r="r" b="b"/>
            <a:pathLst>
              <a:path w="45234" h="27068" extrusionOk="0">
                <a:moveTo>
                  <a:pt x="6867" y="0"/>
                </a:moveTo>
                <a:lnTo>
                  <a:pt x="0" y="26756"/>
                </a:lnTo>
                <a:lnTo>
                  <a:pt x="38270" y="27068"/>
                </a:lnTo>
                <a:lnTo>
                  <a:pt x="45234" y="95"/>
                </a:lnTo>
                <a:close/>
              </a:path>
            </a:pathLst>
          </a:custGeom>
          <a:gradFill>
            <a:gsLst>
              <a:gs pos="0">
                <a:schemeClr val="lt2"/>
              </a:gs>
              <a:gs pos="100000">
                <a:schemeClr val="accent2"/>
              </a:gs>
            </a:gsLst>
            <a:lin ang="2700006" scaled="0"/>
          </a:gradFill>
          <a:ln>
            <a:noFill/>
          </a:ln>
        </p:spPr>
        <p:txBody>
          <a:bodyPr/>
          <a:lstStyle/>
          <a:p>
            <a:endParaRPr lang="en-US"/>
          </a:p>
        </p:txBody>
      </p:sp>
      <p:sp>
        <p:nvSpPr>
          <p:cNvPr id="439" name="Google Shape;439;p43"/>
          <p:cNvSpPr/>
          <p:nvPr/>
        </p:nvSpPr>
        <p:spPr>
          <a:xfrm>
            <a:off x="-1104621" y="4278886"/>
            <a:ext cx="7364863" cy="335201"/>
          </a:xfrm>
          <a:custGeom>
            <a:avLst/>
            <a:gdLst/>
            <a:ahLst/>
            <a:cxnLst/>
            <a:rect l="l" t="t" r="r" b="b"/>
            <a:pathLst>
              <a:path w="52272" h="2379" fill="none" extrusionOk="0">
                <a:moveTo>
                  <a:pt x="0" y="1"/>
                </a:moveTo>
                <a:lnTo>
                  <a:pt x="23309" y="1"/>
                </a:lnTo>
                <a:lnTo>
                  <a:pt x="25683" y="2378"/>
                </a:lnTo>
                <a:lnTo>
                  <a:pt x="52272" y="237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 name="Google Shape;2334;p96">
            <a:extLst>
              <a:ext uri="{FF2B5EF4-FFF2-40B4-BE49-F238E27FC236}">
                <a16:creationId xmlns:a16="http://schemas.microsoft.com/office/drawing/2014/main" id="{6F066AB8-23FB-5109-1519-B1C657ED3FC6}"/>
              </a:ext>
            </a:extLst>
          </p:cNvPr>
          <p:cNvGrpSpPr/>
          <p:nvPr/>
        </p:nvGrpSpPr>
        <p:grpSpPr>
          <a:xfrm>
            <a:off x="384380" y="1194059"/>
            <a:ext cx="3901870" cy="2483050"/>
            <a:chOff x="238125" y="1038125"/>
            <a:chExt cx="7146800" cy="3633625"/>
          </a:xfrm>
        </p:grpSpPr>
        <p:sp>
          <p:nvSpPr>
            <p:cNvPr id="5" name="Google Shape;2335;p96">
              <a:extLst>
                <a:ext uri="{FF2B5EF4-FFF2-40B4-BE49-F238E27FC236}">
                  <a16:creationId xmlns:a16="http://schemas.microsoft.com/office/drawing/2014/main" id="{7B1A8E41-C3F7-0711-1172-6AA4CC0BFCEB}"/>
                </a:ext>
              </a:extLst>
            </p:cNvPr>
            <p:cNvSpPr/>
            <p:nvPr/>
          </p:nvSpPr>
          <p:spPr>
            <a:xfrm>
              <a:off x="6256150" y="3780375"/>
              <a:ext cx="62400" cy="53425"/>
            </a:xfrm>
            <a:custGeom>
              <a:avLst/>
              <a:gdLst/>
              <a:ahLst/>
              <a:cxnLst/>
              <a:rect l="l" t="t" r="r" b="b"/>
              <a:pathLst>
                <a:path w="2496" h="2137" extrusionOk="0">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336;p96">
              <a:extLst>
                <a:ext uri="{FF2B5EF4-FFF2-40B4-BE49-F238E27FC236}">
                  <a16:creationId xmlns:a16="http://schemas.microsoft.com/office/drawing/2014/main" id="{673DCF60-1AFC-0EC9-D998-7D7F5B4D9F34}"/>
                </a:ext>
              </a:extLst>
            </p:cNvPr>
            <p:cNvSpPr/>
            <p:nvPr/>
          </p:nvSpPr>
          <p:spPr>
            <a:xfrm>
              <a:off x="6256150" y="3856775"/>
              <a:ext cx="62200" cy="53250"/>
            </a:xfrm>
            <a:custGeom>
              <a:avLst/>
              <a:gdLst/>
              <a:ahLst/>
              <a:cxnLst/>
              <a:rect l="l" t="t" r="r" b="b"/>
              <a:pathLst>
                <a:path w="2488" h="2130" extrusionOk="0">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37;p96">
              <a:extLst>
                <a:ext uri="{FF2B5EF4-FFF2-40B4-BE49-F238E27FC236}">
                  <a16:creationId xmlns:a16="http://schemas.microsoft.com/office/drawing/2014/main" id="{4AD6A673-84B4-9007-44F9-BDBB802DA04D}"/>
                </a:ext>
              </a:extLst>
            </p:cNvPr>
            <p:cNvSpPr/>
            <p:nvPr/>
          </p:nvSpPr>
          <p:spPr>
            <a:xfrm>
              <a:off x="6256150" y="3932800"/>
              <a:ext cx="62200" cy="53425"/>
            </a:xfrm>
            <a:custGeom>
              <a:avLst/>
              <a:gdLst/>
              <a:ahLst/>
              <a:cxnLst/>
              <a:rect l="l" t="t" r="r" b="b"/>
              <a:pathLst>
                <a:path w="2488" h="2137" extrusionOk="0">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38;p96">
              <a:extLst>
                <a:ext uri="{FF2B5EF4-FFF2-40B4-BE49-F238E27FC236}">
                  <a16:creationId xmlns:a16="http://schemas.microsoft.com/office/drawing/2014/main" id="{34F290DE-17E9-498A-91EE-C9D2F57F37F6}"/>
                </a:ext>
              </a:extLst>
            </p:cNvPr>
            <p:cNvSpPr/>
            <p:nvPr/>
          </p:nvSpPr>
          <p:spPr>
            <a:xfrm>
              <a:off x="6332350"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39;p96">
              <a:extLst>
                <a:ext uri="{FF2B5EF4-FFF2-40B4-BE49-F238E27FC236}">
                  <a16:creationId xmlns:a16="http://schemas.microsoft.com/office/drawing/2014/main" id="{A1C9CFB6-F0AD-1FEC-0669-91770C70C1D9}"/>
                </a:ext>
              </a:extLst>
            </p:cNvPr>
            <p:cNvSpPr/>
            <p:nvPr/>
          </p:nvSpPr>
          <p:spPr>
            <a:xfrm>
              <a:off x="6332350"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340;p96">
              <a:extLst>
                <a:ext uri="{FF2B5EF4-FFF2-40B4-BE49-F238E27FC236}">
                  <a16:creationId xmlns:a16="http://schemas.microsoft.com/office/drawing/2014/main" id="{80587879-9B46-DEA8-279F-AF2E675F6FEA}"/>
                </a:ext>
              </a:extLst>
            </p:cNvPr>
            <p:cNvSpPr/>
            <p:nvPr/>
          </p:nvSpPr>
          <p:spPr>
            <a:xfrm>
              <a:off x="6408350" y="385677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341;p96">
              <a:extLst>
                <a:ext uri="{FF2B5EF4-FFF2-40B4-BE49-F238E27FC236}">
                  <a16:creationId xmlns:a16="http://schemas.microsoft.com/office/drawing/2014/main" id="{9AF16569-B985-4DA8-55EB-4D24C0088822}"/>
                </a:ext>
              </a:extLst>
            </p:cNvPr>
            <p:cNvSpPr/>
            <p:nvPr/>
          </p:nvSpPr>
          <p:spPr>
            <a:xfrm>
              <a:off x="6408350" y="3932800"/>
              <a:ext cx="62425" cy="53425"/>
            </a:xfrm>
            <a:custGeom>
              <a:avLst/>
              <a:gdLst/>
              <a:ahLst/>
              <a:cxnLst/>
              <a:rect l="l" t="t" r="r" b="b"/>
              <a:pathLst>
                <a:path w="2497" h="2137" extrusionOk="0">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342;p96">
              <a:extLst>
                <a:ext uri="{FF2B5EF4-FFF2-40B4-BE49-F238E27FC236}">
                  <a16:creationId xmlns:a16="http://schemas.microsoft.com/office/drawing/2014/main" id="{8229F443-D60B-8EDB-7849-B2DCAE177A95}"/>
                </a:ext>
              </a:extLst>
            </p:cNvPr>
            <p:cNvSpPr/>
            <p:nvPr/>
          </p:nvSpPr>
          <p:spPr>
            <a:xfrm>
              <a:off x="6408350" y="4085225"/>
              <a:ext cx="62425" cy="53350"/>
            </a:xfrm>
            <a:custGeom>
              <a:avLst/>
              <a:gdLst/>
              <a:ahLst/>
              <a:cxnLst/>
              <a:rect l="l" t="t" r="r" b="b"/>
              <a:pathLst>
                <a:path w="2497" h="2134" extrusionOk="0">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343;p96">
              <a:extLst>
                <a:ext uri="{FF2B5EF4-FFF2-40B4-BE49-F238E27FC236}">
                  <a16:creationId xmlns:a16="http://schemas.microsoft.com/office/drawing/2014/main" id="{80CB8979-6BC4-BF48-8FDD-7208EA3D4A7E}"/>
                </a:ext>
              </a:extLst>
            </p:cNvPr>
            <p:cNvSpPr/>
            <p:nvPr/>
          </p:nvSpPr>
          <p:spPr>
            <a:xfrm>
              <a:off x="6484575" y="385677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344;p96">
              <a:extLst>
                <a:ext uri="{FF2B5EF4-FFF2-40B4-BE49-F238E27FC236}">
                  <a16:creationId xmlns:a16="http://schemas.microsoft.com/office/drawing/2014/main" id="{12DFBAF1-B1F0-5395-DB92-51D0B884D805}"/>
                </a:ext>
              </a:extLst>
            </p:cNvPr>
            <p:cNvSpPr/>
            <p:nvPr/>
          </p:nvSpPr>
          <p:spPr>
            <a:xfrm>
              <a:off x="648457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345;p96">
              <a:extLst>
                <a:ext uri="{FF2B5EF4-FFF2-40B4-BE49-F238E27FC236}">
                  <a16:creationId xmlns:a16="http://schemas.microsoft.com/office/drawing/2014/main" id="{B97D31E4-7AAB-4951-ED5D-BC1DBDB4D6CE}"/>
                </a:ext>
              </a:extLst>
            </p:cNvPr>
            <p:cNvSpPr/>
            <p:nvPr/>
          </p:nvSpPr>
          <p:spPr>
            <a:xfrm>
              <a:off x="6484575" y="4161425"/>
              <a:ext cx="62425" cy="53300"/>
            </a:xfrm>
            <a:custGeom>
              <a:avLst/>
              <a:gdLst/>
              <a:ahLst/>
              <a:cxnLst/>
              <a:rect l="l" t="t" r="r" b="b"/>
              <a:pathLst>
                <a:path w="2497" h="2132" extrusionOk="0">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346;p96">
              <a:extLst>
                <a:ext uri="{FF2B5EF4-FFF2-40B4-BE49-F238E27FC236}">
                  <a16:creationId xmlns:a16="http://schemas.microsoft.com/office/drawing/2014/main" id="{D5FDF9BE-CAB8-4B93-CF99-C5D864B08BA7}"/>
                </a:ext>
              </a:extLst>
            </p:cNvPr>
            <p:cNvSpPr/>
            <p:nvPr/>
          </p:nvSpPr>
          <p:spPr>
            <a:xfrm>
              <a:off x="6484575" y="40852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47;p96">
              <a:extLst>
                <a:ext uri="{FF2B5EF4-FFF2-40B4-BE49-F238E27FC236}">
                  <a16:creationId xmlns:a16="http://schemas.microsoft.com/office/drawing/2014/main" id="{C6AD4830-6D11-21C8-F96B-EDE34D048803}"/>
                </a:ext>
              </a:extLst>
            </p:cNvPr>
            <p:cNvSpPr/>
            <p:nvPr/>
          </p:nvSpPr>
          <p:spPr>
            <a:xfrm>
              <a:off x="6484575" y="4009000"/>
              <a:ext cx="62425" cy="53350"/>
            </a:xfrm>
            <a:custGeom>
              <a:avLst/>
              <a:gdLst/>
              <a:ahLst/>
              <a:cxnLst/>
              <a:rect l="l" t="t" r="r" b="b"/>
              <a:pathLst>
                <a:path w="2497" h="2134" extrusionOk="0">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348;p96">
              <a:extLst>
                <a:ext uri="{FF2B5EF4-FFF2-40B4-BE49-F238E27FC236}">
                  <a16:creationId xmlns:a16="http://schemas.microsoft.com/office/drawing/2014/main" id="{93D247C3-1330-50B1-3BD9-5B317E2F170D}"/>
                </a:ext>
              </a:extLst>
            </p:cNvPr>
            <p:cNvSpPr/>
            <p:nvPr/>
          </p:nvSpPr>
          <p:spPr>
            <a:xfrm>
              <a:off x="6638425" y="3856775"/>
              <a:ext cx="62425" cy="53250"/>
            </a:xfrm>
            <a:custGeom>
              <a:avLst/>
              <a:gdLst/>
              <a:ahLst/>
              <a:cxnLst/>
              <a:rect l="l" t="t" r="r" b="b"/>
              <a:pathLst>
                <a:path w="2497" h="2130" extrusionOk="0">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349;p96">
              <a:extLst>
                <a:ext uri="{FF2B5EF4-FFF2-40B4-BE49-F238E27FC236}">
                  <a16:creationId xmlns:a16="http://schemas.microsoft.com/office/drawing/2014/main" id="{A63F0186-3648-6F02-8BB1-2298F911F2ED}"/>
                </a:ext>
              </a:extLst>
            </p:cNvPr>
            <p:cNvSpPr/>
            <p:nvPr/>
          </p:nvSpPr>
          <p:spPr>
            <a:xfrm>
              <a:off x="663842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350;p96">
              <a:extLst>
                <a:ext uri="{FF2B5EF4-FFF2-40B4-BE49-F238E27FC236}">
                  <a16:creationId xmlns:a16="http://schemas.microsoft.com/office/drawing/2014/main" id="{CBE922A1-C322-0741-2E8A-60E976187D73}"/>
                </a:ext>
              </a:extLst>
            </p:cNvPr>
            <p:cNvSpPr/>
            <p:nvPr/>
          </p:nvSpPr>
          <p:spPr>
            <a:xfrm>
              <a:off x="6638425" y="4161425"/>
              <a:ext cx="62425" cy="53300"/>
            </a:xfrm>
            <a:custGeom>
              <a:avLst/>
              <a:gdLst/>
              <a:ahLst/>
              <a:cxnLst/>
              <a:rect l="l" t="t" r="r" b="b"/>
              <a:pathLst>
                <a:path w="2497" h="2132" extrusionOk="0">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351;p96">
              <a:extLst>
                <a:ext uri="{FF2B5EF4-FFF2-40B4-BE49-F238E27FC236}">
                  <a16:creationId xmlns:a16="http://schemas.microsoft.com/office/drawing/2014/main" id="{2E216E67-0CD0-758D-AC93-466BE38326B4}"/>
                </a:ext>
              </a:extLst>
            </p:cNvPr>
            <p:cNvSpPr/>
            <p:nvPr/>
          </p:nvSpPr>
          <p:spPr>
            <a:xfrm>
              <a:off x="6638425" y="4085225"/>
              <a:ext cx="62425" cy="53350"/>
            </a:xfrm>
            <a:custGeom>
              <a:avLst/>
              <a:gdLst/>
              <a:ahLst/>
              <a:cxnLst/>
              <a:rect l="l" t="t" r="r" b="b"/>
              <a:pathLst>
                <a:path w="2497" h="2134" extrusionOk="0">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352;p96">
              <a:extLst>
                <a:ext uri="{FF2B5EF4-FFF2-40B4-BE49-F238E27FC236}">
                  <a16:creationId xmlns:a16="http://schemas.microsoft.com/office/drawing/2014/main" id="{BA6B5396-CB41-13F5-4A3C-812F4504A563}"/>
                </a:ext>
              </a:extLst>
            </p:cNvPr>
            <p:cNvSpPr/>
            <p:nvPr/>
          </p:nvSpPr>
          <p:spPr>
            <a:xfrm>
              <a:off x="6638425" y="4009000"/>
              <a:ext cx="62425" cy="53350"/>
            </a:xfrm>
            <a:custGeom>
              <a:avLst/>
              <a:gdLst/>
              <a:ahLst/>
              <a:cxnLst/>
              <a:rect l="l" t="t" r="r" b="b"/>
              <a:pathLst>
                <a:path w="2497" h="2134" extrusionOk="0">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53;p96">
              <a:extLst>
                <a:ext uri="{FF2B5EF4-FFF2-40B4-BE49-F238E27FC236}">
                  <a16:creationId xmlns:a16="http://schemas.microsoft.com/office/drawing/2014/main" id="{2433029C-37CA-5F93-3C39-B6FBCA45A05D}"/>
                </a:ext>
              </a:extLst>
            </p:cNvPr>
            <p:cNvSpPr/>
            <p:nvPr/>
          </p:nvSpPr>
          <p:spPr>
            <a:xfrm>
              <a:off x="6715450" y="393280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54;p96">
              <a:extLst>
                <a:ext uri="{FF2B5EF4-FFF2-40B4-BE49-F238E27FC236}">
                  <a16:creationId xmlns:a16="http://schemas.microsoft.com/office/drawing/2014/main" id="{3965EC4D-E9D7-9687-2205-21570F68E30F}"/>
                </a:ext>
              </a:extLst>
            </p:cNvPr>
            <p:cNvSpPr/>
            <p:nvPr/>
          </p:nvSpPr>
          <p:spPr>
            <a:xfrm>
              <a:off x="6715450" y="40852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55;p96">
              <a:extLst>
                <a:ext uri="{FF2B5EF4-FFF2-40B4-BE49-F238E27FC236}">
                  <a16:creationId xmlns:a16="http://schemas.microsoft.com/office/drawing/2014/main" id="{DBFF0C5B-5492-259E-D677-80739056D88E}"/>
                </a:ext>
              </a:extLst>
            </p:cNvPr>
            <p:cNvSpPr/>
            <p:nvPr/>
          </p:nvSpPr>
          <p:spPr>
            <a:xfrm>
              <a:off x="6715450" y="4009000"/>
              <a:ext cx="62225" cy="53350"/>
            </a:xfrm>
            <a:custGeom>
              <a:avLst/>
              <a:gdLst/>
              <a:ahLst/>
              <a:cxnLst/>
              <a:rect l="l" t="t" r="r" b="b"/>
              <a:pathLst>
                <a:path w="2489" h="2134" extrusionOk="0">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56;p96">
              <a:extLst>
                <a:ext uri="{FF2B5EF4-FFF2-40B4-BE49-F238E27FC236}">
                  <a16:creationId xmlns:a16="http://schemas.microsoft.com/office/drawing/2014/main" id="{5243D934-3568-5659-ECCA-B42767C75144}"/>
                </a:ext>
              </a:extLst>
            </p:cNvPr>
            <p:cNvSpPr/>
            <p:nvPr/>
          </p:nvSpPr>
          <p:spPr>
            <a:xfrm>
              <a:off x="6408350" y="4009000"/>
              <a:ext cx="62425" cy="53350"/>
            </a:xfrm>
            <a:custGeom>
              <a:avLst/>
              <a:gdLst/>
              <a:ahLst/>
              <a:cxnLst/>
              <a:rect l="l" t="t" r="r" b="b"/>
              <a:pathLst>
                <a:path w="2497" h="2134" extrusionOk="0">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357;p96">
              <a:extLst>
                <a:ext uri="{FF2B5EF4-FFF2-40B4-BE49-F238E27FC236}">
                  <a16:creationId xmlns:a16="http://schemas.microsoft.com/office/drawing/2014/main" id="{F1B6225B-CFE4-88F2-56C9-3AF5073FA08B}"/>
                </a:ext>
              </a:extLst>
            </p:cNvPr>
            <p:cNvSpPr/>
            <p:nvPr/>
          </p:nvSpPr>
          <p:spPr>
            <a:xfrm>
              <a:off x="6332350"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358;p96">
              <a:extLst>
                <a:ext uri="{FF2B5EF4-FFF2-40B4-BE49-F238E27FC236}">
                  <a16:creationId xmlns:a16="http://schemas.microsoft.com/office/drawing/2014/main" id="{633F1495-E958-6E34-20F6-2D4365C7BB0F}"/>
                </a:ext>
              </a:extLst>
            </p:cNvPr>
            <p:cNvSpPr/>
            <p:nvPr/>
          </p:nvSpPr>
          <p:spPr>
            <a:xfrm>
              <a:off x="6256150" y="4009000"/>
              <a:ext cx="62200" cy="53350"/>
            </a:xfrm>
            <a:custGeom>
              <a:avLst/>
              <a:gdLst/>
              <a:ahLst/>
              <a:cxnLst/>
              <a:rect l="l" t="t" r="r" b="b"/>
              <a:pathLst>
                <a:path w="2488" h="2134" extrusionOk="0">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59;p96">
              <a:extLst>
                <a:ext uri="{FF2B5EF4-FFF2-40B4-BE49-F238E27FC236}">
                  <a16:creationId xmlns:a16="http://schemas.microsoft.com/office/drawing/2014/main" id="{868E237E-AC3F-6909-1C09-F7E8646C08E2}"/>
                </a:ext>
              </a:extLst>
            </p:cNvPr>
            <p:cNvSpPr/>
            <p:nvPr/>
          </p:nvSpPr>
          <p:spPr>
            <a:xfrm>
              <a:off x="5951475"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360;p96">
              <a:extLst>
                <a:ext uri="{FF2B5EF4-FFF2-40B4-BE49-F238E27FC236}">
                  <a16:creationId xmlns:a16="http://schemas.microsoft.com/office/drawing/2014/main" id="{0EE6B307-0C62-523B-9989-E2CF427A03C2}"/>
                </a:ext>
              </a:extLst>
            </p:cNvPr>
            <p:cNvSpPr/>
            <p:nvPr/>
          </p:nvSpPr>
          <p:spPr>
            <a:xfrm>
              <a:off x="5951475" y="4009000"/>
              <a:ext cx="62225" cy="53350"/>
            </a:xfrm>
            <a:custGeom>
              <a:avLst/>
              <a:gdLst/>
              <a:ahLst/>
              <a:cxnLst/>
              <a:rect l="l" t="t" r="r" b="b"/>
              <a:pathLst>
                <a:path w="2489" h="2134" extrusionOk="0">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361;p96">
              <a:extLst>
                <a:ext uri="{FF2B5EF4-FFF2-40B4-BE49-F238E27FC236}">
                  <a16:creationId xmlns:a16="http://schemas.microsoft.com/office/drawing/2014/main" id="{B402CED8-DA9E-96C1-F04C-84AFBC26C3B5}"/>
                </a:ext>
              </a:extLst>
            </p:cNvPr>
            <p:cNvSpPr/>
            <p:nvPr/>
          </p:nvSpPr>
          <p:spPr>
            <a:xfrm>
              <a:off x="6027500" y="385677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362;p96">
              <a:extLst>
                <a:ext uri="{FF2B5EF4-FFF2-40B4-BE49-F238E27FC236}">
                  <a16:creationId xmlns:a16="http://schemas.microsoft.com/office/drawing/2014/main" id="{9D5F4698-58C1-5629-AC68-61E9569317D8}"/>
                </a:ext>
              </a:extLst>
            </p:cNvPr>
            <p:cNvSpPr/>
            <p:nvPr/>
          </p:nvSpPr>
          <p:spPr>
            <a:xfrm>
              <a:off x="6027500" y="39328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63;p96">
              <a:extLst>
                <a:ext uri="{FF2B5EF4-FFF2-40B4-BE49-F238E27FC236}">
                  <a16:creationId xmlns:a16="http://schemas.microsoft.com/office/drawing/2014/main" id="{8608BB4B-7245-07A1-DFDE-896FDC48AA4D}"/>
                </a:ext>
              </a:extLst>
            </p:cNvPr>
            <p:cNvSpPr/>
            <p:nvPr/>
          </p:nvSpPr>
          <p:spPr>
            <a:xfrm>
              <a:off x="6027500" y="4009000"/>
              <a:ext cx="62425" cy="53350"/>
            </a:xfrm>
            <a:custGeom>
              <a:avLst/>
              <a:gdLst/>
              <a:ahLst/>
              <a:cxnLst/>
              <a:rect l="l" t="t" r="r" b="b"/>
              <a:pathLst>
                <a:path w="2497" h="2134" extrusionOk="0">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364;p96">
              <a:extLst>
                <a:ext uri="{FF2B5EF4-FFF2-40B4-BE49-F238E27FC236}">
                  <a16:creationId xmlns:a16="http://schemas.microsoft.com/office/drawing/2014/main" id="{F475FDD3-D590-366A-9D4B-42805F995343}"/>
                </a:ext>
              </a:extLst>
            </p:cNvPr>
            <p:cNvSpPr/>
            <p:nvPr/>
          </p:nvSpPr>
          <p:spPr>
            <a:xfrm>
              <a:off x="6103700" y="3780375"/>
              <a:ext cx="62425" cy="53475"/>
            </a:xfrm>
            <a:custGeom>
              <a:avLst/>
              <a:gdLst/>
              <a:ahLst/>
              <a:cxnLst/>
              <a:rect l="l" t="t" r="r" b="b"/>
              <a:pathLst>
                <a:path w="2497" h="2139" extrusionOk="0">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365;p96">
              <a:extLst>
                <a:ext uri="{FF2B5EF4-FFF2-40B4-BE49-F238E27FC236}">
                  <a16:creationId xmlns:a16="http://schemas.microsoft.com/office/drawing/2014/main" id="{C6E58647-93F7-C0FA-6F13-DE0DF09BAA0A}"/>
                </a:ext>
              </a:extLst>
            </p:cNvPr>
            <p:cNvSpPr/>
            <p:nvPr/>
          </p:nvSpPr>
          <p:spPr>
            <a:xfrm>
              <a:off x="6103700" y="3856775"/>
              <a:ext cx="62425" cy="53300"/>
            </a:xfrm>
            <a:custGeom>
              <a:avLst/>
              <a:gdLst/>
              <a:ahLst/>
              <a:cxnLst/>
              <a:rect l="l" t="t" r="r" b="b"/>
              <a:pathLst>
                <a:path w="2497" h="2132" extrusionOk="0">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366;p96">
              <a:extLst>
                <a:ext uri="{FF2B5EF4-FFF2-40B4-BE49-F238E27FC236}">
                  <a16:creationId xmlns:a16="http://schemas.microsoft.com/office/drawing/2014/main" id="{85959F64-67F7-CD48-04CE-D3A386546BD0}"/>
                </a:ext>
              </a:extLst>
            </p:cNvPr>
            <p:cNvSpPr/>
            <p:nvPr/>
          </p:nvSpPr>
          <p:spPr>
            <a:xfrm>
              <a:off x="6103700" y="3932800"/>
              <a:ext cx="62425" cy="53475"/>
            </a:xfrm>
            <a:custGeom>
              <a:avLst/>
              <a:gdLst/>
              <a:ahLst/>
              <a:cxnLst/>
              <a:rect l="l" t="t" r="r" b="b"/>
              <a:pathLst>
                <a:path w="2497" h="2139" extrusionOk="0">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367;p96">
              <a:extLst>
                <a:ext uri="{FF2B5EF4-FFF2-40B4-BE49-F238E27FC236}">
                  <a16:creationId xmlns:a16="http://schemas.microsoft.com/office/drawing/2014/main" id="{83796E07-E4DC-1173-AA28-51BC02B1D46A}"/>
                </a:ext>
              </a:extLst>
            </p:cNvPr>
            <p:cNvSpPr/>
            <p:nvPr/>
          </p:nvSpPr>
          <p:spPr>
            <a:xfrm>
              <a:off x="6103700" y="4009000"/>
              <a:ext cx="62425" cy="53350"/>
            </a:xfrm>
            <a:custGeom>
              <a:avLst/>
              <a:gdLst/>
              <a:ahLst/>
              <a:cxnLst/>
              <a:rect l="l" t="t" r="r" b="b"/>
              <a:pathLst>
                <a:path w="2497" h="2134" extrusionOk="0">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68;p96">
              <a:extLst>
                <a:ext uri="{FF2B5EF4-FFF2-40B4-BE49-F238E27FC236}">
                  <a16:creationId xmlns:a16="http://schemas.microsoft.com/office/drawing/2014/main" id="{2B0B4024-1EFE-3AFA-3550-467DFD1A588C}"/>
                </a:ext>
              </a:extLst>
            </p:cNvPr>
            <p:cNvSpPr/>
            <p:nvPr/>
          </p:nvSpPr>
          <p:spPr>
            <a:xfrm>
              <a:off x="61799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69;p96">
              <a:extLst>
                <a:ext uri="{FF2B5EF4-FFF2-40B4-BE49-F238E27FC236}">
                  <a16:creationId xmlns:a16="http://schemas.microsoft.com/office/drawing/2014/main" id="{D1A274C9-71F7-3B3A-FFDD-5409AFB85E9F}"/>
                </a:ext>
              </a:extLst>
            </p:cNvPr>
            <p:cNvSpPr/>
            <p:nvPr/>
          </p:nvSpPr>
          <p:spPr>
            <a:xfrm>
              <a:off x="61799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70;p96">
              <a:extLst>
                <a:ext uri="{FF2B5EF4-FFF2-40B4-BE49-F238E27FC236}">
                  <a16:creationId xmlns:a16="http://schemas.microsoft.com/office/drawing/2014/main" id="{A9440635-13A4-1D4B-4595-6FD1B41039D3}"/>
                </a:ext>
              </a:extLst>
            </p:cNvPr>
            <p:cNvSpPr/>
            <p:nvPr/>
          </p:nvSpPr>
          <p:spPr>
            <a:xfrm>
              <a:off x="61799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371;p96">
              <a:extLst>
                <a:ext uri="{FF2B5EF4-FFF2-40B4-BE49-F238E27FC236}">
                  <a16:creationId xmlns:a16="http://schemas.microsoft.com/office/drawing/2014/main" id="{82DDDC3B-6F85-735F-37C8-75993B20CF76}"/>
                </a:ext>
              </a:extLst>
            </p:cNvPr>
            <p:cNvSpPr/>
            <p:nvPr/>
          </p:nvSpPr>
          <p:spPr>
            <a:xfrm>
              <a:off x="61799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372;p96">
              <a:extLst>
                <a:ext uri="{FF2B5EF4-FFF2-40B4-BE49-F238E27FC236}">
                  <a16:creationId xmlns:a16="http://schemas.microsoft.com/office/drawing/2014/main" id="{D6A91E36-E972-849B-C02C-88FBA60AA8CB}"/>
                </a:ext>
              </a:extLst>
            </p:cNvPr>
            <p:cNvSpPr/>
            <p:nvPr/>
          </p:nvSpPr>
          <p:spPr>
            <a:xfrm>
              <a:off x="61799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373;p96">
              <a:extLst>
                <a:ext uri="{FF2B5EF4-FFF2-40B4-BE49-F238E27FC236}">
                  <a16:creationId xmlns:a16="http://schemas.microsoft.com/office/drawing/2014/main" id="{48BC16C8-3BCC-0328-43DE-C14631D2592F}"/>
                </a:ext>
              </a:extLst>
            </p:cNvPr>
            <p:cNvSpPr/>
            <p:nvPr/>
          </p:nvSpPr>
          <p:spPr>
            <a:xfrm>
              <a:off x="717030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374;p96">
              <a:extLst>
                <a:ext uri="{FF2B5EF4-FFF2-40B4-BE49-F238E27FC236}">
                  <a16:creationId xmlns:a16="http://schemas.microsoft.com/office/drawing/2014/main" id="{358B6805-CAC1-E5C2-B199-E75B8ED3C53E}"/>
                </a:ext>
              </a:extLst>
            </p:cNvPr>
            <p:cNvSpPr/>
            <p:nvPr/>
          </p:nvSpPr>
          <p:spPr>
            <a:xfrm>
              <a:off x="68656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375;p96">
              <a:extLst>
                <a:ext uri="{FF2B5EF4-FFF2-40B4-BE49-F238E27FC236}">
                  <a16:creationId xmlns:a16="http://schemas.microsoft.com/office/drawing/2014/main" id="{D10532B4-C875-E896-A955-0EF566BC3068}"/>
                </a:ext>
              </a:extLst>
            </p:cNvPr>
            <p:cNvSpPr/>
            <p:nvPr/>
          </p:nvSpPr>
          <p:spPr>
            <a:xfrm>
              <a:off x="686565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376;p96">
              <a:extLst>
                <a:ext uri="{FF2B5EF4-FFF2-40B4-BE49-F238E27FC236}">
                  <a16:creationId xmlns:a16="http://schemas.microsoft.com/office/drawing/2014/main" id="{4AABEEC5-4ABB-D41A-A4B9-AF2281B9622A}"/>
                </a:ext>
              </a:extLst>
            </p:cNvPr>
            <p:cNvSpPr/>
            <p:nvPr/>
          </p:nvSpPr>
          <p:spPr>
            <a:xfrm>
              <a:off x="69418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77;p96">
              <a:extLst>
                <a:ext uri="{FF2B5EF4-FFF2-40B4-BE49-F238E27FC236}">
                  <a16:creationId xmlns:a16="http://schemas.microsoft.com/office/drawing/2014/main" id="{F090ED8B-AD04-4ED7-2AC9-76356A1CD256}"/>
                </a:ext>
              </a:extLst>
            </p:cNvPr>
            <p:cNvSpPr/>
            <p:nvPr/>
          </p:nvSpPr>
          <p:spPr>
            <a:xfrm>
              <a:off x="6789225" y="3627950"/>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78;p96">
              <a:extLst>
                <a:ext uri="{FF2B5EF4-FFF2-40B4-BE49-F238E27FC236}">
                  <a16:creationId xmlns:a16="http://schemas.microsoft.com/office/drawing/2014/main" id="{493915C4-6884-AB49-923D-83498E80ACF8}"/>
                </a:ext>
              </a:extLst>
            </p:cNvPr>
            <p:cNvSpPr/>
            <p:nvPr/>
          </p:nvSpPr>
          <p:spPr>
            <a:xfrm>
              <a:off x="6637000" y="3475725"/>
              <a:ext cx="62225" cy="53350"/>
            </a:xfrm>
            <a:custGeom>
              <a:avLst/>
              <a:gdLst/>
              <a:ahLst/>
              <a:cxnLst/>
              <a:rect l="l" t="t" r="r" b="b"/>
              <a:pathLst>
                <a:path w="2489" h="2134" extrusionOk="0">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379;p96">
              <a:extLst>
                <a:ext uri="{FF2B5EF4-FFF2-40B4-BE49-F238E27FC236}">
                  <a16:creationId xmlns:a16="http://schemas.microsoft.com/office/drawing/2014/main" id="{98D267D9-9A54-0F15-E0BE-320B5362E2F1}"/>
                </a:ext>
              </a:extLst>
            </p:cNvPr>
            <p:cNvSpPr/>
            <p:nvPr/>
          </p:nvSpPr>
          <p:spPr>
            <a:xfrm>
              <a:off x="6256150" y="3399500"/>
              <a:ext cx="62200" cy="53350"/>
            </a:xfrm>
            <a:custGeom>
              <a:avLst/>
              <a:gdLst/>
              <a:ahLst/>
              <a:cxnLst/>
              <a:rect l="l" t="t" r="r" b="b"/>
              <a:pathLst>
                <a:path w="2488" h="2134" extrusionOk="0">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80;p96">
              <a:extLst>
                <a:ext uri="{FF2B5EF4-FFF2-40B4-BE49-F238E27FC236}">
                  <a16:creationId xmlns:a16="http://schemas.microsoft.com/office/drawing/2014/main" id="{9F874001-C347-ABBF-D64C-07AB7C79D57E}"/>
                </a:ext>
              </a:extLst>
            </p:cNvPr>
            <p:cNvSpPr/>
            <p:nvPr/>
          </p:nvSpPr>
          <p:spPr>
            <a:xfrm>
              <a:off x="6484575" y="355192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381;p96">
              <a:extLst>
                <a:ext uri="{FF2B5EF4-FFF2-40B4-BE49-F238E27FC236}">
                  <a16:creationId xmlns:a16="http://schemas.microsoft.com/office/drawing/2014/main" id="{B13DFD48-4BB1-AACE-EEE5-A4FFB36A3A12}"/>
                </a:ext>
              </a:extLst>
            </p:cNvPr>
            <p:cNvSpPr/>
            <p:nvPr/>
          </p:nvSpPr>
          <p:spPr>
            <a:xfrm>
              <a:off x="6484575" y="34757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82;p96">
              <a:extLst>
                <a:ext uri="{FF2B5EF4-FFF2-40B4-BE49-F238E27FC236}">
                  <a16:creationId xmlns:a16="http://schemas.microsoft.com/office/drawing/2014/main" id="{3BBE823F-F4A0-3CD8-E663-9A346AE440AF}"/>
                </a:ext>
              </a:extLst>
            </p:cNvPr>
            <p:cNvSpPr/>
            <p:nvPr/>
          </p:nvSpPr>
          <p:spPr>
            <a:xfrm>
              <a:off x="6408350" y="355192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83;p96">
              <a:extLst>
                <a:ext uri="{FF2B5EF4-FFF2-40B4-BE49-F238E27FC236}">
                  <a16:creationId xmlns:a16="http://schemas.microsoft.com/office/drawing/2014/main" id="{B3677877-5E1A-2B86-A98A-28D52B15858D}"/>
                </a:ext>
              </a:extLst>
            </p:cNvPr>
            <p:cNvSpPr/>
            <p:nvPr/>
          </p:nvSpPr>
          <p:spPr>
            <a:xfrm>
              <a:off x="6408350" y="3475725"/>
              <a:ext cx="62425" cy="53350"/>
            </a:xfrm>
            <a:custGeom>
              <a:avLst/>
              <a:gdLst/>
              <a:ahLst/>
              <a:cxnLst/>
              <a:rect l="l" t="t" r="r" b="b"/>
              <a:pathLst>
                <a:path w="2497" h="2134" extrusionOk="0">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84;p96">
              <a:extLst>
                <a:ext uri="{FF2B5EF4-FFF2-40B4-BE49-F238E27FC236}">
                  <a16:creationId xmlns:a16="http://schemas.microsoft.com/office/drawing/2014/main" id="{8D75E98F-D762-2EC5-3436-4212D6D3C024}"/>
                </a:ext>
              </a:extLst>
            </p:cNvPr>
            <p:cNvSpPr/>
            <p:nvPr/>
          </p:nvSpPr>
          <p:spPr>
            <a:xfrm>
              <a:off x="6332350"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85;p96">
              <a:extLst>
                <a:ext uri="{FF2B5EF4-FFF2-40B4-BE49-F238E27FC236}">
                  <a16:creationId xmlns:a16="http://schemas.microsoft.com/office/drawing/2014/main" id="{89038F40-2B6F-191A-7714-3FC0EDE3B173}"/>
                </a:ext>
              </a:extLst>
            </p:cNvPr>
            <p:cNvSpPr/>
            <p:nvPr/>
          </p:nvSpPr>
          <p:spPr>
            <a:xfrm>
              <a:off x="6332350" y="33995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86;p96">
              <a:extLst>
                <a:ext uri="{FF2B5EF4-FFF2-40B4-BE49-F238E27FC236}">
                  <a16:creationId xmlns:a16="http://schemas.microsoft.com/office/drawing/2014/main" id="{BC1E2935-8E05-33E7-99AE-407BE54F6AAB}"/>
                </a:ext>
              </a:extLst>
            </p:cNvPr>
            <p:cNvSpPr/>
            <p:nvPr/>
          </p:nvSpPr>
          <p:spPr>
            <a:xfrm>
              <a:off x="7094075" y="4237450"/>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387;p96">
              <a:extLst>
                <a:ext uri="{FF2B5EF4-FFF2-40B4-BE49-F238E27FC236}">
                  <a16:creationId xmlns:a16="http://schemas.microsoft.com/office/drawing/2014/main" id="{6426262C-31B1-F825-B07A-07A87D0F9065}"/>
                </a:ext>
              </a:extLst>
            </p:cNvPr>
            <p:cNvSpPr/>
            <p:nvPr/>
          </p:nvSpPr>
          <p:spPr>
            <a:xfrm>
              <a:off x="7017875" y="4389875"/>
              <a:ext cx="62400" cy="53350"/>
            </a:xfrm>
            <a:custGeom>
              <a:avLst/>
              <a:gdLst/>
              <a:ahLst/>
              <a:cxnLst/>
              <a:rect l="l" t="t" r="r" b="b"/>
              <a:pathLst>
                <a:path w="2496" h="2134" extrusionOk="0">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388;p96">
              <a:extLst>
                <a:ext uri="{FF2B5EF4-FFF2-40B4-BE49-F238E27FC236}">
                  <a16:creationId xmlns:a16="http://schemas.microsoft.com/office/drawing/2014/main" id="{C89A18A6-FE17-5E60-CD16-D47760F673EB}"/>
                </a:ext>
              </a:extLst>
            </p:cNvPr>
            <p:cNvSpPr/>
            <p:nvPr/>
          </p:nvSpPr>
          <p:spPr>
            <a:xfrm>
              <a:off x="7017875" y="4313650"/>
              <a:ext cx="62400" cy="53450"/>
            </a:xfrm>
            <a:custGeom>
              <a:avLst/>
              <a:gdLst/>
              <a:ahLst/>
              <a:cxnLst/>
              <a:rect l="l" t="t" r="r" b="b"/>
              <a:pathLst>
                <a:path w="2496" h="2138" extrusionOk="0">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389;p96">
              <a:extLst>
                <a:ext uri="{FF2B5EF4-FFF2-40B4-BE49-F238E27FC236}">
                  <a16:creationId xmlns:a16="http://schemas.microsoft.com/office/drawing/2014/main" id="{57CD5585-9956-B9E2-52EE-801C872F579E}"/>
                </a:ext>
              </a:extLst>
            </p:cNvPr>
            <p:cNvSpPr/>
            <p:nvPr/>
          </p:nvSpPr>
          <p:spPr>
            <a:xfrm>
              <a:off x="6941850" y="438987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390;p96">
              <a:extLst>
                <a:ext uri="{FF2B5EF4-FFF2-40B4-BE49-F238E27FC236}">
                  <a16:creationId xmlns:a16="http://schemas.microsoft.com/office/drawing/2014/main" id="{D9B835FD-4169-10EA-39BB-A4DE6644CE59}"/>
                </a:ext>
              </a:extLst>
            </p:cNvPr>
            <p:cNvSpPr/>
            <p:nvPr/>
          </p:nvSpPr>
          <p:spPr>
            <a:xfrm>
              <a:off x="6484575" y="438987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391;p96">
              <a:extLst>
                <a:ext uri="{FF2B5EF4-FFF2-40B4-BE49-F238E27FC236}">
                  <a16:creationId xmlns:a16="http://schemas.microsoft.com/office/drawing/2014/main" id="{47BE093C-2E97-E25F-2435-4273C1720351}"/>
                </a:ext>
              </a:extLst>
            </p:cNvPr>
            <p:cNvSpPr/>
            <p:nvPr/>
          </p:nvSpPr>
          <p:spPr>
            <a:xfrm>
              <a:off x="6560800" y="42374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392;p96">
              <a:extLst>
                <a:ext uri="{FF2B5EF4-FFF2-40B4-BE49-F238E27FC236}">
                  <a16:creationId xmlns:a16="http://schemas.microsoft.com/office/drawing/2014/main" id="{4136AD43-5210-1781-21DF-FDD99183EC16}"/>
                </a:ext>
              </a:extLst>
            </p:cNvPr>
            <p:cNvSpPr/>
            <p:nvPr/>
          </p:nvSpPr>
          <p:spPr>
            <a:xfrm>
              <a:off x="6560800" y="4161425"/>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393;p96">
              <a:extLst>
                <a:ext uri="{FF2B5EF4-FFF2-40B4-BE49-F238E27FC236}">
                  <a16:creationId xmlns:a16="http://schemas.microsoft.com/office/drawing/2014/main" id="{ADFAF4A7-16BE-8174-DBA1-447D47A4BA7F}"/>
                </a:ext>
              </a:extLst>
            </p:cNvPr>
            <p:cNvSpPr/>
            <p:nvPr/>
          </p:nvSpPr>
          <p:spPr>
            <a:xfrm>
              <a:off x="6560800" y="40852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2394;p96">
              <a:extLst>
                <a:ext uri="{FF2B5EF4-FFF2-40B4-BE49-F238E27FC236}">
                  <a16:creationId xmlns:a16="http://schemas.microsoft.com/office/drawing/2014/main" id="{B9DE24AE-BF20-9117-2340-1F9A29E9F835}"/>
                </a:ext>
              </a:extLst>
            </p:cNvPr>
            <p:cNvSpPr/>
            <p:nvPr/>
          </p:nvSpPr>
          <p:spPr>
            <a:xfrm>
              <a:off x="6560800" y="4009000"/>
              <a:ext cx="62200" cy="53350"/>
            </a:xfrm>
            <a:custGeom>
              <a:avLst/>
              <a:gdLst/>
              <a:ahLst/>
              <a:cxnLst/>
              <a:rect l="l" t="t" r="r" b="b"/>
              <a:pathLst>
                <a:path w="2488" h="2134" extrusionOk="0">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2395;p96">
              <a:extLst>
                <a:ext uri="{FF2B5EF4-FFF2-40B4-BE49-F238E27FC236}">
                  <a16:creationId xmlns:a16="http://schemas.microsoft.com/office/drawing/2014/main" id="{FE0EB967-AE8D-1BEA-E114-38AE82034A5F}"/>
                </a:ext>
              </a:extLst>
            </p:cNvPr>
            <p:cNvSpPr/>
            <p:nvPr/>
          </p:nvSpPr>
          <p:spPr>
            <a:xfrm>
              <a:off x="6560800" y="39328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2396;p96">
              <a:extLst>
                <a:ext uri="{FF2B5EF4-FFF2-40B4-BE49-F238E27FC236}">
                  <a16:creationId xmlns:a16="http://schemas.microsoft.com/office/drawing/2014/main" id="{529C7B26-E2BD-5B24-E5C5-D7CFB7A814BC}"/>
                </a:ext>
              </a:extLst>
            </p:cNvPr>
            <p:cNvSpPr/>
            <p:nvPr/>
          </p:nvSpPr>
          <p:spPr>
            <a:xfrm>
              <a:off x="65608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2397;p96">
              <a:extLst>
                <a:ext uri="{FF2B5EF4-FFF2-40B4-BE49-F238E27FC236}">
                  <a16:creationId xmlns:a16="http://schemas.microsoft.com/office/drawing/2014/main" id="{8FF5AAA6-0012-269C-0756-92DEACF87C48}"/>
                </a:ext>
              </a:extLst>
            </p:cNvPr>
            <p:cNvSpPr/>
            <p:nvPr/>
          </p:nvSpPr>
          <p:spPr>
            <a:xfrm>
              <a:off x="65608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2398;p96">
              <a:extLst>
                <a:ext uri="{FF2B5EF4-FFF2-40B4-BE49-F238E27FC236}">
                  <a16:creationId xmlns:a16="http://schemas.microsoft.com/office/drawing/2014/main" id="{6156D89F-F588-63FB-97CE-8FDC65A0EAED}"/>
                </a:ext>
              </a:extLst>
            </p:cNvPr>
            <p:cNvSpPr/>
            <p:nvPr/>
          </p:nvSpPr>
          <p:spPr>
            <a:xfrm>
              <a:off x="6484575" y="4237450"/>
              <a:ext cx="62425" cy="53425"/>
            </a:xfrm>
            <a:custGeom>
              <a:avLst/>
              <a:gdLst/>
              <a:ahLst/>
              <a:cxnLst/>
              <a:rect l="l" t="t" r="r" b="b"/>
              <a:pathLst>
                <a:path w="2497" h="2137" extrusionOk="0">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2399;p96">
              <a:extLst>
                <a:ext uri="{FF2B5EF4-FFF2-40B4-BE49-F238E27FC236}">
                  <a16:creationId xmlns:a16="http://schemas.microsoft.com/office/drawing/2014/main" id="{2EF65526-CDCE-A54F-3E6B-154AE43A34AA}"/>
                </a:ext>
              </a:extLst>
            </p:cNvPr>
            <p:cNvSpPr/>
            <p:nvPr/>
          </p:nvSpPr>
          <p:spPr>
            <a:xfrm>
              <a:off x="6484575" y="3780375"/>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2400;p96">
              <a:extLst>
                <a:ext uri="{FF2B5EF4-FFF2-40B4-BE49-F238E27FC236}">
                  <a16:creationId xmlns:a16="http://schemas.microsoft.com/office/drawing/2014/main" id="{712C306F-38CC-46AE-66B6-8F88C2B3541E}"/>
                </a:ext>
              </a:extLst>
            </p:cNvPr>
            <p:cNvSpPr/>
            <p:nvPr/>
          </p:nvSpPr>
          <p:spPr>
            <a:xfrm>
              <a:off x="6484575" y="3704150"/>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2401;p96">
              <a:extLst>
                <a:ext uri="{FF2B5EF4-FFF2-40B4-BE49-F238E27FC236}">
                  <a16:creationId xmlns:a16="http://schemas.microsoft.com/office/drawing/2014/main" id="{6C580353-0B49-1337-D1B3-1C1ED6D62757}"/>
                </a:ext>
              </a:extLst>
            </p:cNvPr>
            <p:cNvSpPr/>
            <p:nvPr/>
          </p:nvSpPr>
          <p:spPr>
            <a:xfrm>
              <a:off x="6408350" y="4237450"/>
              <a:ext cx="62425" cy="53425"/>
            </a:xfrm>
            <a:custGeom>
              <a:avLst/>
              <a:gdLst/>
              <a:ahLst/>
              <a:cxnLst/>
              <a:rect l="l" t="t" r="r" b="b"/>
              <a:pathLst>
                <a:path w="2497" h="2137" extrusionOk="0">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2402;p96">
              <a:extLst>
                <a:ext uri="{FF2B5EF4-FFF2-40B4-BE49-F238E27FC236}">
                  <a16:creationId xmlns:a16="http://schemas.microsoft.com/office/drawing/2014/main" id="{7184A3E9-C563-154D-2378-F4CB11E83896}"/>
                </a:ext>
              </a:extLst>
            </p:cNvPr>
            <p:cNvSpPr/>
            <p:nvPr/>
          </p:nvSpPr>
          <p:spPr>
            <a:xfrm>
              <a:off x="6408350" y="4161425"/>
              <a:ext cx="62425" cy="53300"/>
            </a:xfrm>
            <a:custGeom>
              <a:avLst/>
              <a:gdLst/>
              <a:ahLst/>
              <a:cxnLst/>
              <a:rect l="l" t="t" r="r" b="b"/>
              <a:pathLst>
                <a:path w="2497" h="2132" extrusionOk="0">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2403;p96">
              <a:extLst>
                <a:ext uri="{FF2B5EF4-FFF2-40B4-BE49-F238E27FC236}">
                  <a16:creationId xmlns:a16="http://schemas.microsoft.com/office/drawing/2014/main" id="{C00EB4B8-FFB3-3969-FEE7-07386F46ADF7}"/>
                </a:ext>
              </a:extLst>
            </p:cNvPr>
            <p:cNvSpPr/>
            <p:nvPr/>
          </p:nvSpPr>
          <p:spPr>
            <a:xfrm>
              <a:off x="6408350" y="3780375"/>
              <a:ext cx="62425" cy="53425"/>
            </a:xfrm>
            <a:custGeom>
              <a:avLst/>
              <a:gdLst/>
              <a:ahLst/>
              <a:cxnLst/>
              <a:rect l="l" t="t" r="r" b="b"/>
              <a:pathLst>
                <a:path w="2497" h="2137" extrusionOk="0">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2404;p96">
              <a:extLst>
                <a:ext uri="{FF2B5EF4-FFF2-40B4-BE49-F238E27FC236}">
                  <a16:creationId xmlns:a16="http://schemas.microsoft.com/office/drawing/2014/main" id="{ADF0122B-E32C-6CE2-6129-A4691F1CE290}"/>
                </a:ext>
              </a:extLst>
            </p:cNvPr>
            <p:cNvSpPr/>
            <p:nvPr/>
          </p:nvSpPr>
          <p:spPr>
            <a:xfrm>
              <a:off x="6408350" y="3704150"/>
              <a:ext cx="62425" cy="53450"/>
            </a:xfrm>
            <a:custGeom>
              <a:avLst/>
              <a:gdLst/>
              <a:ahLst/>
              <a:cxnLst/>
              <a:rect l="l" t="t" r="r" b="b"/>
              <a:pathLst>
                <a:path w="2497" h="2138" extrusionOk="0">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2405;p96">
              <a:extLst>
                <a:ext uri="{FF2B5EF4-FFF2-40B4-BE49-F238E27FC236}">
                  <a16:creationId xmlns:a16="http://schemas.microsoft.com/office/drawing/2014/main" id="{9413DBC8-ED81-81EF-8032-36BC1C5D361C}"/>
                </a:ext>
              </a:extLst>
            </p:cNvPr>
            <p:cNvSpPr/>
            <p:nvPr/>
          </p:nvSpPr>
          <p:spPr>
            <a:xfrm>
              <a:off x="6332350"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2406;p96">
              <a:extLst>
                <a:ext uri="{FF2B5EF4-FFF2-40B4-BE49-F238E27FC236}">
                  <a16:creationId xmlns:a16="http://schemas.microsoft.com/office/drawing/2014/main" id="{7CCCDE47-FD1D-D633-D06C-FB154C6959AA}"/>
                </a:ext>
              </a:extLst>
            </p:cNvPr>
            <p:cNvSpPr/>
            <p:nvPr/>
          </p:nvSpPr>
          <p:spPr>
            <a:xfrm>
              <a:off x="6332350"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2407;p96">
              <a:extLst>
                <a:ext uri="{FF2B5EF4-FFF2-40B4-BE49-F238E27FC236}">
                  <a16:creationId xmlns:a16="http://schemas.microsoft.com/office/drawing/2014/main" id="{4756B64A-02C0-57C5-F005-2E1B4C0C0D59}"/>
                </a:ext>
              </a:extLst>
            </p:cNvPr>
            <p:cNvSpPr/>
            <p:nvPr/>
          </p:nvSpPr>
          <p:spPr>
            <a:xfrm>
              <a:off x="633235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2408;p96">
              <a:extLst>
                <a:ext uri="{FF2B5EF4-FFF2-40B4-BE49-F238E27FC236}">
                  <a16:creationId xmlns:a16="http://schemas.microsoft.com/office/drawing/2014/main" id="{A9AF15D6-78DB-42D6-66E1-F590336F0403}"/>
                </a:ext>
              </a:extLst>
            </p:cNvPr>
            <p:cNvSpPr/>
            <p:nvPr/>
          </p:nvSpPr>
          <p:spPr>
            <a:xfrm>
              <a:off x="63323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2409;p96">
              <a:extLst>
                <a:ext uri="{FF2B5EF4-FFF2-40B4-BE49-F238E27FC236}">
                  <a16:creationId xmlns:a16="http://schemas.microsoft.com/office/drawing/2014/main" id="{66A3DF3F-12F1-3D67-22B4-48B57E313850}"/>
                </a:ext>
              </a:extLst>
            </p:cNvPr>
            <p:cNvSpPr/>
            <p:nvPr/>
          </p:nvSpPr>
          <p:spPr>
            <a:xfrm>
              <a:off x="6256150" y="4085225"/>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2410;p96">
              <a:extLst>
                <a:ext uri="{FF2B5EF4-FFF2-40B4-BE49-F238E27FC236}">
                  <a16:creationId xmlns:a16="http://schemas.microsoft.com/office/drawing/2014/main" id="{60EF934E-9452-4C05-B8FD-8DA7A3EF2DFB}"/>
                </a:ext>
              </a:extLst>
            </p:cNvPr>
            <p:cNvSpPr/>
            <p:nvPr/>
          </p:nvSpPr>
          <p:spPr>
            <a:xfrm>
              <a:off x="6256150" y="3704150"/>
              <a:ext cx="62200" cy="53450"/>
            </a:xfrm>
            <a:custGeom>
              <a:avLst/>
              <a:gdLst/>
              <a:ahLst/>
              <a:cxnLst/>
              <a:rect l="l" t="t" r="r" b="b"/>
              <a:pathLst>
                <a:path w="2488" h="2138" extrusionOk="0">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2411;p96">
              <a:extLst>
                <a:ext uri="{FF2B5EF4-FFF2-40B4-BE49-F238E27FC236}">
                  <a16:creationId xmlns:a16="http://schemas.microsoft.com/office/drawing/2014/main" id="{CA4763AE-EFC4-0DF5-34C8-61BA9B2FA7BA}"/>
                </a:ext>
              </a:extLst>
            </p:cNvPr>
            <p:cNvSpPr/>
            <p:nvPr/>
          </p:nvSpPr>
          <p:spPr>
            <a:xfrm>
              <a:off x="6256150" y="3627950"/>
              <a:ext cx="62200" cy="53425"/>
            </a:xfrm>
            <a:custGeom>
              <a:avLst/>
              <a:gdLst/>
              <a:ahLst/>
              <a:cxnLst/>
              <a:rect l="l" t="t" r="r" b="b"/>
              <a:pathLst>
                <a:path w="2488" h="2137" extrusionOk="0">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2412;p96">
              <a:extLst>
                <a:ext uri="{FF2B5EF4-FFF2-40B4-BE49-F238E27FC236}">
                  <a16:creationId xmlns:a16="http://schemas.microsoft.com/office/drawing/2014/main" id="{70975563-7DC3-0C84-05DE-3EDC906DBA8D}"/>
                </a:ext>
              </a:extLst>
            </p:cNvPr>
            <p:cNvSpPr/>
            <p:nvPr/>
          </p:nvSpPr>
          <p:spPr>
            <a:xfrm>
              <a:off x="617992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2413;p96">
              <a:extLst>
                <a:ext uri="{FF2B5EF4-FFF2-40B4-BE49-F238E27FC236}">
                  <a16:creationId xmlns:a16="http://schemas.microsoft.com/office/drawing/2014/main" id="{E0C51E5F-7D65-B15C-584D-FE20D3561486}"/>
                </a:ext>
              </a:extLst>
            </p:cNvPr>
            <p:cNvSpPr/>
            <p:nvPr/>
          </p:nvSpPr>
          <p:spPr>
            <a:xfrm>
              <a:off x="61799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2414;p96">
              <a:extLst>
                <a:ext uri="{FF2B5EF4-FFF2-40B4-BE49-F238E27FC236}">
                  <a16:creationId xmlns:a16="http://schemas.microsoft.com/office/drawing/2014/main" id="{B3E6D445-3105-4375-5195-9287C10BA83D}"/>
                </a:ext>
              </a:extLst>
            </p:cNvPr>
            <p:cNvSpPr/>
            <p:nvPr/>
          </p:nvSpPr>
          <p:spPr>
            <a:xfrm>
              <a:off x="6103700" y="4085225"/>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2415;p96">
              <a:extLst>
                <a:ext uri="{FF2B5EF4-FFF2-40B4-BE49-F238E27FC236}">
                  <a16:creationId xmlns:a16="http://schemas.microsoft.com/office/drawing/2014/main" id="{441C84CF-8B73-781F-068C-A48772AF6B50}"/>
                </a:ext>
              </a:extLst>
            </p:cNvPr>
            <p:cNvSpPr/>
            <p:nvPr/>
          </p:nvSpPr>
          <p:spPr>
            <a:xfrm>
              <a:off x="6103700" y="3704150"/>
              <a:ext cx="62425" cy="53450"/>
            </a:xfrm>
            <a:custGeom>
              <a:avLst/>
              <a:gdLst/>
              <a:ahLst/>
              <a:cxnLst/>
              <a:rect l="l" t="t" r="r" b="b"/>
              <a:pathLst>
                <a:path w="2497" h="2138" extrusionOk="0">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2416;p96">
              <a:extLst>
                <a:ext uri="{FF2B5EF4-FFF2-40B4-BE49-F238E27FC236}">
                  <a16:creationId xmlns:a16="http://schemas.microsoft.com/office/drawing/2014/main" id="{C288B90B-C345-9761-16DD-8DA604875A04}"/>
                </a:ext>
              </a:extLst>
            </p:cNvPr>
            <p:cNvSpPr/>
            <p:nvPr/>
          </p:nvSpPr>
          <p:spPr>
            <a:xfrm>
              <a:off x="6027500" y="4085225"/>
              <a:ext cx="62425" cy="53350"/>
            </a:xfrm>
            <a:custGeom>
              <a:avLst/>
              <a:gdLst/>
              <a:ahLst/>
              <a:cxnLst/>
              <a:rect l="l" t="t" r="r" b="b"/>
              <a:pathLst>
                <a:path w="2497" h="2134" extrusionOk="0">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2417;p96">
              <a:extLst>
                <a:ext uri="{FF2B5EF4-FFF2-40B4-BE49-F238E27FC236}">
                  <a16:creationId xmlns:a16="http://schemas.microsoft.com/office/drawing/2014/main" id="{20E6F92C-E1C2-FD76-74F4-397BF3E0F9F9}"/>
                </a:ext>
              </a:extLst>
            </p:cNvPr>
            <p:cNvSpPr/>
            <p:nvPr/>
          </p:nvSpPr>
          <p:spPr>
            <a:xfrm>
              <a:off x="6027500" y="3780375"/>
              <a:ext cx="62425" cy="53425"/>
            </a:xfrm>
            <a:custGeom>
              <a:avLst/>
              <a:gdLst/>
              <a:ahLst/>
              <a:cxnLst/>
              <a:rect l="l" t="t" r="r" b="b"/>
              <a:pathLst>
                <a:path w="2497" h="2137" extrusionOk="0">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2418;p96">
              <a:extLst>
                <a:ext uri="{FF2B5EF4-FFF2-40B4-BE49-F238E27FC236}">
                  <a16:creationId xmlns:a16="http://schemas.microsoft.com/office/drawing/2014/main" id="{A5B80099-9BD7-4B97-F5B2-CD2222D3B779}"/>
                </a:ext>
              </a:extLst>
            </p:cNvPr>
            <p:cNvSpPr/>
            <p:nvPr/>
          </p:nvSpPr>
          <p:spPr>
            <a:xfrm>
              <a:off x="6027500" y="3704150"/>
              <a:ext cx="62425" cy="53450"/>
            </a:xfrm>
            <a:custGeom>
              <a:avLst/>
              <a:gdLst/>
              <a:ahLst/>
              <a:cxnLst/>
              <a:rect l="l" t="t" r="r" b="b"/>
              <a:pathLst>
                <a:path w="2497" h="2138" extrusionOk="0">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2419;p96">
              <a:extLst>
                <a:ext uri="{FF2B5EF4-FFF2-40B4-BE49-F238E27FC236}">
                  <a16:creationId xmlns:a16="http://schemas.microsoft.com/office/drawing/2014/main" id="{A89941D8-F86A-55BF-BD8B-080956D3E132}"/>
                </a:ext>
              </a:extLst>
            </p:cNvPr>
            <p:cNvSpPr/>
            <p:nvPr/>
          </p:nvSpPr>
          <p:spPr>
            <a:xfrm>
              <a:off x="59514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2420;p96">
              <a:extLst>
                <a:ext uri="{FF2B5EF4-FFF2-40B4-BE49-F238E27FC236}">
                  <a16:creationId xmlns:a16="http://schemas.microsoft.com/office/drawing/2014/main" id="{45F83611-9263-AD0B-7F4E-5042A18C82DC}"/>
                </a:ext>
              </a:extLst>
            </p:cNvPr>
            <p:cNvSpPr/>
            <p:nvPr/>
          </p:nvSpPr>
          <p:spPr>
            <a:xfrm>
              <a:off x="5951475"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2421;p96">
              <a:extLst>
                <a:ext uri="{FF2B5EF4-FFF2-40B4-BE49-F238E27FC236}">
                  <a16:creationId xmlns:a16="http://schemas.microsoft.com/office/drawing/2014/main" id="{E178A449-7311-8F30-EBD4-9E593726CA74}"/>
                </a:ext>
              </a:extLst>
            </p:cNvPr>
            <p:cNvSpPr/>
            <p:nvPr/>
          </p:nvSpPr>
          <p:spPr>
            <a:xfrm>
              <a:off x="5951475" y="3780375"/>
              <a:ext cx="62425" cy="53425"/>
            </a:xfrm>
            <a:custGeom>
              <a:avLst/>
              <a:gdLst/>
              <a:ahLst/>
              <a:cxnLst/>
              <a:rect l="l" t="t" r="r" b="b"/>
              <a:pathLst>
                <a:path w="2497" h="2137" extrusionOk="0">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2422;p96">
              <a:extLst>
                <a:ext uri="{FF2B5EF4-FFF2-40B4-BE49-F238E27FC236}">
                  <a16:creationId xmlns:a16="http://schemas.microsoft.com/office/drawing/2014/main" id="{8A86623C-8402-869A-3879-071AE693782B}"/>
                </a:ext>
              </a:extLst>
            </p:cNvPr>
            <p:cNvSpPr/>
            <p:nvPr/>
          </p:nvSpPr>
          <p:spPr>
            <a:xfrm>
              <a:off x="587527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2423;p96">
              <a:extLst>
                <a:ext uri="{FF2B5EF4-FFF2-40B4-BE49-F238E27FC236}">
                  <a16:creationId xmlns:a16="http://schemas.microsoft.com/office/drawing/2014/main" id="{E571F047-CF5F-4D92-D72C-5A2FCFE0DBCD}"/>
                </a:ext>
              </a:extLst>
            </p:cNvPr>
            <p:cNvSpPr/>
            <p:nvPr/>
          </p:nvSpPr>
          <p:spPr>
            <a:xfrm>
              <a:off x="587527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2424;p96">
              <a:extLst>
                <a:ext uri="{FF2B5EF4-FFF2-40B4-BE49-F238E27FC236}">
                  <a16:creationId xmlns:a16="http://schemas.microsoft.com/office/drawing/2014/main" id="{B65CD5C7-2FEC-6312-5A2A-DA75A47EE61D}"/>
                </a:ext>
              </a:extLst>
            </p:cNvPr>
            <p:cNvSpPr/>
            <p:nvPr/>
          </p:nvSpPr>
          <p:spPr>
            <a:xfrm>
              <a:off x="587527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2425;p96">
              <a:extLst>
                <a:ext uri="{FF2B5EF4-FFF2-40B4-BE49-F238E27FC236}">
                  <a16:creationId xmlns:a16="http://schemas.microsoft.com/office/drawing/2014/main" id="{8CF3F466-6D53-15F9-F7E1-008C8DD0D9F3}"/>
                </a:ext>
              </a:extLst>
            </p:cNvPr>
            <p:cNvSpPr/>
            <p:nvPr/>
          </p:nvSpPr>
          <p:spPr>
            <a:xfrm>
              <a:off x="587527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2426;p96">
              <a:extLst>
                <a:ext uri="{FF2B5EF4-FFF2-40B4-BE49-F238E27FC236}">
                  <a16:creationId xmlns:a16="http://schemas.microsoft.com/office/drawing/2014/main" id="{FE54DEAE-7DAE-18D2-7B3F-4D8B635210CA}"/>
                </a:ext>
              </a:extLst>
            </p:cNvPr>
            <p:cNvSpPr/>
            <p:nvPr/>
          </p:nvSpPr>
          <p:spPr>
            <a:xfrm>
              <a:off x="45040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2427;p96">
              <a:extLst>
                <a:ext uri="{FF2B5EF4-FFF2-40B4-BE49-F238E27FC236}">
                  <a16:creationId xmlns:a16="http://schemas.microsoft.com/office/drawing/2014/main" id="{CA9E55FB-38C0-E39A-02F3-CCB607AAF590}"/>
                </a:ext>
              </a:extLst>
            </p:cNvPr>
            <p:cNvSpPr/>
            <p:nvPr/>
          </p:nvSpPr>
          <p:spPr>
            <a:xfrm>
              <a:off x="450405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2428;p96">
              <a:extLst>
                <a:ext uri="{FF2B5EF4-FFF2-40B4-BE49-F238E27FC236}">
                  <a16:creationId xmlns:a16="http://schemas.microsoft.com/office/drawing/2014/main" id="{F97DF4D0-11AD-03F9-766F-E490F9C7656E}"/>
                </a:ext>
              </a:extLst>
            </p:cNvPr>
            <p:cNvSpPr/>
            <p:nvPr/>
          </p:nvSpPr>
          <p:spPr>
            <a:xfrm>
              <a:off x="450405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2429;p96">
              <a:extLst>
                <a:ext uri="{FF2B5EF4-FFF2-40B4-BE49-F238E27FC236}">
                  <a16:creationId xmlns:a16="http://schemas.microsoft.com/office/drawing/2014/main" id="{50CDA1E7-0269-5417-39F1-81C0A7FB8924}"/>
                </a:ext>
              </a:extLst>
            </p:cNvPr>
            <p:cNvSpPr/>
            <p:nvPr/>
          </p:nvSpPr>
          <p:spPr>
            <a:xfrm>
              <a:off x="4427825" y="39328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2430;p96">
              <a:extLst>
                <a:ext uri="{FF2B5EF4-FFF2-40B4-BE49-F238E27FC236}">
                  <a16:creationId xmlns:a16="http://schemas.microsoft.com/office/drawing/2014/main" id="{2880B948-C061-5928-0EC0-105FA996DF0D}"/>
                </a:ext>
              </a:extLst>
            </p:cNvPr>
            <p:cNvSpPr/>
            <p:nvPr/>
          </p:nvSpPr>
          <p:spPr>
            <a:xfrm>
              <a:off x="4427825" y="3856775"/>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2431;p96">
              <a:extLst>
                <a:ext uri="{FF2B5EF4-FFF2-40B4-BE49-F238E27FC236}">
                  <a16:creationId xmlns:a16="http://schemas.microsoft.com/office/drawing/2014/main" id="{156C38D4-6806-38D3-5793-804AD33E1362}"/>
                </a:ext>
              </a:extLst>
            </p:cNvPr>
            <p:cNvSpPr/>
            <p:nvPr/>
          </p:nvSpPr>
          <p:spPr>
            <a:xfrm>
              <a:off x="4427825" y="3780375"/>
              <a:ext cx="62425" cy="53425"/>
            </a:xfrm>
            <a:custGeom>
              <a:avLst/>
              <a:gdLst/>
              <a:ahLst/>
              <a:cxnLst/>
              <a:rect l="l" t="t" r="r" b="b"/>
              <a:pathLst>
                <a:path w="2497" h="2137" extrusionOk="0">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2432;p96">
              <a:extLst>
                <a:ext uri="{FF2B5EF4-FFF2-40B4-BE49-F238E27FC236}">
                  <a16:creationId xmlns:a16="http://schemas.microsoft.com/office/drawing/2014/main" id="{F0AF5757-0196-54DF-038B-4998B861CAC7}"/>
                </a:ext>
              </a:extLst>
            </p:cNvPr>
            <p:cNvSpPr/>
            <p:nvPr/>
          </p:nvSpPr>
          <p:spPr>
            <a:xfrm>
              <a:off x="4351600" y="3171075"/>
              <a:ext cx="62425" cy="53350"/>
            </a:xfrm>
            <a:custGeom>
              <a:avLst/>
              <a:gdLst/>
              <a:ahLst/>
              <a:cxnLst/>
              <a:rect l="l" t="t" r="r" b="b"/>
              <a:pathLst>
                <a:path w="2497" h="2134" extrusionOk="0">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2433;p96">
              <a:extLst>
                <a:ext uri="{FF2B5EF4-FFF2-40B4-BE49-F238E27FC236}">
                  <a16:creationId xmlns:a16="http://schemas.microsoft.com/office/drawing/2014/main" id="{A32D0906-358B-3731-3382-74639ED36186}"/>
                </a:ext>
              </a:extLst>
            </p:cNvPr>
            <p:cNvSpPr/>
            <p:nvPr/>
          </p:nvSpPr>
          <p:spPr>
            <a:xfrm>
              <a:off x="435160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2434;p96">
              <a:extLst>
                <a:ext uri="{FF2B5EF4-FFF2-40B4-BE49-F238E27FC236}">
                  <a16:creationId xmlns:a16="http://schemas.microsoft.com/office/drawing/2014/main" id="{2D435AC2-3074-1756-4F42-F5DC7DA3B85A}"/>
                </a:ext>
              </a:extLst>
            </p:cNvPr>
            <p:cNvSpPr/>
            <p:nvPr/>
          </p:nvSpPr>
          <p:spPr>
            <a:xfrm>
              <a:off x="3970950" y="27902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2435;p96">
              <a:extLst>
                <a:ext uri="{FF2B5EF4-FFF2-40B4-BE49-F238E27FC236}">
                  <a16:creationId xmlns:a16="http://schemas.microsoft.com/office/drawing/2014/main" id="{60C490C5-7A84-35F4-E6B4-DFF6435019BA}"/>
                </a:ext>
              </a:extLst>
            </p:cNvPr>
            <p:cNvSpPr/>
            <p:nvPr/>
          </p:nvSpPr>
          <p:spPr>
            <a:xfrm>
              <a:off x="3970950" y="2866425"/>
              <a:ext cx="62225" cy="53275"/>
            </a:xfrm>
            <a:custGeom>
              <a:avLst/>
              <a:gdLst/>
              <a:ahLst/>
              <a:cxnLst/>
              <a:rect l="l" t="t" r="r" b="b"/>
              <a:pathLst>
                <a:path w="2489" h="2131" extrusionOk="0">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2436;p96">
              <a:extLst>
                <a:ext uri="{FF2B5EF4-FFF2-40B4-BE49-F238E27FC236}">
                  <a16:creationId xmlns:a16="http://schemas.microsoft.com/office/drawing/2014/main" id="{C09D9FE8-0290-2AF6-FA84-356553CBB9BD}"/>
                </a:ext>
              </a:extLst>
            </p:cNvPr>
            <p:cNvSpPr/>
            <p:nvPr/>
          </p:nvSpPr>
          <p:spPr>
            <a:xfrm>
              <a:off x="3970950" y="2942425"/>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2437;p96">
              <a:extLst>
                <a:ext uri="{FF2B5EF4-FFF2-40B4-BE49-F238E27FC236}">
                  <a16:creationId xmlns:a16="http://schemas.microsoft.com/office/drawing/2014/main" id="{5103C8E0-5550-FDCE-A8F3-F92A4A9A5CD0}"/>
                </a:ext>
              </a:extLst>
            </p:cNvPr>
            <p:cNvSpPr/>
            <p:nvPr/>
          </p:nvSpPr>
          <p:spPr>
            <a:xfrm>
              <a:off x="3970950" y="301865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2438;p96">
              <a:extLst>
                <a:ext uri="{FF2B5EF4-FFF2-40B4-BE49-F238E27FC236}">
                  <a16:creationId xmlns:a16="http://schemas.microsoft.com/office/drawing/2014/main" id="{5FA29A14-CA7F-1B60-6CB0-BA072242B266}"/>
                </a:ext>
              </a:extLst>
            </p:cNvPr>
            <p:cNvSpPr/>
            <p:nvPr/>
          </p:nvSpPr>
          <p:spPr>
            <a:xfrm>
              <a:off x="3970950" y="309485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2439;p96">
              <a:extLst>
                <a:ext uri="{FF2B5EF4-FFF2-40B4-BE49-F238E27FC236}">
                  <a16:creationId xmlns:a16="http://schemas.microsoft.com/office/drawing/2014/main" id="{16849BFB-E2B2-CA48-4EA6-CD36D2D43111}"/>
                </a:ext>
              </a:extLst>
            </p:cNvPr>
            <p:cNvSpPr/>
            <p:nvPr/>
          </p:nvSpPr>
          <p:spPr>
            <a:xfrm>
              <a:off x="3970950" y="317107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2440;p96">
              <a:extLst>
                <a:ext uri="{FF2B5EF4-FFF2-40B4-BE49-F238E27FC236}">
                  <a16:creationId xmlns:a16="http://schemas.microsoft.com/office/drawing/2014/main" id="{B0BD8DD1-00B9-9579-2580-93E9BBDB7E3A}"/>
                </a:ext>
              </a:extLst>
            </p:cNvPr>
            <p:cNvSpPr/>
            <p:nvPr/>
          </p:nvSpPr>
          <p:spPr>
            <a:xfrm>
              <a:off x="3970950" y="3247075"/>
              <a:ext cx="62225" cy="53450"/>
            </a:xfrm>
            <a:custGeom>
              <a:avLst/>
              <a:gdLst/>
              <a:ahLst/>
              <a:cxnLst/>
              <a:rect l="l" t="t" r="r" b="b"/>
              <a:pathLst>
                <a:path w="2489" h="2138" extrusionOk="0">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2441;p96">
              <a:extLst>
                <a:ext uri="{FF2B5EF4-FFF2-40B4-BE49-F238E27FC236}">
                  <a16:creationId xmlns:a16="http://schemas.microsoft.com/office/drawing/2014/main" id="{41D97827-8F43-FFCF-9328-1B37ECB6CA81}"/>
                </a:ext>
              </a:extLst>
            </p:cNvPr>
            <p:cNvSpPr/>
            <p:nvPr/>
          </p:nvSpPr>
          <p:spPr>
            <a:xfrm>
              <a:off x="3970950" y="33233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2442;p96">
              <a:extLst>
                <a:ext uri="{FF2B5EF4-FFF2-40B4-BE49-F238E27FC236}">
                  <a16:creationId xmlns:a16="http://schemas.microsoft.com/office/drawing/2014/main" id="{C9CEBE1B-B871-7121-ABA6-F59DAFD3A700}"/>
                </a:ext>
              </a:extLst>
            </p:cNvPr>
            <p:cNvSpPr/>
            <p:nvPr/>
          </p:nvSpPr>
          <p:spPr>
            <a:xfrm>
              <a:off x="3970950" y="33995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2443;p96">
              <a:extLst>
                <a:ext uri="{FF2B5EF4-FFF2-40B4-BE49-F238E27FC236}">
                  <a16:creationId xmlns:a16="http://schemas.microsoft.com/office/drawing/2014/main" id="{6FA7259C-5692-FC51-2C81-CD7C070DDD7B}"/>
                </a:ext>
              </a:extLst>
            </p:cNvPr>
            <p:cNvSpPr/>
            <p:nvPr/>
          </p:nvSpPr>
          <p:spPr>
            <a:xfrm>
              <a:off x="3970950" y="347572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2444;p96">
              <a:extLst>
                <a:ext uri="{FF2B5EF4-FFF2-40B4-BE49-F238E27FC236}">
                  <a16:creationId xmlns:a16="http://schemas.microsoft.com/office/drawing/2014/main" id="{3D0E7805-7DA2-8C37-2C08-5ABCC515C49A}"/>
                </a:ext>
              </a:extLst>
            </p:cNvPr>
            <p:cNvSpPr/>
            <p:nvPr/>
          </p:nvSpPr>
          <p:spPr>
            <a:xfrm>
              <a:off x="3970950" y="355192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2445;p96">
              <a:extLst>
                <a:ext uri="{FF2B5EF4-FFF2-40B4-BE49-F238E27FC236}">
                  <a16:creationId xmlns:a16="http://schemas.microsoft.com/office/drawing/2014/main" id="{1F0D2BA1-B173-C679-8914-16121400D46D}"/>
                </a:ext>
              </a:extLst>
            </p:cNvPr>
            <p:cNvSpPr/>
            <p:nvPr/>
          </p:nvSpPr>
          <p:spPr>
            <a:xfrm>
              <a:off x="3970950" y="3627950"/>
              <a:ext cx="62225" cy="53425"/>
            </a:xfrm>
            <a:custGeom>
              <a:avLst/>
              <a:gdLst/>
              <a:ahLst/>
              <a:cxnLst/>
              <a:rect l="l" t="t" r="r" b="b"/>
              <a:pathLst>
                <a:path w="2489" h="2137" extrusionOk="0">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2446;p96">
              <a:extLst>
                <a:ext uri="{FF2B5EF4-FFF2-40B4-BE49-F238E27FC236}">
                  <a16:creationId xmlns:a16="http://schemas.microsoft.com/office/drawing/2014/main" id="{161C0869-CA9C-8B8B-1426-5E3AD5F23B07}"/>
                </a:ext>
              </a:extLst>
            </p:cNvPr>
            <p:cNvSpPr/>
            <p:nvPr/>
          </p:nvSpPr>
          <p:spPr>
            <a:xfrm>
              <a:off x="3970950" y="3704150"/>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2447;p96">
              <a:extLst>
                <a:ext uri="{FF2B5EF4-FFF2-40B4-BE49-F238E27FC236}">
                  <a16:creationId xmlns:a16="http://schemas.microsoft.com/office/drawing/2014/main" id="{4329A20F-528D-6101-06B7-7155F5A36C2E}"/>
                </a:ext>
              </a:extLst>
            </p:cNvPr>
            <p:cNvSpPr/>
            <p:nvPr/>
          </p:nvSpPr>
          <p:spPr>
            <a:xfrm>
              <a:off x="3970950" y="3780375"/>
              <a:ext cx="62425" cy="53425"/>
            </a:xfrm>
            <a:custGeom>
              <a:avLst/>
              <a:gdLst/>
              <a:ahLst/>
              <a:cxnLst/>
              <a:rect l="l" t="t" r="r" b="b"/>
              <a:pathLst>
                <a:path w="2497" h="2137" extrusionOk="0">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2448;p96">
              <a:extLst>
                <a:ext uri="{FF2B5EF4-FFF2-40B4-BE49-F238E27FC236}">
                  <a16:creationId xmlns:a16="http://schemas.microsoft.com/office/drawing/2014/main" id="{E11305DE-6840-6BC1-4C2F-9AE7E01447A0}"/>
                </a:ext>
              </a:extLst>
            </p:cNvPr>
            <p:cNvSpPr/>
            <p:nvPr/>
          </p:nvSpPr>
          <p:spPr>
            <a:xfrm>
              <a:off x="3970950" y="385677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2449;p96">
              <a:extLst>
                <a:ext uri="{FF2B5EF4-FFF2-40B4-BE49-F238E27FC236}">
                  <a16:creationId xmlns:a16="http://schemas.microsoft.com/office/drawing/2014/main" id="{8063FAE1-60D6-5D2C-2BA7-C98CDF9206CF}"/>
                </a:ext>
              </a:extLst>
            </p:cNvPr>
            <p:cNvSpPr/>
            <p:nvPr/>
          </p:nvSpPr>
          <p:spPr>
            <a:xfrm>
              <a:off x="3970950" y="4009000"/>
              <a:ext cx="62225" cy="53350"/>
            </a:xfrm>
            <a:custGeom>
              <a:avLst/>
              <a:gdLst/>
              <a:ahLst/>
              <a:cxnLst/>
              <a:rect l="l" t="t" r="r" b="b"/>
              <a:pathLst>
                <a:path w="2489" h="2134" extrusionOk="0">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2450;p96">
              <a:extLst>
                <a:ext uri="{FF2B5EF4-FFF2-40B4-BE49-F238E27FC236}">
                  <a16:creationId xmlns:a16="http://schemas.microsoft.com/office/drawing/2014/main" id="{4CE90B48-5C9A-54D7-ED75-E3132A18DF2E}"/>
                </a:ext>
              </a:extLst>
            </p:cNvPr>
            <p:cNvSpPr/>
            <p:nvPr/>
          </p:nvSpPr>
          <p:spPr>
            <a:xfrm>
              <a:off x="404695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2451;p96">
              <a:extLst>
                <a:ext uri="{FF2B5EF4-FFF2-40B4-BE49-F238E27FC236}">
                  <a16:creationId xmlns:a16="http://schemas.microsoft.com/office/drawing/2014/main" id="{3AF486DA-8827-8713-E72F-817B5FEA7B89}"/>
                </a:ext>
              </a:extLst>
            </p:cNvPr>
            <p:cNvSpPr/>
            <p:nvPr/>
          </p:nvSpPr>
          <p:spPr>
            <a:xfrm>
              <a:off x="4046950" y="286642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2452;p96">
              <a:extLst>
                <a:ext uri="{FF2B5EF4-FFF2-40B4-BE49-F238E27FC236}">
                  <a16:creationId xmlns:a16="http://schemas.microsoft.com/office/drawing/2014/main" id="{478D1DF9-057B-26EA-9DC9-91FCAE6E45D7}"/>
                </a:ext>
              </a:extLst>
            </p:cNvPr>
            <p:cNvSpPr/>
            <p:nvPr/>
          </p:nvSpPr>
          <p:spPr>
            <a:xfrm>
              <a:off x="4046950" y="2942425"/>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2453;p96">
              <a:extLst>
                <a:ext uri="{FF2B5EF4-FFF2-40B4-BE49-F238E27FC236}">
                  <a16:creationId xmlns:a16="http://schemas.microsoft.com/office/drawing/2014/main" id="{6CC86D31-5988-406C-5BD0-A7D1FFEA7B01}"/>
                </a:ext>
              </a:extLst>
            </p:cNvPr>
            <p:cNvSpPr/>
            <p:nvPr/>
          </p:nvSpPr>
          <p:spPr>
            <a:xfrm>
              <a:off x="404695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2454;p96">
              <a:extLst>
                <a:ext uri="{FF2B5EF4-FFF2-40B4-BE49-F238E27FC236}">
                  <a16:creationId xmlns:a16="http://schemas.microsoft.com/office/drawing/2014/main" id="{B8C6D620-E58C-D1BA-C521-330DC74C0E7E}"/>
                </a:ext>
              </a:extLst>
            </p:cNvPr>
            <p:cNvSpPr/>
            <p:nvPr/>
          </p:nvSpPr>
          <p:spPr>
            <a:xfrm>
              <a:off x="404695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2455;p96">
              <a:extLst>
                <a:ext uri="{FF2B5EF4-FFF2-40B4-BE49-F238E27FC236}">
                  <a16:creationId xmlns:a16="http://schemas.microsoft.com/office/drawing/2014/main" id="{F6C7D842-F5E2-2561-59B3-0D3E4A65B821}"/>
                </a:ext>
              </a:extLst>
            </p:cNvPr>
            <p:cNvSpPr/>
            <p:nvPr/>
          </p:nvSpPr>
          <p:spPr>
            <a:xfrm>
              <a:off x="4046950"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2456;p96">
              <a:extLst>
                <a:ext uri="{FF2B5EF4-FFF2-40B4-BE49-F238E27FC236}">
                  <a16:creationId xmlns:a16="http://schemas.microsoft.com/office/drawing/2014/main" id="{6817DFD8-DC74-25B0-B471-8E5FA5472AB2}"/>
                </a:ext>
              </a:extLst>
            </p:cNvPr>
            <p:cNvSpPr/>
            <p:nvPr/>
          </p:nvSpPr>
          <p:spPr>
            <a:xfrm>
              <a:off x="404695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2457;p96">
              <a:extLst>
                <a:ext uri="{FF2B5EF4-FFF2-40B4-BE49-F238E27FC236}">
                  <a16:creationId xmlns:a16="http://schemas.microsoft.com/office/drawing/2014/main" id="{EFBEA21F-24EF-BC95-4438-4459B77E8D14}"/>
                </a:ext>
              </a:extLst>
            </p:cNvPr>
            <p:cNvSpPr/>
            <p:nvPr/>
          </p:nvSpPr>
          <p:spPr>
            <a:xfrm>
              <a:off x="4046950" y="3323300"/>
              <a:ext cx="62425" cy="53425"/>
            </a:xfrm>
            <a:custGeom>
              <a:avLst/>
              <a:gdLst/>
              <a:ahLst/>
              <a:cxnLst/>
              <a:rect l="l" t="t" r="r" b="b"/>
              <a:pathLst>
                <a:path w="2497" h="2137" extrusionOk="0">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2458;p96">
              <a:extLst>
                <a:ext uri="{FF2B5EF4-FFF2-40B4-BE49-F238E27FC236}">
                  <a16:creationId xmlns:a16="http://schemas.microsoft.com/office/drawing/2014/main" id="{81D6FD20-7A3A-B46F-5D81-A30CF1E4871A}"/>
                </a:ext>
              </a:extLst>
            </p:cNvPr>
            <p:cNvSpPr/>
            <p:nvPr/>
          </p:nvSpPr>
          <p:spPr>
            <a:xfrm>
              <a:off x="404695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2459;p96">
              <a:extLst>
                <a:ext uri="{FF2B5EF4-FFF2-40B4-BE49-F238E27FC236}">
                  <a16:creationId xmlns:a16="http://schemas.microsoft.com/office/drawing/2014/main" id="{5D1369D5-3C80-BB3D-646B-26E0A160F41C}"/>
                </a:ext>
              </a:extLst>
            </p:cNvPr>
            <p:cNvSpPr/>
            <p:nvPr/>
          </p:nvSpPr>
          <p:spPr>
            <a:xfrm>
              <a:off x="4046950" y="34757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2460;p96">
              <a:extLst>
                <a:ext uri="{FF2B5EF4-FFF2-40B4-BE49-F238E27FC236}">
                  <a16:creationId xmlns:a16="http://schemas.microsoft.com/office/drawing/2014/main" id="{3E85689C-4029-D019-9DAF-256256664A2C}"/>
                </a:ext>
              </a:extLst>
            </p:cNvPr>
            <p:cNvSpPr/>
            <p:nvPr/>
          </p:nvSpPr>
          <p:spPr>
            <a:xfrm>
              <a:off x="4046950" y="355192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2461;p96">
              <a:extLst>
                <a:ext uri="{FF2B5EF4-FFF2-40B4-BE49-F238E27FC236}">
                  <a16:creationId xmlns:a16="http://schemas.microsoft.com/office/drawing/2014/main" id="{85F8678B-4F20-55F5-EE3F-5D74DBC06975}"/>
                </a:ext>
              </a:extLst>
            </p:cNvPr>
            <p:cNvSpPr/>
            <p:nvPr/>
          </p:nvSpPr>
          <p:spPr>
            <a:xfrm>
              <a:off x="4046950"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2462;p96">
              <a:extLst>
                <a:ext uri="{FF2B5EF4-FFF2-40B4-BE49-F238E27FC236}">
                  <a16:creationId xmlns:a16="http://schemas.microsoft.com/office/drawing/2014/main" id="{AF75B388-9AE7-D516-BE8B-56F98339880A}"/>
                </a:ext>
              </a:extLst>
            </p:cNvPr>
            <p:cNvSpPr/>
            <p:nvPr/>
          </p:nvSpPr>
          <p:spPr>
            <a:xfrm>
              <a:off x="4046950"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2463;p96">
              <a:extLst>
                <a:ext uri="{FF2B5EF4-FFF2-40B4-BE49-F238E27FC236}">
                  <a16:creationId xmlns:a16="http://schemas.microsoft.com/office/drawing/2014/main" id="{6A71AE19-251F-982C-107D-19F67AC2F88E}"/>
                </a:ext>
              </a:extLst>
            </p:cNvPr>
            <p:cNvSpPr/>
            <p:nvPr/>
          </p:nvSpPr>
          <p:spPr>
            <a:xfrm>
              <a:off x="41231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2464;p96">
              <a:extLst>
                <a:ext uri="{FF2B5EF4-FFF2-40B4-BE49-F238E27FC236}">
                  <a16:creationId xmlns:a16="http://schemas.microsoft.com/office/drawing/2014/main" id="{4EA24721-62D8-D098-288D-B71660F973F5}"/>
                </a:ext>
              </a:extLst>
            </p:cNvPr>
            <p:cNvSpPr/>
            <p:nvPr/>
          </p:nvSpPr>
          <p:spPr>
            <a:xfrm>
              <a:off x="4123175" y="2866425"/>
              <a:ext cx="62425" cy="53275"/>
            </a:xfrm>
            <a:custGeom>
              <a:avLst/>
              <a:gdLst/>
              <a:ahLst/>
              <a:cxnLst/>
              <a:rect l="l" t="t" r="r" b="b"/>
              <a:pathLst>
                <a:path w="2497" h="2131" extrusionOk="0">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2465;p96">
              <a:extLst>
                <a:ext uri="{FF2B5EF4-FFF2-40B4-BE49-F238E27FC236}">
                  <a16:creationId xmlns:a16="http://schemas.microsoft.com/office/drawing/2014/main" id="{37D36E37-5334-3F4C-B5DD-59F2DDB6A3BC}"/>
                </a:ext>
              </a:extLst>
            </p:cNvPr>
            <p:cNvSpPr/>
            <p:nvPr/>
          </p:nvSpPr>
          <p:spPr>
            <a:xfrm>
              <a:off x="4123175" y="29424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2466;p96">
              <a:extLst>
                <a:ext uri="{FF2B5EF4-FFF2-40B4-BE49-F238E27FC236}">
                  <a16:creationId xmlns:a16="http://schemas.microsoft.com/office/drawing/2014/main" id="{D51CAC36-5D2C-9D5B-3F88-821F69F5BBC6}"/>
                </a:ext>
              </a:extLst>
            </p:cNvPr>
            <p:cNvSpPr/>
            <p:nvPr/>
          </p:nvSpPr>
          <p:spPr>
            <a:xfrm>
              <a:off x="4123175" y="301865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2467;p96">
              <a:extLst>
                <a:ext uri="{FF2B5EF4-FFF2-40B4-BE49-F238E27FC236}">
                  <a16:creationId xmlns:a16="http://schemas.microsoft.com/office/drawing/2014/main" id="{2EB0B4CA-6C0A-5BF5-5E2A-2AF44D9247BF}"/>
                </a:ext>
              </a:extLst>
            </p:cNvPr>
            <p:cNvSpPr/>
            <p:nvPr/>
          </p:nvSpPr>
          <p:spPr>
            <a:xfrm>
              <a:off x="41231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2468;p96">
              <a:extLst>
                <a:ext uri="{FF2B5EF4-FFF2-40B4-BE49-F238E27FC236}">
                  <a16:creationId xmlns:a16="http://schemas.microsoft.com/office/drawing/2014/main" id="{048CB9EB-B51E-AE63-5783-FA6570C4D95B}"/>
                </a:ext>
              </a:extLst>
            </p:cNvPr>
            <p:cNvSpPr/>
            <p:nvPr/>
          </p:nvSpPr>
          <p:spPr>
            <a:xfrm>
              <a:off x="4123175" y="317107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2469;p96">
              <a:extLst>
                <a:ext uri="{FF2B5EF4-FFF2-40B4-BE49-F238E27FC236}">
                  <a16:creationId xmlns:a16="http://schemas.microsoft.com/office/drawing/2014/main" id="{7CFC5EA3-ABE5-C5F0-9383-15A8AA10C33D}"/>
                </a:ext>
              </a:extLst>
            </p:cNvPr>
            <p:cNvSpPr/>
            <p:nvPr/>
          </p:nvSpPr>
          <p:spPr>
            <a:xfrm>
              <a:off x="41231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2470;p96">
              <a:extLst>
                <a:ext uri="{FF2B5EF4-FFF2-40B4-BE49-F238E27FC236}">
                  <a16:creationId xmlns:a16="http://schemas.microsoft.com/office/drawing/2014/main" id="{6EB4067C-315C-1125-8994-1E540F3FC532}"/>
                </a:ext>
              </a:extLst>
            </p:cNvPr>
            <p:cNvSpPr/>
            <p:nvPr/>
          </p:nvSpPr>
          <p:spPr>
            <a:xfrm>
              <a:off x="4123175" y="33233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2471;p96">
              <a:extLst>
                <a:ext uri="{FF2B5EF4-FFF2-40B4-BE49-F238E27FC236}">
                  <a16:creationId xmlns:a16="http://schemas.microsoft.com/office/drawing/2014/main" id="{37E617D3-A331-E7C0-F53D-9BE10FEB255B}"/>
                </a:ext>
              </a:extLst>
            </p:cNvPr>
            <p:cNvSpPr/>
            <p:nvPr/>
          </p:nvSpPr>
          <p:spPr>
            <a:xfrm>
              <a:off x="4123175" y="33995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2472;p96">
              <a:extLst>
                <a:ext uri="{FF2B5EF4-FFF2-40B4-BE49-F238E27FC236}">
                  <a16:creationId xmlns:a16="http://schemas.microsoft.com/office/drawing/2014/main" id="{637C23F1-06DA-F391-CEFF-AB0A8D435F5C}"/>
                </a:ext>
              </a:extLst>
            </p:cNvPr>
            <p:cNvSpPr/>
            <p:nvPr/>
          </p:nvSpPr>
          <p:spPr>
            <a:xfrm>
              <a:off x="4123175" y="347572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2473;p96">
              <a:extLst>
                <a:ext uri="{FF2B5EF4-FFF2-40B4-BE49-F238E27FC236}">
                  <a16:creationId xmlns:a16="http://schemas.microsoft.com/office/drawing/2014/main" id="{E3720059-1CEA-980B-F543-B04FCEF45BE1}"/>
                </a:ext>
              </a:extLst>
            </p:cNvPr>
            <p:cNvSpPr/>
            <p:nvPr/>
          </p:nvSpPr>
          <p:spPr>
            <a:xfrm>
              <a:off x="4123175" y="355192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2474;p96">
              <a:extLst>
                <a:ext uri="{FF2B5EF4-FFF2-40B4-BE49-F238E27FC236}">
                  <a16:creationId xmlns:a16="http://schemas.microsoft.com/office/drawing/2014/main" id="{C27EA4C9-06CE-11A4-AA9A-D0C66CC84A43}"/>
                </a:ext>
              </a:extLst>
            </p:cNvPr>
            <p:cNvSpPr/>
            <p:nvPr/>
          </p:nvSpPr>
          <p:spPr>
            <a:xfrm>
              <a:off x="4123175" y="3627950"/>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2475;p96">
              <a:extLst>
                <a:ext uri="{FF2B5EF4-FFF2-40B4-BE49-F238E27FC236}">
                  <a16:creationId xmlns:a16="http://schemas.microsoft.com/office/drawing/2014/main" id="{CC7A103A-8020-CAD9-754C-7E73151BEDA2}"/>
                </a:ext>
              </a:extLst>
            </p:cNvPr>
            <p:cNvSpPr/>
            <p:nvPr/>
          </p:nvSpPr>
          <p:spPr>
            <a:xfrm>
              <a:off x="4199400"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2476;p96">
              <a:extLst>
                <a:ext uri="{FF2B5EF4-FFF2-40B4-BE49-F238E27FC236}">
                  <a16:creationId xmlns:a16="http://schemas.microsoft.com/office/drawing/2014/main" id="{122B0214-8EE8-9F01-97DC-65DE2C13E5D0}"/>
                </a:ext>
              </a:extLst>
            </p:cNvPr>
            <p:cNvSpPr/>
            <p:nvPr/>
          </p:nvSpPr>
          <p:spPr>
            <a:xfrm>
              <a:off x="419940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2477;p96">
              <a:extLst>
                <a:ext uri="{FF2B5EF4-FFF2-40B4-BE49-F238E27FC236}">
                  <a16:creationId xmlns:a16="http://schemas.microsoft.com/office/drawing/2014/main" id="{BE4AF7BC-E011-93CA-213D-9C96C0DFB195}"/>
                </a:ext>
              </a:extLst>
            </p:cNvPr>
            <p:cNvSpPr/>
            <p:nvPr/>
          </p:nvSpPr>
          <p:spPr>
            <a:xfrm>
              <a:off x="4199400" y="317107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2478;p96">
              <a:extLst>
                <a:ext uri="{FF2B5EF4-FFF2-40B4-BE49-F238E27FC236}">
                  <a16:creationId xmlns:a16="http://schemas.microsoft.com/office/drawing/2014/main" id="{6ED9B47F-5341-FB81-B62D-FB33A06B0AE7}"/>
                </a:ext>
              </a:extLst>
            </p:cNvPr>
            <p:cNvSpPr/>
            <p:nvPr/>
          </p:nvSpPr>
          <p:spPr>
            <a:xfrm>
              <a:off x="4199400" y="3247075"/>
              <a:ext cx="62200" cy="53450"/>
            </a:xfrm>
            <a:custGeom>
              <a:avLst/>
              <a:gdLst/>
              <a:ahLst/>
              <a:cxnLst/>
              <a:rect l="l" t="t" r="r" b="b"/>
              <a:pathLst>
                <a:path w="2488" h="2138" extrusionOk="0">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2479;p96">
              <a:extLst>
                <a:ext uri="{FF2B5EF4-FFF2-40B4-BE49-F238E27FC236}">
                  <a16:creationId xmlns:a16="http://schemas.microsoft.com/office/drawing/2014/main" id="{94414FDA-BAD6-D113-949D-621BCD364112}"/>
                </a:ext>
              </a:extLst>
            </p:cNvPr>
            <p:cNvSpPr/>
            <p:nvPr/>
          </p:nvSpPr>
          <p:spPr>
            <a:xfrm>
              <a:off x="4275600" y="3018650"/>
              <a:ext cx="62225" cy="53425"/>
            </a:xfrm>
            <a:custGeom>
              <a:avLst/>
              <a:gdLst/>
              <a:ahLst/>
              <a:cxnLst/>
              <a:rect l="l" t="t" r="r" b="b"/>
              <a:pathLst>
                <a:path w="2489" h="2137" extrusionOk="0">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2480;p96">
              <a:extLst>
                <a:ext uri="{FF2B5EF4-FFF2-40B4-BE49-F238E27FC236}">
                  <a16:creationId xmlns:a16="http://schemas.microsoft.com/office/drawing/2014/main" id="{138935C9-2446-1799-78D4-058101031FE5}"/>
                </a:ext>
              </a:extLst>
            </p:cNvPr>
            <p:cNvSpPr/>
            <p:nvPr/>
          </p:nvSpPr>
          <p:spPr>
            <a:xfrm>
              <a:off x="4275600"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2481;p96">
              <a:extLst>
                <a:ext uri="{FF2B5EF4-FFF2-40B4-BE49-F238E27FC236}">
                  <a16:creationId xmlns:a16="http://schemas.microsoft.com/office/drawing/2014/main" id="{BDC6E999-41DD-6ADA-469E-E6636DED4162}"/>
                </a:ext>
              </a:extLst>
            </p:cNvPr>
            <p:cNvSpPr/>
            <p:nvPr/>
          </p:nvSpPr>
          <p:spPr>
            <a:xfrm>
              <a:off x="4275600" y="317107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2482;p96">
              <a:extLst>
                <a:ext uri="{FF2B5EF4-FFF2-40B4-BE49-F238E27FC236}">
                  <a16:creationId xmlns:a16="http://schemas.microsoft.com/office/drawing/2014/main" id="{EF050113-7C33-210C-F447-661C2A82E80B}"/>
                </a:ext>
              </a:extLst>
            </p:cNvPr>
            <p:cNvSpPr/>
            <p:nvPr/>
          </p:nvSpPr>
          <p:spPr>
            <a:xfrm>
              <a:off x="4275600" y="32470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2483;p96">
              <a:extLst>
                <a:ext uri="{FF2B5EF4-FFF2-40B4-BE49-F238E27FC236}">
                  <a16:creationId xmlns:a16="http://schemas.microsoft.com/office/drawing/2014/main" id="{ED92FE4A-0B85-B386-CC67-48863A682275}"/>
                </a:ext>
              </a:extLst>
            </p:cNvPr>
            <p:cNvSpPr/>
            <p:nvPr/>
          </p:nvSpPr>
          <p:spPr>
            <a:xfrm>
              <a:off x="4275475" y="3323300"/>
              <a:ext cx="62350" cy="53425"/>
            </a:xfrm>
            <a:custGeom>
              <a:avLst/>
              <a:gdLst/>
              <a:ahLst/>
              <a:cxnLst/>
              <a:rect l="l" t="t" r="r" b="b"/>
              <a:pathLst>
                <a:path w="2494" h="2137" extrusionOk="0">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2484;p96">
              <a:extLst>
                <a:ext uri="{FF2B5EF4-FFF2-40B4-BE49-F238E27FC236}">
                  <a16:creationId xmlns:a16="http://schemas.microsoft.com/office/drawing/2014/main" id="{D6EDE349-E2E6-0E68-FC74-6BD7538753C8}"/>
                </a:ext>
              </a:extLst>
            </p:cNvPr>
            <p:cNvSpPr/>
            <p:nvPr/>
          </p:nvSpPr>
          <p:spPr>
            <a:xfrm>
              <a:off x="4199400" y="33233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2485;p96">
              <a:extLst>
                <a:ext uri="{FF2B5EF4-FFF2-40B4-BE49-F238E27FC236}">
                  <a16:creationId xmlns:a16="http://schemas.microsoft.com/office/drawing/2014/main" id="{3F9AE2F1-7348-B7A9-8AB5-7C336AD2FEC8}"/>
                </a:ext>
              </a:extLst>
            </p:cNvPr>
            <p:cNvSpPr/>
            <p:nvPr/>
          </p:nvSpPr>
          <p:spPr>
            <a:xfrm>
              <a:off x="4199400" y="33995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2486;p96">
              <a:extLst>
                <a:ext uri="{FF2B5EF4-FFF2-40B4-BE49-F238E27FC236}">
                  <a16:creationId xmlns:a16="http://schemas.microsoft.com/office/drawing/2014/main" id="{4C5B18C2-1EBF-EE8B-C22C-E5AAFF9204C0}"/>
                </a:ext>
              </a:extLst>
            </p:cNvPr>
            <p:cNvSpPr/>
            <p:nvPr/>
          </p:nvSpPr>
          <p:spPr>
            <a:xfrm>
              <a:off x="4199400" y="34757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2487;p96">
              <a:extLst>
                <a:ext uri="{FF2B5EF4-FFF2-40B4-BE49-F238E27FC236}">
                  <a16:creationId xmlns:a16="http://schemas.microsoft.com/office/drawing/2014/main" id="{CC22D72A-F3F5-CDCA-73E0-AD48FE651C59}"/>
                </a:ext>
              </a:extLst>
            </p:cNvPr>
            <p:cNvSpPr/>
            <p:nvPr/>
          </p:nvSpPr>
          <p:spPr>
            <a:xfrm>
              <a:off x="4199400" y="355192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2488;p96">
              <a:extLst>
                <a:ext uri="{FF2B5EF4-FFF2-40B4-BE49-F238E27FC236}">
                  <a16:creationId xmlns:a16="http://schemas.microsoft.com/office/drawing/2014/main" id="{79072EFE-73A6-171C-9F44-EB682F9402FF}"/>
                </a:ext>
              </a:extLst>
            </p:cNvPr>
            <p:cNvSpPr/>
            <p:nvPr/>
          </p:nvSpPr>
          <p:spPr>
            <a:xfrm>
              <a:off x="4199400" y="36279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2489;p96">
              <a:extLst>
                <a:ext uri="{FF2B5EF4-FFF2-40B4-BE49-F238E27FC236}">
                  <a16:creationId xmlns:a16="http://schemas.microsoft.com/office/drawing/2014/main" id="{DC8F0D42-3C21-C799-EF46-6DE611E3D119}"/>
                </a:ext>
              </a:extLst>
            </p:cNvPr>
            <p:cNvSpPr/>
            <p:nvPr/>
          </p:nvSpPr>
          <p:spPr>
            <a:xfrm>
              <a:off x="419940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2490;p96">
              <a:extLst>
                <a:ext uri="{FF2B5EF4-FFF2-40B4-BE49-F238E27FC236}">
                  <a16:creationId xmlns:a16="http://schemas.microsoft.com/office/drawing/2014/main" id="{782B5CBD-E30D-0F94-FA59-72C5E8F227C3}"/>
                </a:ext>
              </a:extLst>
            </p:cNvPr>
            <p:cNvSpPr/>
            <p:nvPr/>
          </p:nvSpPr>
          <p:spPr>
            <a:xfrm>
              <a:off x="4123175" y="3704150"/>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2491;p96">
              <a:extLst>
                <a:ext uri="{FF2B5EF4-FFF2-40B4-BE49-F238E27FC236}">
                  <a16:creationId xmlns:a16="http://schemas.microsoft.com/office/drawing/2014/main" id="{6001BAB3-4C2E-0CD3-B917-AE8549CE9700}"/>
                </a:ext>
              </a:extLst>
            </p:cNvPr>
            <p:cNvSpPr/>
            <p:nvPr/>
          </p:nvSpPr>
          <p:spPr>
            <a:xfrm>
              <a:off x="412317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2492;p96">
              <a:extLst>
                <a:ext uri="{FF2B5EF4-FFF2-40B4-BE49-F238E27FC236}">
                  <a16:creationId xmlns:a16="http://schemas.microsoft.com/office/drawing/2014/main" id="{5F9C25EA-4DF3-B70E-BC0A-F370ECE575E0}"/>
                </a:ext>
              </a:extLst>
            </p:cNvPr>
            <p:cNvSpPr/>
            <p:nvPr/>
          </p:nvSpPr>
          <p:spPr>
            <a:xfrm>
              <a:off x="4046950" y="3780375"/>
              <a:ext cx="62425" cy="53425"/>
            </a:xfrm>
            <a:custGeom>
              <a:avLst/>
              <a:gdLst/>
              <a:ahLst/>
              <a:cxnLst/>
              <a:rect l="l" t="t" r="r" b="b"/>
              <a:pathLst>
                <a:path w="2497" h="2137" extrusionOk="0">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2493;p96">
              <a:extLst>
                <a:ext uri="{FF2B5EF4-FFF2-40B4-BE49-F238E27FC236}">
                  <a16:creationId xmlns:a16="http://schemas.microsoft.com/office/drawing/2014/main" id="{BD277280-B188-71F1-48BC-E6DBAEB906AB}"/>
                </a:ext>
              </a:extLst>
            </p:cNvPr>
            <p:cNvSpPr/>
            <p:nvPr/>
          </p:nvSpPr>
          <p:spPr>
            <a:xfrm>
              <a:off x="4046950" y="385677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2494;p96">
              <a:extLst>
                <a:ext uri="{FF2B5EF4-FFF2-40B4-BE49-F238E27FC236}">
                  <a16:creationId xmlns:a16="http://schemas.microsoft.com/office/drawing/2014/main" id="{D552B9EE-A870-FFC3-5BD0-4CF842EEA742}"/>
                </a:ext>
              </a:extLst>
            </p:cNvPr>
            <p:cNvSpPr/>
            <p:nvPr/>
          </p:nvSpPr>
          <p:spPr>
            <a:xfrm>
              <a:off x="4046950"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2495;p96">
              <a:extLst>
                <a:ext uri="{FF2B5EF4-FFF2-40B4-BE49-F238E27FC236}">
                  <a16:creationId xmlns:a16="http://schemas.microsoft.com/office/drawing/2014/main" id="{60B19C60-AD23-6365-AADF-EC271CF9EF18}"/>
                </a:ext>
              </a:extLst>
            </p:cNvPr>
            <p:cNvSpPr/>
            <p:nvPr/>
          </p:nvSpPr>
          <p:spPr>
            <a:xfrm>
              <a:off x="4046950" y="3932800"/>
              <a:ext cx="62425" cy="53425"/>
            </a:xfrm>
            <a:custGeom>
              <a:avLst/>
              <a:gdLst/>
              <a:ahLst/>
              <a:cxnLst/>
              <a:rect l="l" t="t" r="r" b="b"/>
              <a:pathLst>
                <a:path w="2497" h="2137" extrusionOk="0">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2496;p96">
              <a:extLst>
                <a:ext uri="{FF2B5EF4-FFF2-40B4-BE49-F238E27FC236}">
                  <a16:creationId xmlns:a16="http://schemas.microsoft.com/office/drawing/2014/main" id="{AF017D47-DAC3-DF6C-18CB-6B7CD6F73071}"/>
                </a:ext>
              </a:extLst>
            </p:cNvPr>
            <p:cNvSpPr/>
            <p:nvPr/>
          </p:nvSpPr>
          <p:spPr>
            <a:xfrm>
              <a:off x="3970950" y="39328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2497;p96">
              <a:extLst>
                <a:ext uri="{FF2B5EF4-FFF2-40B4-BE49-F238E27FC236}">
                  <a16:creationId xmlns:a16="http://schemas.microsoft.com/office/drawing/2014/main" id="{92D7F079-9439-AB17-7AA7-4336E4A0D1A3}"/>
                </a:ext>
              </a:extLst>
            </p:cNvPr>
            <p:cNvSpPr/>
            <p:nvPr/>
          </p:nvSpPr>
          <p:spPr>
            <a:xfrm>
              <a:off x="35898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2498;p96">
              <a:extLst>
                <a:ext uri="{FF2B5EF4-FFF2-40B4-BE49-F238E27FC236}">
                  <a16:creationId xmlns:a16="http://schemas.microsoft.com/office/drawing/2014/main" id="{551DD553-2ABA-BBD5-3BD3-B1781067555C}"/>
                </a:ext>
              </a:extLst>
            </p:cNvPr>
            <p:cNvSpPr/>
            <p:nvPr/>
          </p:nvSpPr>
          <p:spPr>
            <a:xfrm>
              <a:off x="35898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2499;p96">
              <a:extLst>
                <a:ext uri="{FF2B5EF4-FFF2-40B4-BE49-F238E27FC236}">
                  <a16:creationId xmlns:a16="http://schemas.microsoft.com/office/drawing/2014/main" id="{1D3513B3-ABC9-7E76-77AD-FB94CEABF31C}"/>
                </a:ext>
              </a:extLst>
            </p:cNvPr>
            <p:cNvSpPr/>
            <p:nvPr/>
          </p:nvSpPr>
          <p:spPr>
            <a:xfrm>
              <a:off x="358987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2500;p96">
              <a:extLst>
                <a:ext uri="{FF2B5EF4-FFF2-40B4-BE49-F238E27FC236}">
                  <a16:creationId xmlns:a16="http://schemas.microsoft.com/office/drawing/2014/main" id="{0838AA11-4EA0-86B5-4279-AC6D3034815E}"/>
                </a:ext>
              </a:extLst>
            </p:cNvPr>
            <p:cNvSpPr/>
            <p:nvPr/>
          </p:nvSpPr>
          <p:spPr>
            <a:xfrm>
              <a:off x="358987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2501;p96">
              <a:extLst>
                <a:ext uri="{FF2B5EF4-FFF2-40B4-BE49-F238E27FC236}">
                  <a16:creationId xmlns:a16="http://schemas.microsoft.com/office/drawing/2014/main" id="{EC479F92-0F00-14DF-A9CB-1E874D772AD7}"/>
                </a:ext>
              </a:extLst>
            </p:cNvPr>
            <p:cNvSpPr/>
            <p:nvPr/>
          </p:nvSpPr>
          <p:spPr>
            <a:xfrm>
              <a:off x="358987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2502;p96">
              <a:extLst>
                <a:ext uri="{FF2B5EF4-FFF2-40B4-BE49-F238E27FC236}">
                  <a16:creationId xmlns:a16="http://schemas.microsoft.com/office/drawing/2014/main" id="{033ECA2C-5A31-7C33-988A-D1CB9C51898F}"/>
                </a:ext>
              </a:extLst>
            </p:cNvPr>
            <p:cNvSpPr/>
            <p:nvPr/>
          </p:nvSpPr>
          <p:spPr>
            <a:xfrm>
              <a:off x="358987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2503;p96">
              <a:extLst>
                <a:ext uri="{FF2B5EF4-FFF2-40B4-BE49-F238E27FC236}">
                  <a16:creationId xmlns:a16="http://schemas.microsoft.com/office/drawing/2014/main" id="{D10AFD20-EBEF-1601-1322-1FF04096CFDC}"/>
                </a:ext>
              </a:extLst>
            </p:cNvPr>
            <p:cNvSpPr/>
            <p:nvPr/>
          </p:nvSpPr>
          <p:spPr>
            <a:xfrm>
              <a:off x="358987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2504;p96">
              <a:extLst>
                <a:ext uri="{FF2B5EF4-FFF2-40B4-BE49-F238E27FC236}">
                  <a16:creationId xmlns:a16="http://schemas.microsoft.com/office/drawing/2014/main" id="{4C57EA12-268F-762F-1CA3-FAD9EFEAC9CC}"/>
                </a:ext>
              </a:extLst>
            </p:cNvPr>
            <p:cNvSpPr/>
            <p:nvPr/>
          </p:nvSpPr>
          <p:spPr>
            <a:xfrm>
              <a:off x="328522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2505;p96">
              <a:extLst>
                <a:ext uri="{FF2B5EF4-FFF2-40B4-BE49-F238E27FC236}">
                  <a16:creationId xmlns:a16="http://schemas.microsoft.com/office/drawing/2014/main" id="{B81E84B1-8983-9692-A672-9A0C005D44AC}"/>
                </a:ext>
              </a:extLst>
            </p:cNvPr>
            <p:cNvSpPr/>
            <p:nvPr/>
          </p:nvSpPr>
          <p:spPr>
            <a:xfrm>
              <a:off x="328522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2506;p96">
              <a:extLst>
                <a:ext uri="{FF2B5EF4-FFF2-40B4-BE49-F238E27FC236}">
                  <a16:creationId xmlns:a16="http://schemas.microsoft.com/office/drawing/2014/main" id="{E30FC3FC-A863-502A-2A27-BFF92A2BA252}"/>
                </a:ext>
              </a:extLst>
            </p:cNvPr>
            <p:cNvSpPr/>
            <p:nvPr/>
          </p:nvSpPr>
          <p:spPr>
            <a:xfrm>
              <a:off x="328522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2507;p96">
              <a:extLst>
                <a:ext uri="{FF2B5EF4-FFF2-40B4-BE49-F238E27FC236}">
                  <a16:creationId xmlns:a16="http://schemas.microsoft.com/office/drawing/2014/main" id="{A48119F2-B142-5816-020F-7264826FCA95}"/>
                </a:ext>
              </a:extLst>
            </p:cNvPr>
            <p:cNvSpPr/>
            <p:nvPr/>
          </p:nvSpPr>
          <p:spPr>
            <a:xfrm>
              <a:off x="3361450" y="279020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2508;p96">
              <a:extLst>
                <a:ext uri="{FF2B5EF4-FFF2-40B4-BE49-F238E27FC236}">
                  <a16:creationId xmlns:a16="http://schemas.microsoft.com/office/drawing/2014/main" id="{D4FF3E3A-62F1-38EF-9FB2-7501E5F26AEF}"/>
                </a:ext>
              </a:extLst>
            </p:cNvPr>
            <p:cNvSpPr/>
            <p:nvPr/>
          </p:nvSpPr>
          <p:spPr>
            <a:xfrm>
              <a:off x="3361450" y="2866425"/>
              <a:ext cx="62200" cy="53275"/>
            </a:xfrm>
            <a:custGeom>
              <a:avLst/>
              <a:gdLst/>
              <a:ahLst/>
              <a:cxnLst/>
              <a:rect l="l" t="t" r="r" b="b"/>
              <a:pathLst>
                <a:path w="2488" h="2131" extrusionOk="0">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2509;p96">
              <a:extLst>
                <a:ext uri="{FF2B5EF4-FFF2-40B4-BE49-F238E27FC236}">
                  <a16:creationId xmlns:a16="http://schemas.microsoft.com/office/drawing/2014/main" id="{6A90AA01-7AF8-5CBC-B770-77D38C0F9B72}"/>
                </a:ext>
              </a:extLst>
            </p:cNvPr>
            <p:cNvSpPr/>
            <p:nvPr/>
          </p:nvSpPr>
          <p:spPr>
            <a:xfrm>
              <a:off x="3361450" y="2942425"/>
              <a:ext cx="62200" cy="53450"/>
            </a:xfrm>
            <a:custGeom>
              <a:avLst/>
              <a:gdLst/>
              <a:ahLst/>
              <a:cxnLst/>
              <a:rect l="l" t="t" r="r" b="b"/>
              <a:pathLst>
                <a:path w="2488" h="2138" extrusionOk="0">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2510;p96">
              <a:extLst>
                <a:ext uri="{FF2B5EF4-FFF2-40B4-BE49-F238E27FC236}">
                  <a16:creationId xmlns:a16="http://schemas.microsoft.com/office/drawing/2014/main" id="{C0854D99-22DE-3EA1-2BBD-43A5CB6254A1}"/>
                </a:ext>
              </a:extLst>
            </p:cNvPr>
            <p:cNvSpPr/>
            <p:nvPr/>
          </p:nvSpPr>
          <p:spPr>
            <a:xfrm>
              <a:off x="3361450" y="3018650"/>
              <a:ext cx="62200" cy="53425"/>
            </a:xfrm>
            <a:custGeom>
              <a:avLst/>
              <a:gdLst/>
              <a:ahLst/>
              <a:cxnLst/>
              <a:rect l="l" t="t" r="r" b="b"/>
              <a:pathLst>
                <a:path w="2488" h="2137" extrusionOk="0">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2511;p96">
              <a:extLst>
                <a:ext uri="{FF2B5EF4-FFF2-40B4-BE49-F238E27FC236}">
                  <a16:creationId xmlns:a16="http://schemas.microsoft.com/office/drawing/2014/main" id="{019E8315-E137-AD73-695E-BADB503F131B}"/>
                </a:ext>
              </a:extLst>
            </p:cNvPr>
            <p:cNvSpPr/>
            <p:nvPr/>
          </p:nvSpPr>
          <p:spPr>
            <a:xfrm>
              <a:off x="3361450" y="309485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2512;p96">
              <a:extLst>
                <a:ext uri="{FF2B5EF4-FFF2-40B4-BE49-F238E27FC236}">
                  <a16:creationId xmlns:a16="http://schemas.microsoft.com/office/drawing/2014/main" id="{6691BCA0-1FD3-4C2C-EC34-CD360DFBA194}"/>
                </a:ext>
              </a:extLst>
            </p:cNvPr>
            <p:cNvSpPr/>
            <p:nvPr/>
          </p:nvSpPr>
          <p:spPr>
            <a:xfrm>
              <a:off x="3437450"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2513;p96">
              <a:extLst>
                <a:ext uri="{FF2B5EF4-FFF2-40B4-BE49-F238E27FC236}">
                  <a16:creationId xmlns:a16="http://schemas.microsoft.com/office/drawing/2014/main" id="{90895BDB-CD71-24B0-8F2D-211A2794149D}"/>
                </a:ext>
              </a:extLst>
            </p:cNvPr>
            <p:cNvSpPr/>
            <p:nvPr/>
          </p:nvSpPr>
          <p:spPr>
            <a:xfrm>
              <a:off x="3437450"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2514;p96">
              <a:extLst>
                <a:ext uri="{FF2B5EF4-FFF2-40B4-BE49-F238E27FC236}">
                  <a16:creationId xmlns:a16="http://schemas.microsoft.com/office/drawing/2014/main" id="{975D376E-7988-53B9-6AF8-A278D4797F8A}"/>
                </a:ext>
              </a:extLst>
            </p:cNvPr>
            <p:cNvSpPr/>
            <p:nvPr/>
          </p:nvSpPr>
          <p:spPr>
            <a:xfrm>
              <a:off x="3437450" y="279020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2515;p96">
              <a:extLst>
                <a:ext uri="{FF2B5EF4-FFF2-40B4-BE49-F238E27FC236}">
                  <a16:creationId xmlns:a16="http://schemas.microsoft.com/office/drawing/2014/main" id="{17AD20E1-1493-AF86-B5E3-519144B1E79F}"/>
                </a:ext>
              </a:extLst>
            </p:cNvPr>
            <p:cNvSpPr/>
            <p:nvPr/>
          </p:nvSpPr>
          <p:spPr>
            <a:xfrm>
              <a:off x="3437450" y="286642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2516;p96">
              <a:extLst>
                <a:ext uri="{FF2B5EF4-FFF2-40B4-BE49-F238E27FC236}">
                  <a16:creationId xmlns:a16="http://schemas.microsoft.com/office/drawing/2014/main" id="{0E75E884-5A7B-0393-535E-B72921ADA0D5}"/>
                </a:ext>
              </a:extLst>
            </p:cNvPr>
            <p:cNvSpPr/>
            <p:nvPr/>
          </p:nvSpPr>
          <p:spPr>
            <a:xfrm>
              <a:off x="3437450" y="2942425"/>
              <a:ext cx="62425" cy="53450"/>
            </a:xfrm>
            <a:custGeom>
              <a:avLst/>
              <a:gdLst/>
              <a:ahLst/>
              <a:cxnLst/>
              <a:rect l="l" t="t" r="r" b="b"/>
              <a:pathLst>
                <a:path w="2497" h="2138" extrusionOk="0">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2517;p96">
              <a:extLst>
                <a:ext uri="{FF2B5EF4-FFF2-40B4-BE49-F238E27FC236}">
                  <a16:creationId xmlns:a16="http://schemas.microsoft.com/office/drawing/2014/main" id="{26F12198-A12E-4557-9B87-4757835B8CCB}"/>
                </a:ext>
              </a:extLst>
            </p:cNvPr>
            <p:cNvSpPr/>
            <p:nvPr/>
          </p:nvSpPr>
          <p:spPr>
            <a:xfrm>
              <a:off x="3437450" y="3018650"/>
              <a:ext cx="62425" cy="53425"/>
            </a:xfrm>
            <a:custGeom>
              <a:avLst/>
              <a:gdLst/>
              <a:ahLst/>
              <a:cxnLst/>
              <a:rect l="l" t="t" r="r" b="b"/>
              <a:pathLst>
                <a:path w="2497" h="2137" extrusionOk="0">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2518;p96">
              <a:extLst>
                <a:ext uri="{FF2B5EF4-FFF2-40B4-BE49-F238E27FC236}">
                  <a16:creationId xmlns:a16="http://schemas.microsoft.com/office/drawing/2014/main" id="{80E8C0B5-A51A-FDF1-F48A-BFB417E0C283}"/>
                </a:ext>
              </a:extLst>
            </p:cNvPr>
            <p:cNvSpPr/>
            <p:nvPr/>
          </p:nvSpPr>
          <p:spPr>
            <a:xfrm>
              <a:off x="3437450" y="309485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2519;p96">
              <a:extLst>
                <a:ext uri="{FF2B5EF4-FFF2-40B4-BE49-F238E27FC236}">
                  <a16:creationId xmlns:a16="http://schemas.microsoft.com/office/drawing/2014/main" id="{0AF0BD2F-9CE1-1F63-14A5-150511BFEF2D}"/>
                </a:ext>
              </a:extLst>
            </p:cNvPr>
            <p:cNvSpPr/>
            <p:nvPr/>
          </p:nvSpPr>
          <p:spPr>
            <a:xfrm>
              <a:off x="3513675" y="26377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2520;p96">
              <a:extLst>
                <a:ext uri="{FF2B5EF4-FFF2-40B4-BE49-F238E27FC236}">
                  <a16:creationId xmlns:a16="http://schemas.microsoft.com/office/drawing/2014/main" id="{968EFD3A-01B2-C1B4-4E4C-AFC1F7CD8EF0}"/>
                </a:ext>
              </a:extLst>
            </p:cNvPr>
            <p:cNvSpPr/>
            <p:nvPr/>
          </p:nvSpPr>
          <p:spPr>
            <a:xfrm>
              <a:off x="35136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2521;p96">
              <a:extLst>
                <a:ext uri="{FF2B5EF4-FFF2-40B4-BE49-F238E27FC236}">
                  <a16:creationId xmlns:a16="http://schemas.microsoft.com/office/drawing/2014/main" id="{FDCF62F7-E249-A331-E428-936EC172C424}"/>
                </a:ext>
              </a:extLst>
            </p:cNvPr>
            <p:cNvSpPr/>
            <p:nvPr/>
          </p:nvSpPr>
          <p:spPr>
            <a:xfrm>
              <a:off x="35136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2522;p96">
              <a:extLst>
                <a:ext uri="{FF2B5EF4-FFF2-40B4-BE49-F238E27FC236}">
                  <a16:creationId xmlns:a16="http://schemas.microsoft.com/office/drawing/2014/main" id="{A7DF29A8-DE3A-6936-4FC4-71EF1A29C663}"/>
                </a:ext>
              </a:extLst>
            </p:cNvPr>
            <p:cNvSpPr/>
            <p:nvPr/>
          </p:nvSpPr>
          <p:spPr>
            <a:xfrm>
              <a:off x="3513675" y="286642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2523;p96">
              <a:extLst>
                <a:ext uri="{FF2B5EF4-FFF2-40B4-BE49-F238E27FC236}">
                  <a16:creationId xmlns:a16="http://schemas.microsoft.com/office/drawing/2014/main" id="{CE6C788B-5066-700A-7580-D04AE21A9CDB}"/>
                </a:ext>
              </a:extLst>
            </p:cNvPr>
            <p:cNvSpPr/>
            <p:nvPr/>
          </p:nvSpPr>
          <p:spPr>
            <a:xfrm>
              <a:off x="3513675" y="2942425"/>
              <a:ext cx="62425" cy="53450"/>
            </a:xfrm>
            <a:custGeom>
              <a:avLst/>
              <a:gdLst/>
              <a:ahLst/>
              <a:cxnLst/>
              <a:rect l="l" t="t" r="r" b="b"/>
              <a:pathLst>
                <a:path w="2497" h="2138" extrusionOk="0">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2524;p96">
              <a:extLst>
                <a:ext uri="{FF2B5EF4-FFF2-40B4-BE49-F238E27FC236}">
                  <a16:creationId xmlns:a16="http://schemas.microsoft.com/office/drawing/2014/main" id="{DF43C42C-16BE-BEC2-D425-1ED0035F396C}"/>
                </a:ext>
              </a:extLst>
            </p:cNvPr>
            <p:cNvSpPr/>
            <p:nvPr/>
          </p:nvSpPr>
          <p:spPr>
            <a:xfrm>
              <a:off x="3513675" y="3018650"/>
              <a:ext cx="62425" cy="53425"/>
            </a:xfrm>
            <a:custGeom>
              <a:avLst/>
              <a:gdLst/>
              <a:ahLst/>
              <a:cxnLst/>
              <a:rect l="l" t="t" r="r" b="b"/>
              <a:pathLst>
                <a:path w="2497"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2525;p96">
              <a:extLst>
                <a:ext uri="{FF2B5EF4-FFF2-40B4-BE49-F238E27FC236}">
                  <a16:creationId xmlns:a16="http://schemas.microsoft.com/office/drawing/2014/main" id="{82805D64-C281-362E-6980-659F6FE488CB}"/>
                </a:ext>
              </a:extLst>
            </p:cNvPr>
            <p:cNvSpPr/>
            <p:nvPr/>
          </p:nvSpPr>
          <p:spPr>
            <a:xfrm>
              <a:off x="35136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2526;p96">
              <a:extLst>
                <a:ext uri="{FF2B5EF4-FFF2-40B4-BE49-F238E27FC236}">
                  <a16:creationId xmlns:a16="http://schemas.microsoft.com/office/drawing/2014/main" id="{25FE8F3D-20AA-41F8-3E45-3712F8CC05D5}"/>
                </a:ext>
              </a:extLst>
            </p:cNvPr>
            <p:cNvSpPr/>
            <p:nvPr/>
          </p:nvSpPr>
          <p:spPr>
            <a:xfrm>
              <a:off x="3513675" y="317107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2527;p96">
              <a:extLst>
                <a:ext uri="{FF2B5EF4-FFF2-40B4-BE49-F238E27FC236}">
                  <a16:creationId xmlns:a16="http://schemas.microsoft.com/office/drawing/2014/main" id="{D7D11B84-FCE3-CFB2-761B-192F21B72767}"/>
                </a:ext>
              </a:extLst>
            </p:cNvPr>
            <p:cNvSpPr/>
            <p:nvPr/>
          </p:nvSpPr>
          <p:spPr>
            <a:xfrm>
              <a:off x="358987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2528;p96">
              <a:extLst>
                <a:ext uri="{FF2B5EF4-FFF2-40B4-BE49-F238E27FC236}">
                  <a16:creationId xmlns:a16="http://schemas.microsoft.com/office/drawing/2014/main" id="{2E5F0DD9-42B3-1670-FA3D-EDB5A7E8856B}"/>
                </a:ext>
              </a:extLst>
            </p:cNvPr>
            <p:cNvSpPr/>
            <p:nvPr/>
          </p:nvSpPr>
          <p:spPr>
            <a:xfrm>
              <a:off x="3666100"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2529;p96">
              <a:extLst>
                <a:ext uri="{FF2B5EF4-FFF2-40B4-BE49-F238E27FC236}">
                  <a16:creationId xmlns:a16="http://schemas.microsoft.com/office/drawing/2014/main" id="{B515DDB8-06D6-3330-0C49-5BDA9016A182}"/>
                </a:ext>
              </a:extLst>
            </p:cNvPr>
            <p:cNvSpPr/>
            <p:nvPr/>
          </p:nvSpPr>
          <p:spPr>
            <a:xfrm>
              <a:off x="3666100" y="271400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2530;p96">
              <a:extLst>
                <a:ext uri="{FF2B5EF4-FFF2-40B4-BE49-F238E27FC236}">
                  <a16:creationId xmlns:a16="http://schemas.microsoft.com/office/drawing/2014/main" id="{905C49B6-D7D3-0594-5AC4-CDE320B8E136}"/>
                </a:ext>
              </a:extLst>
            </p:cNvPr>
            <p:cNvSpPr/>
            <p:nvPr/>
          </p:nvSpPr>
          <p:spPr>
            <a:xfrm>
              <a:off x="3666100"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2531;p96">
              <a:extLst>
                <a:ext uri="{FF2B5EF4-FFF2-40B4-BE49-F238E27FC236}">
                  <a16:creationId xmlns:a16="http://schemas.microsoft.com/office/drawing/2014/main" id="{B14359A9-A599-E83D-86D6-B013A0739155}"/>
                </a:ext>
              </a:extLst>
            </p:cNvPr>
            <p:cNvSpPr/>
            <p:nvPr/>
          </p:nvSpPr>
          <p:spPr>
            <a:xfrm>
              <a:off x="366610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2532;p96">
              <a:extLst>
                <a:ext uri="{FF2B5EF4-FFF2-40B4-BE49-F238E27FC236}">
                  <a16:creationId xmlns:a16="http://schemas.microsoft.com/office/drawing/2014/main" id="{FB32E503-9D1C-737C-8EAC-79DBBC424DFB}"/>
                </a:ext>
              </a:extLst>
            </p:cNvPr>
            <p:cNvSpPr/>
            <p:nvPr/>
          </p:nvSpPr>
          <p:spPr>
            <a:xfrm>
              <a:off x="3666100" y="3018650"/>
              <a:ext cx="62200" cy="53425"/>
            </a:xfrm>
            <a:custGeom>
              <a:avLst/>
              <a:gdLst/>
              <a:ahLst/>
              <a:cxnLst/>
              <a:rect l="l" t="t" r="r" b="b"/>
              <a:pathLst>
                <a:path w="2488"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2533;p96">
              <a:extLst>
                <a:ext uri="{FF2B5EF4-FFF2-40B4-BE49-F238E27FC236}">
                  <a16:creationId xmlns:a16="http://schemas.microsoft.com/office/drawing/2014/main" id="{0777FFE0-8AEC-DA32-5953-56881D90F452}"/>
                </a:ext>
              </a:extLst>
            </p:cNvPr>
            <p:cNvSpPr/>
            <p:nvPr/>
          </p:nvSpPr>
          <p:spPr>
            <a:xfrm>
              <a:off x="3666100"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2534;p96">
              <a:extLst>
                <a:ext uri="{FF2B5EF4-FFF2-40B4-BE49-F238E27FC236}">
                  <a16:creationId xmlns:a16="http://schemas.microsoft.com/office/drawing/2014/main" id="{82B73610-ED08-C49F-44E4-63A2974109D1}"/>
                </a:ext>
              </a:extLst>
            </p:cNvPr>
            <p:cNvSpPr/>
            <p:nvPr/>
          </p:nvSpPr>
          <p:spPr>
            <a:xfrm>
              <a:off x="3666100" y="317107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2535;p96">
              <a:extLst>
                <a:ext uri="{FF2B5EF4-FFF2-40B4-BE49-F238E27FC236}">
                  <a16:creationId xmlns:a16="http://schemas.microsoft.com/office/drawing/2014/main" id="{EB567948-407B-7848-B04F-3C9FD577D0A0}"/>
                </a:ext>
              </a:extLst>
            </p:cNvPr>
            <p:cNvSpPr/>
            <p:nvPr/>
          </p:nvSpPr>
          <p:spPr>
            <a:xfrm>
              <a:off x="3742300" y="2637775"/>
              <a:ext cx="62225" cy="53450"/>
            </a:xfrm>
            <a:custGeom>
              <a:avLst/>
              <a:gdLst/>
              <a:ahLst/>
              <a:cxnLst/>
              <a:rect l="l" t="t" r="r" b="b"/>
              <a:pathLst>
                <a:path w="2489" h="2138" extrusionOk="0">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2536;p96">
              <a:extLst>
                <a:ext uri="{FF2B5EF4-FFF2-40B4-BE49-F238E27FC236}">
                  <a16:creationId xmlns:a16="http://schemas.microsoft.com/office/drawing/2014/main" id="{3BD3479F-7A07-0293-7D17-A2E1314AC754}"/>
                </a:ext>
              </a:extLst>
            </p:cNvPr>
            <p:cNvSpPr/>
            <p:nvPr/>
          </p:nvSpPr>
          <p:spPr>
            <a:xfrm>
              <a:off x="3742300" y="271400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2537;p96">
              <a:extLst>
                <a:ext uri="{FF2B5EF4-FFF2-40B4-BE49-F238E27FC236}">
                  <a16:creationId xmlns:a16="http://schemas.microsoft.com/office/drawing/2014/main" id="{0E99B344-DFA9-EC7E-E030-C349061248A0}"/>
                </a:ext>
              </a:extLst>
            </p:cNvPr>
            <p:cNvSpPr/>
            <p:nvPr/>
          </p:nvSpPr>
          <p:spPr>
            <a:xfrm>
              <a:off x="3742300" y="2790200"/>
              <a:ext cx="62225" cy="53350"/>
            </a:xfrm>
            <a:custGeom>
              <a:avLst/>
              <a:gdLst/>
              <a:ahLst/>
              <a:cxnLst/>
              <a:rect l="l" t="t" r="r" b="b"/>
              <a:pathLst>
                <a:path w="2489" h="2134" extrusionOk="0">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2538;p96">
              <a:extLst>
                <a:ext uri="{FF2B5EF4-FFF2-40B4-BE49-F238E27FC236}">
                  <a16:creationId xmlns:a16="http://schemas.microsoft.com/office/drawing/2014/main" id="{69D8B140-2208-001F-B52D-E04C0A547D6C}"/>
                </a:ext>
              </a:extLst>
            </p:cNvPr>
            <p:cNvSpPr/>
            <p:nvPr/>
          </p:nvSpPr>
          <p:spPr>
            <a:xfrm>
              <a:off x="3742300" y="2942425"/>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2539;p96">
              <a:extLst>
                <a:ext uri="{FF2B5EF4-FFF2-40B4-BE49-F238E27FC236}">
                  <a16:creationId xmlns:a16="http://schemas.microsoft.com/office/drawing/2014/main" id="{A93BF356-E302-28EF-84CF-F546CB504937}"/>
                </a:ext>
              </a:extLst>
            </p:cNvPr>
            <p:cNvSpPr/>
            <p:nvPr/>
          </p:nvSpPr>
          <p:spPr>
            <a:xfrm>
              <a:off x="3742300" y="301865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2540;p96">
              <a:extLst>
                <a:ext uri="{FF2B5EF4-FFF2-40B4-BE49-F238E27FC236}">
                  <a16:creationId xmlns:a16="http://schemas.microsoft.com/office/drawing/2014/main" id="{D8D6E447-7F3C-8234-B608-70DD987DA912}"/>
                </a:ext>
              </a:extLst>
            </p:cNvPr>
            <p:cNvSpPr/>
            <p:nvPr/>
          </p:nvSpPr>
          <p:spPr>
            <a:xfrm>
              <a:off x="3742300" y="309485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2541;p96">
              <a:extLst>
                <a:ext uri="{FF2B5EF4-FFF2-40B4-BE49-F238E27FC236}">
                  <a16:creationId xmlns:a16="http://schemas.microsoft.com/office/drawing/2014/main" id="{145DDCD7-A068-1A71-3D45-E5C527B395C3}"/>
                </a:ext>
              </a:extLst>
            </p:cNvPr>
            <p:cNvSpPr/>
            <p:nvPr/>
          </p:nvSpPr>
          <p:spPr>
            <a:xfrm>
              <a:off x="3742300" y="3171075"/>
              <a:ext cx="62225" cy="53300"/>
            </a:xfrm>
            <a:custGeom>
              <a:avLst/>
              <a:gdLst/>
              <a:ahLst/>
              <a:cxnLst/>
              <a:rect l="l" t="t" r="r" b="b"/>
              <a:pathLst>
                <a:path w="2489" h="2132" extrusionOk="0">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2542;p96">
              <a:extLst>
                <a:ext uri="{FF2B5EF4-FFF2-40B4-BE49-F238E27FC236}">
                  <a16:creationId xmlns:a16="http://schemas.microsoft.com/office/drawing/2014/main" id="{C0F879E2-1937-41CD-A2C2-EE32FF9CE604}"/>
                </a:ext>
              </a:extLst>
            </p:cNvPr>
            <p:cNvSpPr/>
            <p:nvPr/>
          </p:nvSpPr>
          <p:spPr>
            <a:xfrm>
              <a:off x="3742300" y="3247075"/>
              <a:ext cx="62225" cy="53450"/>
            </a:xfrm>
            <a:custGeom>
              <a:avLst/>
              <a:gdLst/>
              <a:ahLst/>
              <a:cxnLst/>
              <a:rect l="l" t="t" r="r" b="b"/>
              <a:pathLst>
                <a:path w="2489" h="2138" extrusionOk="0">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2543;p96">
              <a:extLst>
                <a:ext uri="{FF2B5EF4-FFF2-40B4-BE49-F238E27FC236}">
                  <a16:creationId xmlns:a16="http://schemas.microsoft.com/office/drawing/2014/main" id="{C2BD2875-0DF5-83F1-9F39-475015021275}"/>
                </a:ext>
              </a:extLst>
            </p:cNvPr>
            <p:cNvSpPr/>
            <p:nvPr/>
          </p:nvSpPr>
          <p:spPr>
            <a:xfrm>
              <a:off x="381852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2544;p96">
              <a:extLst>
                <a:ext uri="{FF2B5EF4-FFF2-40B4-BE49-F238E27FC236}">
                  <a16:creationId xmlns:a16="http://schemas.microsoft.com/office/drawing/2014/main" id="{7DC0628F-83AD-FE46-C8FA-58557C0EE2C8}"/>
                </a:ext>
              </a:extLst>
            </p:cNvPr>
            <p:cNvSpPr/>
            <p:nvPr/>
          </p:nvSpPr>
          <p:spPr>
            <a:xfrm>
              <a:off x="3818525" y="27902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2545;p96">
              <a:extLst>
                <a:ext uri="{FF2B5EF4-FFF2-40B4-BE49-F238E27FC236}">
                  <a16:creationId xmlns:a16="http://schemas.microsoft.com/office/drawing/2014/main" id="{D1C8C82F-D516-A7F8-8F2D-F91E8161EF36}"/>
                </a:ext>
              </a:extLst>
            </p:cNvPr>
            <p:cNvSpPr/>
            <p:nvPr/>
          </p:nvSpPr>
          <p:spPr>
            <a:xfrm>
              <a:off x="3818525" y="29424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2546;p96">
              <a:extLst>
                <a:ext uri="{FF2B5EF4-FFF2-40B4-BE49-F238E27FC236}">
                  <a16:creationId xmlns:a16="http://schemas.microsoft.com/office/drawing/2014/main" id="{3C5BD998-A9B6-BCE4-5CA7-2A72E9E1521A}"/>
                </a:ext>
              </a:extLst>
            </p:cNvPr>
            <p:cNvSpPr/>
            <p:nvPr/>
          </p:nvSpPr>
          <p:spPr>
            <a:xfrm>
              <a:off x="3818525" y="301865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2547;p96">
              <a:extLst>
                <a:ext uri="{FF2B5EF4-FFF2-40B4-BE49-F238E27FC236}">
                  <a16:creationId xmlns:a16="http://schemas.microsoft.com/office/drawing/2014/main" id="{E21202B0-8D22-1784-2AB4-B674B500A30E}"/>
                </a:ext>
              </a:extLst>
            </p:cNvPr>
            <p:cNvSpPr/>
            <p:nvPr/>
          </p:nvSpPr>
          <p:spPr>
            <a:xfrm>
              <a:off x="3818525" y="309485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2548;p96">
              <a:extLst>
                <a:ext uri="{FF2B5EF4-FFF2-40B4-BE49-F238E27FC236}">
                  <a16:creationId xmlns:a16="http://schemas.microsoft.com/office/drawing/2014/main" id="{EC431329-FED2-A0FB-5D9F-C388388D92BD}"/>
                </a:ext>
              </a:extLst>
            </p:cNvPr>
            <p:cNvSpPr/>
            <p:nvPr/>
          </p:nvSpPr>
          <p:spPr>
            <a:xfrm>
              <a:off x="3818525"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2549;p96">
              <a:extLst>
                <a:ext uri="{FF2B5EF4-FFF2-40B4-BE49-F238E27FC236}">
                  <a16:creationId xmlns:a16="http://schemas.microsoft.com/office/drawing/2014/main" id="{66B3B333-F2BB-0523-A330-1BCFE9110C18}"/>
                </a:ext>
              </a:extLst>
            </p:cNvPr>
            <p:cNvSpPr/>
            <p:nvPr/>
          </p:nvSpPr>
          <p:spPr>
            <a:xfrm>
              <a:off x="381852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2550;p96">
              <a:extLst>
                <a:ext uri="{FF2B5EF4-FFF2-40B4-BE49-F238E27FC236}">
                  <a16:creationId xmlns:a16="http://schemas.microsoft.com/office/drawing/2014/main" id="{AAED8C47-55EA-E234-9E81-0A9A096388E4}"/>
                </a:ext>
              </a:extLst>
            </p:cNvPr>
            <p:cNvSpPr/>
            <p:nvPr/>
          </p:nvSpPr>
          <p:spPr>
            <a:xfrm>
              <a:off x="381852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2551;p96">
              <a:extLst>
                <a:ext uri="{FF2B5EF4-FFF2-40B4-BE49-F238E27FC236}">
                  <a16:creationId xmlns:a16="http://schemas.microsoft.com/office/drawing/2014/main" id="{EF5FC1C2-4CEA-CBC3-2C9C-F7AFAD123D90}"/>
                </a:ext>
              </a:extLst>
            </p:cNvPr>
            <p:cNvSpPr/>
            <p:nvPr/>
          </p:nvSpPr>
          <p:spPr>
            <a:xfrm>
              <a:off x="381852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2552;p96">
              <a:extLst>
                <a:ext uri="{FF2B5EF4-FFF2-40B4-BE49-F238E27FC236}">
                  <a16:creationId xmlns:a16="http://schemas.microsoft.com/office/drawing/2014/main" id="{AA66E0D8-57A3-37F3-C051-DA7B47085B04}"/>
                </a:ext>
              </a:extLst>
            </p:cNvPr>
            <p:cNvSpPr/>
            <p:nvPr/>
          </p:nvSpPr>
          <p:spPr>
            <a:xfrm>
              <a:off x="38185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2553;p96">
              <a:extLst>
                <a:ext uri="{FF2B5EF4-FFF2-40B4-BE49-F238E27FC236}">
                  <a16:creationId xmlns:a16="http://schemas.microsoft.com/office/drawing/2014/main" id="{90E07767-D2D5-EA8C-49D5-176C6CB7DB31}"/>
                </a:ext>
              </a:extLst>
            </p:cNvPr>
            <p:cNvSpPr/>
            <p:nvPr/>
          </p:nvSpPr>
          <p:spPr>
            <a:xfrm>
              <a:off x="3894725" y="27902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2554;p96">
              <a:extLst>
                <a:ext uri="{FF2B5EF4-FFF2-40B4-BE49-F238E27FC236}">
                  <a16:creationId xmlns:a16="http://schemas.microsoft.com/office/drawing/2014/main" id="{1B056802-2493-E2B4-28D5-97033D2DBC47}"/>
                </a:ext>
              </a:extLst>
            </p:cNvPr>
            <p:cNvSpPr/>
            <p:nvPr/>
          </p:nvSpPr>
          <p:spPr>
            <a:xfrm>
              <a:off x="3894725" y="393280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2555;p96">
              <a:extLst>
                <a:ext uri="{FF2B5EF4-FFF2-40B4-BE49-F238E27FC236}">
                  <a16:creationId xmlns:a16="http://schemas.microsoft.com/office/drawing/2014/main" id="{BABEE841-AC43-E255-12E7-2A785A12B100}"/>
                </a:ext>
              </a:extLst>
            </p:cNvPr>
            <p:cNvSpPr/>
            <p:nvPr/>
          </p:nvSpPr>
          <p:spPr>
            <a:xfrm>
              <a:off x="3894725" y="385677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2556;p96">
              <a:extLst>
                <a:ext uri="{FF2B5EF4-FFF2-40B4-BE49-F238E27FC236}">
                  <a16:creationId xmlns:a16="http://schemas.microsoft.com/office/drawing/2014/main" id="{F5F17762-BAB7-C9FF-4701-7EAD64FF23A1}"/>
                </a:ext>
              </a:extLst>
            </p:cNvPr>
            <p:cNvSpPr/>
            <p:nvPr/>
          </p:nvSpPr>
          <p:spPr>
            <a:xfrm>
              <a:off x="3894725" y="3780375"/>
              <a:ext cx="62425" cy="53425"/>
            </a:xfrm>
            <a:custGeom>
              <a:avLst/>
              <a:gdLst/>
              <a:ahLst/>
              <a:cxnLst/>
              <a:rect l="l" t="t" r="r" b="b"/>
              <a:pathLst>
                <a:path w="2497" h="2137" extrusionOk="0">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2557;p96">
              <a:extLst>
                <a:ext uri="{FF2B5EF4-FFF2-40B4-BE49-F238E27FC236}">
                  <a16:creationId xmlns:a16="http://schemas.microsoft.com/office/drawing/2014/main" id="{0A428169-9720-DE2D-E0ED-82449C11327A}"/>
                </a:ext>
              </a:extLst>
            </p:cNvPr>
            <p:cNvSpPr/>
            <p:nvPr/>
          </p:nvSpPr>
          <p:spPr>
            <a:xfrm>
              <a:off x="3894725" y="3704150"/>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2558;p96">
              <a:extLst>
                <a:ext uri="{FF2B5EF4-FFF2-40B4-BE49-F238E27FC236}">
                  <a16:creationId xmlns:a16="http://schemas.microsoft.com/office/drawing/2014/main" id="{B2150F06-BF29-12A8-B548-96D294B5A45A}"/>
                </a:ext>
              </a:extLst>
            </p:cNvPr>
            <p:cNvSpPr/>
            <p:nvPr/>
          </p:nvSpPr>
          <p:spPr>
            <a:xfrm>
              <a:off x="3894725"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2559;p96">
              <a:extLst>
                <a:ext uri="{FF2B5EF4-FFF2-40B4-BE49-F238E27FC236}">
                  <a16:creationId xmlns:a16="http://schemas.microsoft.com/office/drawing/2014/main" id="{FBE6E945-431A-ABA4-49A7-3E854B46CA57}"/>
                </a:ext>
              </a:extLst>
            </p:cNvPr>
            <p:cNvSpPr/>
            <p:nvPr/>
          </p:nvSpPr>
          <p:spPr>
            <a:xfrm>
              <a:off x="3894725" y="355192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2560;p96">
              <a:extLst>
                <a:ext uri="{FF2B5EF4-FFF2-40B4-BE49-F238E27FC236}">
                  <a16:creationId xmlns:a16="http://schemas.microsoft.com/office/drawing/2014/main" id="{D84C1862-829B-9920-5604-7F4B0E77E18F}"/>
                </a:ext>
              </a:extLst>
            </p:cNvPr>
            <p:cNvSpPr/>
            <p:nvPr/>
          </p:nvSpPr>
          <p:spPr>
            <a:xfrm>
              <a:off x="3894725"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2561;p96">
              <a:extLst>
                <a:ext uri="{FF2B5EF4-FFF2-40B4-BE49-F238E27FC236}">
                  <a16:creationId xmlns:a16="http://schemas.microsoft.com/office/drawing/2014/main" id="{6F93AA9B-2132-21AA-EEBE-4FBA34852259}"/>
                </a:ext>
              </a:extLst>
            </p:cNvPr>
            <p:cNvSpPr/>
            <p:nvPr/>
          </p:nvSpPr>
          <p:spPr>
            <a:xfrm>
              <a:off x="3894725"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2562;p96">
              <a:extLst>
                <a:ext uri="{FF2B5EF4-FFF2-40B4-BE49-F238E27FC236}">
                  <a16:creationId xmlns:a16="http://schemas.microsoft.com/office/drawing/2014/main" id="{DD2E7990-CA7A-9BC7-A802-4946D366CEAF}"/>
                </a:ext>
              </a:extLst>
            </p:cNvPr>
            <p:cNvSpPr/>
            <p:nvPr/>
          </p:nvSpPr>
          <p:spPr>
            <a:xfrm>
              <a:off x="3894600" y="3323300"/>
              <a:ext cx="62350" cy="53425"/>
            </a:xfrm>
            <a:custGeom>
              <a:avLst/>
              <a:gdLst/>
              <a:ahLst/>
              <a:cxnLst/>
              <a:rect l="l" t="t" r="r" b="b"/>
              <a:pathLst>
                <a:path w="2494" h="2137" extrusionOk="0">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2563;p96">
              <a:extLst>
                <a:ext uri="{FF2B5EF4-FFF2-40B4-BE49-F238E27FC236}">
                  <a16:creationId xmlns:a16="http://schemas.microsoft.com/office/drawing/2014/main" id="{5BBAAE14-ACBB-7A09-B666-7020ED098C2C}"/>
                </a:ext>
              </a:extLst>
            </p:cNvPr>
            <p:cNvSpPr/>
            <p:nvPr/>
          </p:nvSpPr>
          <p:spPr>
            <a:xfrm>
              <a:off x="3894725" y="32470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2564;p96">
              <a:extLst>
                <a:ext uri="{FF2B5EF4-FFF2-40B4-BE49-F238E27FC236}">
                  <a16:creationId xmlns:a16="http://schemas.microsoft.com/office/drawing/2014/main" id="{C031411B-3CF7-5295-879E-1CF8024EBC81}"/>
                </a:ext>
              </a:extLst>
            </p:cNvPr>
            <p:cNvSpPr/>
            <p:nvPr/>
          </p:nvSpPr>
          <p:spPr>
            <a:xfrm>
              <a:off x="3894725"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2565;p96">
              <a:extLst>
                <a:ext uri="{FF2B5EF4-FFF2-40B4-BE49-F238E27FC236}">
                  <a16:creationId xmlns:a16="http://schemas.microsoft.com/office/drawing/2014/main" id="{20495AB2-E7AF-1A79-6DB1-A81CCA4D7AFD}"/>
                </a:ext>
              </a:extLst>
            </p:cNvPr>
            <p:cNvSpPr/>
            <p:nvPr/>
          </p:nvSpPr>
          <p:spPr>
            <a:xfrm>
              <a:off x="3894725" y="309485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2566;p96">
              <a:extLst>
                <a:ext uri="{FF2B5EF4-FFF2-40B4-BE49-F238E27FC236}">
                  <a16:creationId xmlns:a16="http://schemas.microsoft.com/office/drawing/2014/main" id="{A13964F1-D8EB-FE7F-62DA-5FA073AAF72A}"/>
                </a:ext>
              </a:extLst>
            </p:cNvPr>
            <p:cNvSpPr/>
            <p:nvPr/>
          </p:nvSpPr>
          <p:spPr>
            <a:xfrm>
              <a:off x="3894725" y="301865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2567;p96">
              <a:extLst>
                <a:ext uri="{FF2B5EF4-FFF2-40B4-BE49-F238E27FC236}">
                  <a16:creationId xmlns:a16="http://schemas.microsoft.com/office/drawing/2014/main" id="{0650ABDE-231B-6107-A2B6-AE56B52BFBA0}"/>
                </a:ext>
              </a:extLst>
            </p:cNvPr>
            <p:cNvSpPr/>
            <p:nvPr/>
          </p:nvSpPr>
          <p:spPr>
            <a:xfrm>
              <a:off x="3894725"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2568;p96">
              <a:extLst>
                <a:ext uri="{FF2B5EF4-FFF2-40B4-BE49-F238E27FC236}">
                  <a16:creationId xmlns:a16="http://schemas.microsoft.com/office/drawing/2014/main" id="{D72909CF-B37D-B6FB-2664-A8C48013D016}"/>
                </a:ext>
              </a:extLst>
            </p:cNvPr>
            <p:cNvSpPr/>
            <p:nvPr/>
          </p:nvSpPr>
          <p:spPr>
            <a:xfrm>
              <a:off x="3894725"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2569;p96">
              <a:extLst>
                <a:ext uri="{FF2B5EF4-FFF2-40B4-BE49-F238E27FC236}">
                  <a16:creationId xmlns:a16="http://schemas.microsoft.com/office/drawing/2014/main" id="{7D1ED9BA-7FC6-2025-B3B6-3764239D9A55}"/>
                </a:ext>
              </a:extLst>
            </p:cNvPr>
            <p:cNvSpPr/>
            <p:nvPr/>
          </p:nvSpPr>
          <p:spPr>
            <a:xfrm>
              <a:off x="3818525"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2570;p96">
              <a:extLst>
                <a:ext uri="{FF2B5EF4-FFF2-40B4-BE49-F238E27FC236}">
                  <a16:creationId xmlns:a16="http://schemas.microsoft.com/office/drawing/2014/main" id="{1AA4AD39-4837-4352-70F3-1F37C38A787A}"/>
                </a:ext>
              </a:extLst>
            </p:cNvPr>
            <p:cNvSpPr/>
            <p:nvPr/>
          </p:nvSpPr>
          <p:spPr>
            <a:xfrm>
              <a:off x="3742300" y="2866425"/>
              <a:ext cx="62225" cy="53225"/>
            </a:xfrm>
            <a:custGeom>
              <a:avLst/>
              <a:gdLst/>
              <a:ahLst/>
              <a:cxnLst/>
              <a:rect l="l" t="t" r="r" b="b"/>
              <a:pathLst>
                <a:path w="2489" h="2129" extrusionOk="0">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2571;p96">
              <a:extLst>
                <a:ext uri="{FF2B5EF4-FFF2-40B4-BE49-F238E27FC236}">
                  <a16:creationId xmlns:a16="http://schemas.microsoft.com/office/drawing/2014/main" id="{4719F234-FB52-C4F7-64FA-178EAC4AB6AF}"/>
                </a:ext>
              </a:extLst>
            </p:cNvPr>
            <p:cNvSpPr/>
            <p:nvPr/>
          </p:nvSpPr>
          <p:spPr>
            <a:xfrm>
              <a:off x="366610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2572;p96">
              <a:extLst>
                <a:ext uri="{FF2B5EF4-FFF2-40B4-BE49-F238E27FC236}">
                  <a16:creationId xmlns:a16="http://schemas.microsoft.com/office/drawing/2014/main" id="{ABC61E46-9C3E-28DE-6541-26937E2EFBBC}"/>
                </a:ext>
              </a:extLst>
            </p:cNvPr>
            <p:cNvSpPr/>
            <p:nvPr/>
          </p:nvSpPr>
          <p:spPr>
            <a:xfrm>
              <a:off x="450405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2573;p96">
              <a:extLst>
                <a:ext uri="{FF2B5EF4-FFF2-40B4-BE49-F238E27FC236}">
                  <a16:creationId xmlns:a16="http://schemas.microsoft.com/office/drawing/2014/main" id="{FAE6C630-7990-774A-26B4-2E25BAA52E1E}"/>
                </a:ext>
              </a:extLst>
            </p:cNvPr>
            <p:cNvSpPr/>
            <p:nvPr/>
          </p:nvSpPr>
          <p:spPr>
            <a:xfrm>
              <a:off x="4504050" y="3171075"/>
              <a:ext cx="62200" cy="53350"/>
            </a:xfrm>
            <a:custGeom>
              <a:avLst/>
              <a:gdLst/>
              <a:ahLst/>
              <a:cxnLst/>
              <a:rect l="l" t="t" r="r" b="b"/>
              <a:pathLst>
                <a:path w="2488" h="2134" extrusionOk="0">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2574;p96">
              <a:extLst>
                <a:ext uri="{FF2B5EF4-FFF2-40B4-BE49-F238E27FC236}">
                  <a16:creationId xmlns:a16="http://schemas.microsoft.com/office/drawing/2014/main" id="{566AC7C8-A78D-2E9E-1F0E-DAFA18C2E4E0}"/>
                </a:ext>
              </a:extLst>
            </p:cNvPr>
            <p:cNvSpPr/>
            <p:nvPr/>
          </p:nvSpPr>
          <p:spPr>
            <a:xfrm>
              <a:off x="450405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2575;p96">
              <a:extLst>
                <a:ext uri="{FF2B5EF4-FFF2-40B4-BE49-F238E27FC236}">
                  <a16:creationId xmlns:a16="http://schemas.microsoft.com/office/drawing/2014/main" id="{14FD7C10-D480-CDB6-A902-1D770827A58E}"/>
                </a:ext>
              </a:extLst>
            </p:cNvPr>
            <p:cNvSpPr/>
            <p:nvPr/>
          </p:nvSpPr>
          <p:spPr>
            <a:xfrm>
              <a:off x="4427825" y="33233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2576;p96">
              <a:extLst>
                <a:ext uri="{FF2B5EF4-FFF2-40B4-BE49-F238E27FC236}">
                  <a16:creationId xmlns:a16="http://schemas.microsoft.com/office/drawing/2014/main" id="{1A16A9D7-23BF-CB37-AE72-D17B4FD1D281}"/>
                </a:ext>
              </a:extLst>
            </p:cNvPr>
            <p:cNvSpPr/>
            <p:nvPr/>
          </p:nvSpPr>
          <p:spPr>
            <a:xfrm>
              <a:off x="4427825" y="32470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2577;p96">
              <a:extLst>
                <a:ext uri="{FF2B5EF4-FFF2-40B4-BE49-F238E27FC236}">
                  <a16:creationId xmlns:a16="http://schemas.microsoft.com/office/drawing/2014/main" id="{AEBAA80A-30C9-1097-E0B1-1C071412E547}"/>
                </a:ext>
              </a:extLst>
            </p:cNvPr>
            <p:cNvSpPr/>
            <p:nvPr/>
          </p:nvSpPr>
          <p:spPr>
            <a:xfrm>
              <a:off x="4427825" y="3171075"/>
              <a:ext cx="62425" cy="53275"/>
            </a:xfrm>
            <a:custGeom>
              <a:avLst/>
              <a:gdLst/>
              <a:ahLst/>
              <a:cxnLst/>
              <a:rect l="l" t="t" r="r" b="b"/>
              <a:pathLst>
                <a:path w="2497" h="2131" extrusionOk="0">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2578;p96">
              <a:extLst>
                <a:ext uri="{FF2B5EF4-FFF2-40B4-BE49-F238E27FC236}">
                  <a16:creationId xmlns:a16="http://schemas.microsoft.com/office/drawing/2014/main" id="{D450AFE0-C95B-C8F5-237B-362D9C4322BD}"/>
                </a:ext>
              </a:extLst>
            </p:cNvPr>
            <p:cNvSpPr/>
            <p:nvPr/>
          </p:nvSpPr>
          <p:spPr>
            <a:xfrm>
              <a:off x="4427825" y="3094850"/>
              <a:ext cx="62425" cy="53350"/>
            </a:xfrm>
            <a:custGeom>
              <a:avLst/>
              <a:gdLst/>
              <a:ahLst/>
              <a:cxnLst/>
              <a:rect l="l" t="t" r="r" b="b"/>
              <a:pathLst>
                <a:path w="2497" h="2134" extrusionOk="0">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2579;p96">
              <a:extLst>
                <a:ext uri="{FF2B5EF4-FFF2-40B4-BE49-F238E27FC236}">
                  <a16:creationId xmlns:a16="http://schemas.microsoft.com/office/drawing/2014/main" id="{DBE1C418-02B9-4ADA-423C-926AFE4E85AD}"/>
                </a:ext>
              </a:extLst>
            </p:cNvPr>
            <p:cNvSpPr/>
            <p:nvPr/>
          </p:nvSpPr>
          <p:spPr>
            <a:xfrm>
              <a:off x="4427825" y="3018650"/>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2580;p96">
              <a:extLst>
                <a:ext uri="{FF2B5EF4-FFF2-40B4-BE49-F238E27FC236}">
                  <a16:creationId xmlns:a16="http://schemas.microsoft.com/office/drawing/2014/main" id="{5BC98EA0-F698-2CAE-E5A0-F559C8F1CF2E}"/>
                </a:ext>
              </a:extLst>
            </p:cNvPr>
            <p:cNvSpPr/>
            <p:nvPr/>
          </p:nvSpPr>
          <p:spPr>
            <a:xfrm>
              <a:off x="435160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2581;p96">
              <a:extLst>
                <a:ext uri="{FF2B5EF4-FFF2-40B4-BE49-F238E27FC236}">
                  <a16:creationId xmlns:a16="http://schemas.microsoft.com/office/drawing/2014/main" id="{56B678DC-6B51-E2FA-9F90-4CE1B3196317}"/>
                </a:ext>
              </a:extLst>
            </p:cNvPr>
            <p:cNvSpPr/>
            <p:nvPr/>
          </p:nvSpPr>
          <p:spPr>
            <a:xfrm>
              <a:off x="4351600" y="332330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2582;p96">
              <a:extLst>
                <a:ext uri="{FF2B5EF4-FFF2-40B4-BE49-F238E27FC236}">
                  <a16:creationId xmlns:a16="http://schemas.microsoft.com/office/drawing/2014/main" id="{BEB21AB3-91F2-C647-3630-F04359CF05B7}"/>
                </a:ext>
              </a:extLst>
            </p:cNvPr>
            <p:cNvSpPr/>
            <p:nvPr/>
          </p:nvSpPr>
          <p:spPr>
            <a:xfrm>
              <a:off x="435160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2583;p96">
              <a:extLst>
                <a:ext uri="{FF2B5EF4-FFF2-40B4-BE49-F238E27FC236}">
                  <a16:creationId xmlns:a16="http://schemas.microsoft.com/office/drawing/2014/main" id="{392F00AE-BD76-3A58-B1C9-9D1A28724951}"/>
                </a:ext>
              </a:extLst>
            </p:cNvPr>
            <p:cNvSpPr/>
            <p:nvPr/>
          </p:nvSpPr>
          <p:spPr>
            <a:xfrm>
              <a:off x="435160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2584;p96">
              <a:extLst>
                <a:ext uri="{FF2B5EF4-FFF2-40B4-BE49-F238E27FC236}">
                  <a16:creationId xmlns:a16="http://schemas.microsoft.com/office/drawing/2014/main" id="{4E1BCF29-CC2C-8E2B-9A23-EAAF9674F204}"/>
                </a:ext>
              </a:extLst>
            </p:cNvPr>
            <p:cNvSpPr/>
            <p:nvPr/>
          </p:nvSpPr>
          <p:spPr>
            <a:xfrm>
              <a:off x="4351600" y="29424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2585;p96">
              <a:extLst>
                <a:ext uri="{FF2B5EF4-FFF2-40B4-BE49-F238E27FC236}">
                  <a16:creationId xmlns:a16="http://schemas.microsoft.com/office/drawing/2014/main" id="{09C6DA38-9182-6901-F3E9-1B0E8BD7C895}"/>
                </a:ext>
              </a:extLst>
            </p:cNvPr>
            <p:cNvSpPr/>
            <p:nvPr/>
          </p:nvSpPr>
          <p:spPr>
            <a:xfrm>
              <a:off x="427560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2586;p96">
              <a:extLst>
                <a:ext uri="{FF2B5EF4-FFF2-40B4-BE49-F238E27FC236}">
                  <a16:creationId xmlns:a16="http://schemas.microsoft.com/office/drawing/2014/main" id="{476D68AA-C593-3586-C598-360684FA83C2}"/>
                </a:ext>
              </a:extLst>
            </p:cNvPr>
            <p:cNvSpPr/>
            <p:nvPr/>
          </p:nvSpPr>
          <p:spPr>
            <a:xfrm>
              <a:off x="427560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2587;p96">
              <a:extLst>
                <a:ext uri="{FF2B5EF4-FFF2-40B4-BE49-F238E27FC236}">
                  <a16:creationId xmlns:a16="http://schemas.microsoft.com/office/drawing/2014/main" id="{14E01241-572F-0A78-6949-E8118D5D6B56}"/>
                </a:ext>
              </a:extLst>
            </p:cNvPr>
            <p:cNvSpPr/>
            <p:nvPr/>
          </p:nvSpPr>
          <p:spPr>
            <a:xfrm>
              <a:off x="4275600"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2588;p96">
              <a:extLst>
                <a:ext uri="{FF2B5EF4-FFF2-40B4-BE49-F238E27FC236}">
                  <a16:creationId xmlns:a16="http://schemas.microsoft.com/office/drawing/2014/main" id="{5DB08513-5A65-4A50-D5EB-973548002AF7}"/>
                </a:ext>
              </a:extLst>
            </p:cNvPr>
            <p:cNvSpPr/>
            <p:nvPr/>
          </p:nvSpPr>
          <p:spPr>
            <a:xfrm>
              <a:off x="4275600"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2589;p96">
              <a:extLst>
                <a:ext uri="{FF2B5EF4-FFF2-40B4-BE49-F238E27FC236}">
                  <a16:creationId xmlns:a16="http://schemas.microsoft.com/office/drawing/2014/main" id="{37EEE0AC-2119-3580-6945-D922E7E050C4}"/>
                </a:ext>
              </a:extLst>
            </p:cNvPr>
            <p:cNvSpPr/>
            <p:nvPr/>
          </p:nvSpPr>
          <p:spPr>
            <a:xfrm>
              <a:off x="42756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2590;p96">
              <a:extLst>
                <a:ext uri="{FF2B5EF4-FFF2-40B4-BE49-F238E27FC236}">
                  <a16:creationId xmlns:a16="http://schemas.microsoft.com/office/drawing/2014/main" id="{0130EDBB-B719-EE15-62C3-05ADE7AEBEB2}"/>
                </a:ext>
              </a:extLst>
            </p:cNvPr>
            <p:cNvSpPr/>
            <p:nvPr/>
          </p:nvSpPr>
          <p:spPr>
            <a:xfrm>
              <a:off x="4275600" y="3399500"/>
              <a:ext cx="62225" cy="53350"/>
            </a:xfrm>
            <a:custGeom>
              <a:avLst/>
              <a:gdLst/>
              <a:ahLst/>
              <a:cxnLst/>
              <a:rect l="l" t="t" r="r" b="b"/>
              <a:pathLst>
                <a:path w="2489" h="2134" extrusionOk="0">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2591;p96">
              <a:extLst>
                <a:ext uri="{FF2B5EF4-FFF2-40B4-BE49-F238E27FC236}">
                  <a16:creationId xmlns:a16="http://schemas.microsoft.com/office/drawing/2014/main" id="{006EF8C3-A24A-D8EC-C822-32EFE6380E1F}"/>
                </a:ext>
              </a:extLst>
            </p:cNvPr>
            <p:cNvSpPr/>
            <p:nvPr/>
          </p:nvSpPr>
          <p:spPr>
            <a:xfrm>
              <a:off x="427560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2592;p96">
              <a:extLst>
                <a:ext uri="{FF2B5EF4-FFF2-40B4-BE49-F238E27FC236}">
                  <a16:creationId xmlns:a16="http://schemas.microsoft.com/office/drawing/2014/main" id="{CBB94AF7-2F34-E62A-3D7F-C0C71FB387D7}"/>
                </a:ext>
              </a:extLst>
            </p:cNvPr>
            <p:cNvSpPr/>
            <p:nvPr/>
          </p:nvSpPr>
          <p:spPr>
            <a:xfrm>
              <a:off x="427560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2593;p96">
              <a:extLst>
                <a:ext uri="{FF2B5EF4-FFF2-40B4-BE49-F238E27FC236}">
                  <a16:creationId xmlns:a16="http://schemas.microsoft.com/office/drawing/2014/main" id="{6B3AAEDA-A6DA-9463-D1CE-43B4DB55ECA1}"/>
                </a:ext>
              </a:extLst>
            </p:cNvPr>
            <p:cNvSpPr/>
            <p:nvPr/>
          </p:nvSpPr>
          <p:spPr>
            <a:xfrm>
              <a:off x="41994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2594;p96">
              <a:extLst>
                <a:ext uri="{FF2B5EF4-FFF2-40B4-BE49-F238E27FC236}">
                  <a16:creationId xmlns:a16="http://schemas.microsoft.com/office/drawing/2014/main" id="{5BA8D4C4-7C75-F053-E22F-F35CFD931049}"/>
                </a:ext>
              </a:extLst>
            </p:cNvPr>
            <p:cNvSpPr/>
            <p:nvPr/>
          </p:nvSpPr>
          <p:spPr>
            <a:xfrm>
              <a:off x="41994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2595;p96">
              <a:extLst>
                <a:ext uri="{FF2B5EF4-FFF2-40B4-BE49-F238E27FC236}">
                  <a16:creationId xmlns:a16="http://schemas.microsoft.com/office/drawing/2014/main" id="{64B122E7-3935-0514-5BFC-96378534121B}"/>
                </a:ext>
              </a:extLst>
            </p:cNvPr>
            <p:cNvSpPr/>
            <p:nvPr/>
          </p:nvSpPr>
          <p:spPr>
            <a:xfrm>
              <a:off x="419940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2596;p96">
              <a:extLst>
                <a:ext uri="{FF2B5EF4-FFF2-40B4-BE49-F238E27FC236}">
                  <a16:creationId xmlns:a16="http://schemas.microsoft.com/office/drawing/2014/main" id="{674AB695-D6AB-9E24-FA99-06477BE2FF52}"/>
                </a:ext>
              </a:extLst>
            </p:cNvPr>
            <p:cNvSpPr/>
            <p:nvPr/>
          </p:nvSpPr>
          <p:spPr>
            <a:xfrm>
              <a:off x="419940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2597;p96">
              <a:extLst>
                <a:ext uri="{FF2B5EF4-FFF2-40B4-BE49-F238E27FC236}">
                  <a16:creationId xmlns:a16="http://schemas.microsoft.com/office/drawing/2014/main" id="{C5137E2C-B8EF-19CF-47F4-AB65502CF47F}"/>
                </a:ext>
              </a:extLst>
            </p:cNvPr>
            <p:cNvSpPr/>
            <p:nvPr/>
          </p:nvSpPr>
          <p:spPr>
            <a:xfrm>
              <a:off x="4123175" y="4085225"/>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2598;p96">
              <a:extLst>
                <a:ext uri="{FF2B5EF4-FFF2-40B4-BE49-F238E27FC236}">
                  <a16:creationId xmlns:a16="http://schemas.microsoft.com/office/drawing/2014/main" id="{6032EF8F-B700-224E-4A8C-3CCD06CCA35D}"/>
                </a:ext>
              </a:extLst>
            </p:cNvPr>
            <p:cNvSpPr/>
            <p:nvPr/>
          </p:nvSpPr>
          <p:spPr>
            <a:xfrm>
              <a:off x="4123175" y="4009000"/>
              <a:ext cx="62425" cy="53350"/>
            </a:xfrm>
            <a:custGeom>
              <a:avLst/>
              <a:gdLst/>
              <a:ahLst/>
              <a:cxnLst/>
              <a:rect l="l" t="t" r="r" b="b"/>
              <a:pathLst>
                <a:path w="2497" h="2134" extrusionOk="0">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2599;p96">
              <a:extLst>
                <a:ext uri="{FF2B5EF4-FFF2-40B4-BE49-F238E27FC236}">
                  <a16:creationId xmlns:a16="http://schemas.microsoft.com/office/drawing/2014/main" id="{F2AE01F6-ABA4-5F06-CD0A-8A5DFDC21543}"/>
                </a:ext>
              </a:extLst>
            </p:cNvPr>
            <p:cNvSpPr/>
            <p:nvPr/>
          </p:nvSpPr>
          <p:spPr>
            <a:xfrm>
              <a:off x="4123175" y="39328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2600;p96">
              <a:extLst>
                <a:ext uri="{FF2B5EF4-FFF2-40B4-BE49-F238E27FC236}">
                  <a16:creationId xmlns:a16="http://schemas.microsoft.com/office/drawing/2014/main" id="{327E6B76-3233-BC79-BE3F-4806C01BDCB1}"/>
                </a:ext>
              </a:extLst>
            </p:cNvPr>
            <p:cNvSpPr/>
            <p:nvPr/>
          </p:nvSpPr>
          <p:spPr>
            <a:xfrm>
              <a:off x="4123175" y="385677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2601;p96">
              <a:extLst>
                <a:ext uri="{FF2B5EF4-FFF2-40B4-BE49-F238E27FC236}">
                  <a16:creationId xmlns:a16="http://schemas.microsoft.com/office/drawing/2014/main" id="{15FBDAFE-9303-5016-DB72-20CC7C8381CA}"/>
                </a:ext>
              </a:extLst>
            </p:cNvPr>
            <p:cNvSpPr/>
            <p:nvPr/>
          </p:nvSpPr>
          <p:spPr>
            <a:xfrm>
              <a:off x="41231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2602;p96">
              <a:extLst>
                <a:ext uri="{FF2B5EF4-FFF2-40B4-BE49-F238E27FC236}">
                  <a16:creationId xmlns:a16="http://schemas.microsoft.com/office/drawing/2014/main" id="{85F9FF3C-8B6D-43B1-DFE5-113921CD3880}"/>
                </a:ext>
              </a:extLst>
            </p:cNvPr>
            <p:cNvSpPr/>
            <p:nvPr/>
          </p:nvSpPr>
          <p:spPr>
            <a:xfrm>
              <a:off x="4046950"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2603;p96">
              <a:extLst>
                <a:ext uri="{FF2B5EF4-FFF2-40B4-BE49-F238E27FC236}">
                  <a16:creationId xmlns:a16="http://schemas.microsoft.com/office/drawing/2014/main" id="{D20B9C2F-6242-33CB-F20D-F6D4C5E5442D}"/>
                </a:ext>
              </a:extLst>
            </p:cNvPr>
            <p:cNvSpPr/>
            <p:nvPr/>
          </p:nvSpPr>
          <p:spPr>
            <a:xfrm>
              <a:off x="404695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2604;p96">
              <a:extLst>
                <a:ext uri="{FF2B5EF4-FFF2-40B4-BE49-F238E27FC236}">
                  <a16:creationId xmlns:a16="http://schemas.microsoft.com/office/drawing/2014/main" id="{2C90FC2F-3341-B7A2-D558-B408CBDFA040}"/>
                </a:ext>
              </a:extLst>
            </p:cNvPr>
            <p:cNvSpPr/>
            <p:nvPr/>
          </p:nvSpPr>
          <p:spPr>
            <a:xfrm>
              <a:off x="4046950" y="26377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2605;p96">
              <a:extLst>
                <a:ext uri="{FF2B5EF4-FFF2-40B4-BE49-F238E27FC236}">
                  <a16:creationId xmlns:a16="http://schemas.microsoft.com/office/drawing/2014/main" id="{E9F50E85-FAFE-797B-B454-8DE4869C6261}"/>
                </a:ext>
              </a:extLst>
            </p:cNvPr>
            <p:cNvSpPr/>
            <p:nvPr/>
          </p:nvSpPr>
          <p:spPr>
            <a:xfrm>
              <a:off x="3970950" y="4085225"/>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2606;p96">
              <a:extLst>
                <a:ext uri="{FF2B5EF4-FFF2-40B4-BE49-F238E27FC236}">
                  <a16:creationId xmlns:a16="http://schemas.microsoft.com/office/drawing/2014/main" id="{AD66427B-0677-17BE-E693-9E30DF1D34EA}"/>
                </a:ext>
              </a:extLst>
            </p:cNvPr>
            <p:cNvSpPr/>
            <p:nvPr/>
          </p:nvSpPr>
          <p:spPr>
            <a:xfrm>
              <a:off x="3970950" y="2714000"/>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2607;p96">
              <a:extLst>
                <a:ext uri="{FF2B5EF4-FFF2-40B4-BE49-F238E27FC236}">
                  <a16:creationId xmlns:a16="http://schemas.microsoft.com/office/drawing/2014/main" id="{5D054DE9-5400-14CF-1223-5C309BA843A0}"/>
                </a:ext>
              </a:extLst>
            </p:cNvPr>
            <p:cNvSpPr/>
            <p:nvPr/>
          </p:nvSpPr>
          <p:spPr>
            <a:xfrm>
              <a:off x="3970950" y="2637775"/>
              <a:ext cx="62225" cy="53450"/>
            </a:xfrm>
            <a:custGeom>
              <a:avLst/>
              <a:gdLst/>
              <a:ahLst/>
              <a:cxnLst/>
              <a:rect l="l" t="t" r="r" b="b"/>
              <a:pathLst>
                <a:path w="2489" h="2138" extrusionOk="0">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2608;p96">
              <a:extLst>
                <a:ext uri="{FF2B5EF4-FFF2-40B4-BE49-F238E27FC236}">
                  <a16:creationId xmlns:a16="http://schemas.microsoft.com/office/drawing/2014/main" id="{7B7359AE-B61D-55A7-89A2-30D4037AD3AB}"/>
                </a:ext>
              </a:extLst>
            </p:cNvPr>
            <p:cNvSpPr/>
            <p:nvPr/>
          </p:nvSpPr>
          <p:spPr>
            <a:xfrm>
              <a:off x="3894725" y="408522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2609;p96">
              <a:extLst>
                <a:ext uri="{FF2B5EF4-FFF2-40B4-BE49-F238E27FC236}">
                  <a16:creationId xmlns:a16="http://schemas.microsoft.com/office/drawing/2014/main" id="{6D33E3B5-3C15-67A0-6402-7CF512772028}"/>
                </a:ext>
              </a:extLst>
            </p:cNvPr>
            <p:cNvSpPr/>
            <p:nvPr/>
          </p:nvSpPr>
          <p:spPr>
            <a:xfrm>
              <a:off x="3894725" y="4009000"/>
              <a:ext cx="62225" cy="53350"/>
            </a:xfrm>
            <a:custGeom>
              <a:avLst/>
              <a:gdLst/>
              <a:ahLst/>
              <a:cxnLst/>
              <a:rect l="l" t="t" r="r" b="b"/>
              <a:pathLst>
                <a:path w="2489" h="2134" extrusionOk="0">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2610;p96">
              <a:extLst>
                <a:ext uri="{FF2B5EF4-FFF2-40B4-BE49-F238E27FC236}">
                  <a16:creationId xmlns:a16="http://schemas.microsoft.com/office/drawing/2014/main" id="{B19FCD01-A6EB-A3E7-2B01-A08177AD29FC}"/>
                </a:ext>
              </a:extLst>
            </p:cNvPr>
            <p:cNvSpPr/>
            <p:nvPr/>
          </p:nvSpPr>
          <p:spPr>
            <a:xfrm>
              <a:off x="3894725" y="2714000"/>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2611;p96">
              <a:extLst>
                <a:ext uri="{FF2B5EF4-FFF2-40B4-BE49-F238E27FC236}">
                  <a16:creationId xmlns:a16="http://schemas.microsoft.com/office/drawing/2014/main" id="{4DC8AB2D-3522-9944-D8EE-32C943FA5928}"/>
                </a:ext>
              </a:extLst>
            </p:cNvPr>
            <p:cNvSpPr/>
            <p:nvPr/>
          </p:nvSpPr>
          <p:spPr>
            <a:xfrm>
              <a:off x="3894725" y="26377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2612;p96">
              <a:extLst>
                <a:ext uri="{FF2B5EF4-FFF2-40B4-BE49-F238E27FC236}">
                  <a16:creationId xmlns:a16="http://schemas.microsoft.com/office/drawing/2014/main" id="{95685045-41D6-2CDE-DF02-C7282842BA0B}"/>
                </a:ext>
              </a:extLst>
            </p:cNvPr>
            <p:cNvSpPr/>
            <p:nvPr/>
          </p:nvSpPr>
          <p:spPr>
            <a:xfrm>
              <a:off x="38185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2613;p96">
              <a:extLst>
                <a:ext uri="{FF2B5EF4-FFF2-40B4-BE49-F238E27FC236}">
                  <a16:creationId xmlns:a16="http://schemas.microsoft.com/office/drawing/2014/main" id="{7D181922-1EE4-4C06-4288-0A728F50F4B6}"/>
                </a:ext>
              </a:extLst>
            </p:cNvPr>
            <p:cNvSpPr/>
            <p:nvPr/>
          </p:nvSpPr>
          <p:spPr>
            <a:xfrm>
              <a:off x="38185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2614;p96">
              <a:extLst>
                <a:ext uri="{FF2B5EF4-FFF2-40B4-BE49-F238E27FC236}">
                  <a16:creationId xmlns:a16="http://schemas.microsoft.com/office/drawing/2014/main" id="{C9E1A794-490A-60EC-A780-DF0B063A289D}"/>
                </a:ext>
              </a:extLst>
            </p:cNvPr>
            <p:cNvSpPr/>
            <p:nvPr/>
          </p:nvSpPr>
          <p:spPr>
            <a:xfrm>
              <a:off x="38185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2615;p96">
              <a:extLst>
                <a:ext uri="{FF2B5EF4-FFF2-40B4-BE49-F238E27FC236}">
                  <a16:creationId xmlns:a16="http://schemas.microsoft.com/office/drawing/2014/main" id="{2D879462-4DB4-DBD4-DC7B-9A60DCA4E2FF}"/>
                </a:ext>
              </a:extLst>
            </p:cNvPr>
            <p:cNvSpPr/>
            <p:nvPr/>
          </p:nvSpPr>
          <p:spPr>
            <a:xfrm>
              <a:off x="38185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2616;p96">
              <a:extLst>
                <a:ext uri="{FF2B5EF4-FFF2-40B4-BE49-F238E27FC236}">
                  <a16:creationId xmlns:a16="http://schemas.microsoft.com/office/drawing/2014/main" id="{B4BF02F9-9C1A-6AA9-9B98-4842732CE697}"/>
                </a:ext>
              </a:extLst>
            </p:cNvPr>
            <p:cNvSpPr/>
            <p:nvPr/>
          </p:nvSpPr>
          <p:spPr>
            <a:xfrm>
              <a:off x="38185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2617;p96">
              <a:extLst>
                <a:ext uri="{FF2B5EF4-FFF2-40B4-BE49-F238E27FC236}">
                  <a16:creationId xmlns:a16="http://schemas.microsoft.com/office/drawing/2014/main" id="{E8FA129A-8C55-AFC1-120D-28714EF4DC70}"/>
                </a:ext>
              </a:extLst>
            </p:cNvPr>
            <p:cNvSpPr/>
            <p:nvPr/>
          </p:nvSpPr>
          <p:spPr>
            <a:xfrm>
              <a:off x="381852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2618;p96">
              <a:extLst>
                <a:ext uri="{FF2B5EF4-FFF2-40B4-BE49-F238E27FC236}">
                  <a16:creationId xmlns:a16="http://schemas.microsoft.com/office/drawing/2014/main" id="{C955D574-A1F4-28D7-F5C6-00370870DA90}"/>
                </a:ext>
              </a:extLst>
            </p:cNvPr>
            <p:cNvSpPr/>
            <p:nvPr/>
          </p:nvSpPr>
          <p:spPr>
            <a:xfrm>
              <a:off x="3818525"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2619;p96">
              <a:extLst>
                <a:ext uri="{FF2B5EF4-FFF2-40B4-BE49-F238E27FC236}">
                  <a16:creationId xmlns:a16="http://schemas.microsoft.com/office/drawing/2014/main" id="{2683D749-F874-C2CB-E153-1B6E1609CDF7}"/>
                </a:ext>
              </a:extLst>
            </p:cNvPr>
            <p:cNvSpPr/>
            <p:nvPr/>
          </p:nvSpPr>
          <p:spPr>
            <a:xfrm>
              <a:off x="3818525" y="26377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2620;p96">
              <a:extLst>
                <a:ext uri="{FF2B5EF4-FFF2-40B4-BE49-F238E27FC236}">
                  <a16:creationId xmlns:a16="http://schemas.microsoft.com/office/drawing/2014/main" id="{7404C2D0-E221-C15E-AB44-48138A1B011C}"/>
                </a:ext>
              </a:extLst>
            </p:cNvPr>
            <p:cNvSpPr/>
            <p:nvPr/>
          </p:nvSpPr>
          <p:spPr>
            <a:xfrm>
              <a:off x="3742300" y="3780375"/>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2621;p96">
              <a:extLst>
                <a:ext uri="{FF2B5EF4-FFF2-40B4-BE49-F238E27FC236}">
                  <a16:creationId xmlns:a16="http://schemas.microsoft.com/office/drawing/2014/main" id="{BB125C56-346F-4D0C-A8F0-F8AB9FDC2E4A}"/>
                </a:ext>
              </a:extLst>
            </p:cNvPr>
            <p:cNvSpPr/>
            <p:nvPr/>
          </p:nvSpPr>
          <p:spPr>
            <a:xfrm>
              <a:off x="3742300" y="3704150"/>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2622;p96">
              <a:extLst>
                <a:ext uri="{FF2B5EF4-FFF2-40B4-BE49-F238E27FC236}">
                  <a16:creationId xmlns:a16="http://schemas.microsoft.com/office/drawing/2014/main" id="{6B151FE4-CE5C-00FA-B856-66B86CBCDBE0}"/>
                </a:ext>
              </a:extLst>
            </p:cNvPr>
            <p:cNvSpPr/>
            <p:nvPr/>
          </p:nvSpPr>
          <p:spPr>
            <a:xfrm>
              <a:off x="3742300" y="3475725"/>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2623;p96">
              <a:extLst>
                <a:ext uri="{FF2B5EF4-FFF2-40B4-BE49-F238E27FC236}">
                  <a16:creationId xmlns:a16="http://schemas.microsoft.com/office/drawing/2014/main" id="{7CBA39B1-9122-1FE8-10E0-FB81D476A0DB}"/>
                </a:ext>
              </a:extLst>
            </p:cNvPr>
            <p:cNvSpPr/>
            <p:nvPr/>
          </p:nvSpPr>
          <p:spPr>
            <a:xfrm>
              <a:off x="3742300" y="339950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2624;p96">
              <a:extLst>
                <a:ext uri="{FF2B5EF4-FFF2-40B4-BE49-F238E27FC236}">
                  <a16:creationId xmlns:a16="http://schemas.microsoft.com/office/drawing/2014/main" id="{E3C41FFC-BADF-1534-C9EE-D03497283E52}"/>
                </a:ext>
              </a:extLst>
            </p:cNvPr>
            <p:cNvSpPr/>
            <p:nvPr/>
          </p:nvSpPr>
          <p:spPr>
            <a:xfrm>
              <a:off x="3742175" y="332330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2625;p96">
              <a:extLst>
                <a:ext uri="{FF2B5EF4-FFF2-40B4-BE49-F238E27FC236}">
                  <a16:creationId xmlns:a16="http://schemas.microsoft.com/office/drawing/2014/main" id="{F24608C9-8A73-ADD5-A373-FF2017ADC622}"/>
                </a:ext>
              </a:extLst>
            </p:cNvPr>
            <p:cNvSpPr/>
            <p:nvPr/>
          </p:nvSpPr>
          <p:spPr>
            <a:xfrm>
              <a:off x="3742300" y="2561575"/>
              <a:ext cx="62225" cy="53425"/>
            </a:xfrm>
            <a:custGeom>
              <a:avLst/>
              <a:gdLst/>
              <a:ahLst/>
              <a:cxnLst/>
              <a:rect l="l" t="t" r="r" b="b"/>
              <a:pathLst>
                <a:path w="2489" h="2137" extrusionOk="0">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2626;p96">
              <a:extLst>
                <a:ext uri="{FF2B5EF4-FFF2-40B4-BE49-F238E27FC236}">
                  <a16:creationId xmlns:a16="http://schemas.microsoft.com/office/drawing/2014/main" id="{96BE39A7-7F67-44F5-CAA6-ED16109A500F}"/>
                </a:ext>
              </a:extLst>
            </p:cNvPr>
            <p:cNvSpPr/>
            <p:nvPr/>
          </p:nvSpPr>
          <p:spPr>
            <a:xfrm>
              <a:off x="3665950"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2627;p96">
              <a:extLst>
                <a:ext uri="{FF2B5EF4-FFF2-40B4-BE49-F238E27FC236}">
                  <a16:creationId xmlns:a16="http://schemas.microsoft.com/office/drawing/2014/main" id="{13799B9C-558D-8D4B-7390-30EA83D3E61F}"/>
                </a:ext>
              </a:extLst>
            </p:cNvPr>
            <p:cNvSpPr/>
            <p:nvPr/>
          </p:nvSpPr>
          <p:spPr>
            <a:xfrm>
              <a:off x="366610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2628;p96">
              <a:extLst>
                <a:ext uri="{FF2B5EF4-FFF2-40B4-BE49-F238E27FC236}">
                  <a16:creationId xmlns:a16="http://schemas.microsoft.com/office/drawing/2014/main" id="{938421AC-6073-6578-171A-06263E2567A8}"/>
                </a:ext>
              </a:extLst>
            </p:cNvPr>
            <p:cNvSpPr/>
            <p:nvPr/>
          </p:nvSpPr>
          <p:spPr>
            <a:xfrm>
              <a:off x="36661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2629;p96">
              <a:extLst>
                <a:ext uri="{FF2B5EF4-FFF2-40B4-BE49-F238E27FC236}">
                  <a16:creationId xmlns:a16="http://schemas.microsoft.com/office/drawing/2014/main" id="{5E357556-813A-1E44-9A9A-21A4C0B96096}"/>
                </a:ext>
              </a:extLst>
            </p:cNvPr>
            <p:cNvSpPr/>
            <p:nvPr/>
          </p:nvSpPr>
          <p:spPr>
            <a:xfrm>
              <a:off x="3589875" y="32470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2630;p96">
              <a:extLst>
                <a:ext uri="{FF2B5EF4-FFF2-40B4-BE49-F238E27FC236}">
                  <a16:creationId xmlns:a16="http://schemas.microsoft.com/office/drawing/2014/main" id="{1821B394-298A-4B3F-176C-15F51E679A94}"/>
                </a:ext>
              </a:extLst>
            </p:cNvPr>
            <p:cNvSpPr/>
            <p:nvPr/>
          </p:nvSpPr>
          <p:spPr>
            <a:xfrm>
              <a:off x="35898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2631;p96">
              <a:extLst>
                <a:ext uri="{FF2B5EF4-FFF2-40B4-BE49-F238E27FC236}">
                  <a16:creationId xmlns:a16="http://schemas.microsoft.com/office/drawing/2014/main" id="{4BEFE86A-DE6C-EA43-B1E4-4B8E42F43B13}"/>
                </a:ext>
              </a:extLst>
            </p:cNvPr>
            <p:cNvSpPr/>
            <p:nvPr/>
          </p:nvSpPr>
          <p:spPr>
            <a:xfrm>
              <a:off x="35898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2632;p96">
              <a:extLst>
                <a:ext uri="{FF2B5EF4-FFF2-40B4-BE49-F238E27FC236}">
                  <a16:creationId xmlns:a16="http://schemas.microsoft.com/office/drawing/2014/main" id="{9E57F14A-71A7-CE9C-1073-44A692B36148}"/>
                </a:ext>
              </a:extLst>
            </p:cNvPr>
            <p:cNvSpPr/>
            <p:nvPr/>
          </p:nvSpPr>
          <p:spPr>
            <a:xfrm>
              <a:off x="35136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2633;p96">
              <a:extLst>
                <a:ext uri="{FF2B5EF4-FFF2-40B4-BE49-F238E27FC236}">
                  <a16:creationId xmlns:a16="http://schemas.microsoft.com/office/drawing/2014/main" id="{36E1CEF5-DC2F-E485-4C49-D87FF550547C}"/>
                </a:ext>
              </a:extLst>
            </p:cNvPr>
            <p:cNvSpPr/>
            <p:nvPr/>
          </p:nvSpPr>
          <p:spPr>
            <a:xfrm>
              <a:off x="3513675"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2634;p96">
              <a:extLst>
                <a:ext uri="{FF2B5EF4-FFF2-40B4-BE49-F238E27FC236}">
                  <a16:creationId xmlns:a16="http://schemas.microsoft.com/office/drawing/2014/main" id="{34089084-B13F-C00D-7DC2-286ACBDC9520}"/>
                </a:ext>
              </a:extLst>
            </p:cNvPr>
            <p:cNvSpPr/>
            <p:nvPr/>
          </p:nvSpPr>
          <p:spPr>
            <a:xfrm>
              <a:off x="3513675" y="2485550"/>
              <a:ext cx="62425" cy="53300"/>
            </a:xfrm>
            <a:custGeom>
              <a:avLst/>
              <a:gdLst/>
              <a:ahLst/>
              <a:cxnLst/>
              <a:rect l="l" t="t" r="r" b="b"/>
              <a:pathLst>
                <a:path w="2497"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2635;p96">
              <a:extLst>
                <a:ext uri="{FF2B5EF4-FFF2-40B4-BE49-F238E27FC236}">
                  <a16:creationId xmlns:a16="http://schemas.microsoft.com/office/drawing/2014/main" id="{9BDD2250-0233-F5B8-23C1-E24FD0C13A0B}"/>
                </a:ext>
              </a:extLst>
            </p:cNvPr>
            <p:cNvSpPr/>
            <p:nvPr/>
          </p:nvSpPr>
          <p:spPr>
            <a:xfrm>
              <a:off x="3437450" y="32470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2636;p96">
              <a:extLst>
                <a:ext uri="{FF2B5EF4-FFF2-40B4-BE49-F238E27FC236}">
                  <a16:creationId xmlns:a16="http://schemas.microsoft.com/office/drawing/2014/main" id="{E0BF4186-A152-50C2-4EB4-2BF4C35DADDE}"/>
                </a:ext>
              </a:extLst>
            </p:cNvPr>
            <p:cNvSpPr/>
            <p:nvPr/>
          </p:nvSpPr>
          <p:spPr>
            <a:xfrm>
              <a:off x="3437450" y="317107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2637;p96">
              <a:extLst>
                <a:ext uri="{FF2B5EF4-FFF2-40B4-BE49-F238E27FC236}">
                  <a16:creationId xmlns:a16="http://schemas.microsoft.com/office/drawing/2014/main" id="{FA4DFF4D-C453-FCA8-C10D-17FAAC4F9D5F}"/>
                </a:ext>
              </a:extLst>
            </p:cNvPr>
            <p:cNvSpPr/>
            <p:nvPr/>
          </p:nvSpPr>
          <p:spPr>
            <a:xfrm>
              <a:off x="3437450"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2638;p96">
              <a:extLst>
                <a:ext uri="{FF2B5EF4-FFF2-40B4-BE49-F238E27FC236}">
                  <a16:creationId xmlns:a16="http://schemas.microsoft.com/office/drawing/2014/main" id="{500477F4-39DB-80BB-1FC8-13FAB62DC2DF}"/>
                </a:ext>
              </a:extLst>
            </p:cNvPr>
            <p:cNvSpPr/>
            <p:nvPr/>
          </p:nvSpPr>
          <p:spPr>
            <a:xfrm>
              <a:off x="3437450" y="2485550"/>
              <a:ext cx="62425" cy="53300"/>
            </a:xfrm>
            <a:custGeom>
              <a:avLst/>
              <a:gdLst/>
              <a:ahLst/>
              <a:cxnLst/>
              <a:rect l="l" t="t" r="r" b="b"/>
              <a:pathLst>
                <a:path w="2497" h="2132" extrusionOk="0">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2639;p96">
              <a:extLst>
                <a:ext uri="{FF2B5EF4-FFF2-40B4-BE49-F238E27FC236}">
                  <a16:creationId xmlns:a16="http://schemas.microsoft.com/office/drawing/2014/main" id="{6D169B4E-6F37-E947-2291-47AA5F62E5B0}"/>
                </a:ext>
              </a:extLst>
            </p:cNvPr>
            <p:cNvSpPr/>
            <p:nvPr/>
          </p:nvSpPr>
          <p:spPr>
            <a:xfrm>
              <a:off x="3361450" y="3171075"/>
              <a:ext cx="62200" cy="53275"/>
            </a:xfrm>
            <a:custGeom>
              <a:avLst/>
              <a:gdLst/>
              <a:ahLst/>
              <a:cxnLst/>
              <a:rect l="l" t="t" r="r" b="b"/>
              <a:pathLst>
                <a:path w="2488"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2640;p96">
              <a:extLst>
                <a:ext uri="{FF2B5EF4-FFF2-40B4-BE49-F238E27FC236}">
                  <a16:creationId xmlns:a16="http://schemas.microsoft.com/office/drawing/2014/main" id="{DEFED653-BC4B-DFE3-8F22-ABEE23551081}"/>
                </a:ext>
              </a:extLst>
            </p:cNvPr>
            <p:cNvSpPr/>
            <p:nvPr/>
          </p:nvSpPr>
          <p:spPr>
            <a:xfrm>
              <a:off x="3361450"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2641;p96">
              <a:extLst>
                <a:ext uri="{FF2B5EF4-FFF2-40B4-BE49-F238E27FC236}">
                  <a16:creationId xmlns:a16="http://schemas.microsoft.com/office/drawing/2014/main" id="{06A75B2F-37DD-9A18-1F2C-B520C6446CCE}"/>
                </a:ext>
              </a:extLst>
            </p:cNvPr>
            <p:cNvSpPr/>
            <p:nvPr/>
          </p:nvSpPr>
          <p:spPr>
            <a:xfrm>
              <a:off x="3361450" y="2637775"/>
              <a:ext cx="62200" cy="53450"/>
            </a:xfrm>
            <a:custGeom>
              <a:avLst/>
              <a:gdLst/>
              <a:ahLst/>
              <a:cxnLst/>
              <a:rect l="l" t="t" r="r" b="b"/>
              <a:pathLst>
                <a:path w="2488" h="2138" extrusionOk="0">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2642;p96">
              <a:extLst>
                <a:ext uri="{FF2B5EF4-FFF2-40B4-BE49-F238E27FC236}">
                  <a16:creationId xmlns:a16="http://schemas.microsoft.com/office/drawing/2014/main" id="{85476E87-880A-CCE0-2A54-26EF2C640C62}"/>
                </a:ext>
              </a:extLst>
            </p:cNvPr>
            <p:cNvSpPr/>
            <p:nvPr/>
          </p:nvSpPr>
          <p:spPr>
            <a:xfrm>
              <a:off x="3361450" y="2561575"/>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2643;p96">
              <a:extLst>
                <a:ext uri="{FF2B5EF4-FFF2-40B4-BE49-F238E27FC236}">
                  <a16:creationId xmlns:a16="http://schemas.microsoft.com/office/drawing/2014/main" id="{74670215-7E14-2059-46FE-47B2AE0292BD}"/>
                </a:ext>
              </a:extLst>
            </p:cNvPr>
            <p:cNvSpPr/>
            <p:nvPr/>
          </p:nvSpPr>
          <p:spPr>
            <a:xfrm>
              <a:off x="328522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2644;p96">
              <a:extLst>
                <a:ext uri="{FF2B5EF4-FFF2-40B4-BE49-F238E27FC236}">
                  <a16:creationId xmlns:a16="http://schemas.microsoft.com/office/drawing/2014/main" id="{F51FAEE6-D0A0-177C-38C4-9A4F4BA432BA}"/>
                </a:ext>
              </a:extLst>
            </p:cNvPr>
            <p:cNvSpPr/>
            <p:nvPr/>
          </p:nvSpPr>
          <p:spPr>
            <a:xfrm>
              <a:off x="328522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2645;p96">
              <a:extLst>
                <a:ext uri="{FF2B5EF4-FFF2-40B4-BE49-F238E27FC236}">
                  <a16:creationId xmlns:a16="http://schemas.microsoft.com/office/drawing/2014/main" id="{C5F479AB-AE4C-467C-B082-9AAFAE64C721}"/>
                </a:ext>
              </a:extLst>
            </p:cNvPr>
            <p:cNvSpPr/>
            <p:nvPr/>
          </p:nvSpPr>
          <p:spPr>
            <a:xfrm>
              <a:off x="328522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2646;p96">
              <a:extLst>
                <a:ext uri="{FF2B5EF4-FFF2-40B4-BE49-F238E27FC236}">
                  <a16:creationId xmlns:a16="http://schemas.microsoft.com/office/drawing/2014/main" id="{8579C9E5-EBF0-2859-6BD1-96C38806027D}"/>
                </a:ext>
              </a:extLst>
            </p:cNvPr>
            <p:cNvSpPr/>
            <p:nvPr/>
          </p:nvSpPr>
          <p:spPr>
            <a:xfrm>
              <a:off x="328522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2647;p96">
              <a:extLst>
                <a:ext uri="{FF2B5EF4-FFF2-40B4-BE49-F238E27FC236}">
                  <a16:creationId xmlns:a16="http://schemas.microsoft.com/office/drawing/2014/main" id="{D290F1C9-D345-8F9E-3A6A-1140281B2F9A}"/>
                </a:ext>
              </a:extLst>
            </p:cNvPr>
            <p:cNvSpPr/>
            <p:nvPr/>
          </p:nvSpPr>
          <p:spPr>
            <a:xfrm>
              <a:off x="3209025"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2648;p96">
              <a:extLst>
                <a:ext uri="{FF2B5EF4-FFF2-40B4-BE49-F238E27FC236}">
                  <a16:creationId xmlns:a16="http://schemas.microsoft.com/office/drawing/2014/main" id="{A9DCE370-2163-9B68-EEC6-C4511F389D43}"/>
                </a:ext>
              </a:extLst>
            </p:cNvPr>
            <p:cNvSpPr/>
            <p:nvPr/>
          </p:nvSpPr>
          <p:spPr>
            <a:xfrm>
              <a:off x="3209025"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2649;p96">
              <a:extLst>
                <a:ext uri="{FF2B5EF4-FFF2-40B4-BE49-F238E27FC236}">
                  <a16:creationId xmlns:a16="http://schemas.microsoft.com/office/drawing/2014/main" id="{261F605D-0B38-C522-FBB2-6CD5874B080B}"/>
                </a:ext>
              </a:extLst>
            </p:cNvPr>
            <p:cNvSpPr/>
            <p:nvPr/>
          </p:nvSpPr>
          <p:spPr>
            <a:xfrm>
              <a:off x="3209025" y="2942425"/>
              <a:ext cx="62200" cy="53450"/>
            </a:xfrm>
            <a:custGeom>
              <a:avLst/>
              <a:gdLst/>
              <a:ahLst/>
              <a:cxnLst/>
              <a:rect l="l" t="t" r="r" b="b"/>
              <a:pathLst>
                <a:path w="2488" h="2138" extrusionOk="0">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2650;p96">
              <a:extLst>
                <a:ext uri="{FF2B5EF4-FFF2-40B4-BE49-F238E27FC236}">
                  <a16:creationId xmlns:a16="http://schemas.microsoft.com/office/drawing/2014/main" id="{9F67F550-13A6-4A3B-B178-F197728E9F03}"/>
                </a:ext>
              </a:extLst>
            </p:cNvPr>
            <p:cNvSpPr/>
            <p:nvPr/>
          </p:nvSpPr>
          <p:spPr>
            <a:xfrm>
              <a:off x="3209025"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2651;p96">
              <a:extLst>
                <a:ext uri="{FF2B5EF4-FFF2-40B4-BE49-F238E27FC236}">
                  <a16:creationId xmlns:a16="http://schemas.microsoft.com/office/drawing/2014/main" id="{BCBD41AA-BCBE-D22E-663B-EB32BDF28780}"/>
                </a:ext>
              </a:extLst>
            </p:cNvPr>
            <p:cNvSpPr/>
            <p:nvPr/>
          </p:nvSpPr>
          <p:spPr>
            <a:xfrm>
              <a:off x="3209025"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2652;p96">
              <a:extLst>
                <a:ext uri="{FF2B5EF4-FFF2-40B4-BE49-F238E27FC236}">
                  <a16:creationId xmlns:a16="http://schemas.microsoft.com/office/drawing/2014/main" id="{9CDF6C79-E893-0F55-3335-F35604651769}"/>
                </a:ext>
              </a:extLst>
            </p:cNvPr>
            <p:cNvSpPr/>
            <p:nvPr/>
          </p:nvSpPr>
          <p:spPr>
            <a:xfrm>
              <a:off x="419940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2653;p96">
              <a:extLst>
                <a:ext uri="{FF2B5EF4-FFF2-40B4-BE49-F238E27FC236}">
                  <a16:creationId xmlns:a16="http://schemas.microsoft.com/office/drawing/2014/main" id="{F0D40FEC-EF16-9B64-ABF4-2AB0ED83D8AB}"/>
                </a:ext>
              </a:extLst>
            </p:cNvPr>
            <p:cNvSpPr/>
            <p:nvPr/>
          </p:nvSpPr>
          <p:spPr>
            <a:xfrm>
              <a:off x="3132800" y="11143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2654;p96">
              <a:extLst>
                <a:ext uri="{FF2B5EF4-FFF2-40B4-BE49-F238E27FC236}">
                  <a16:creationId xmlns:a16="http://schemas.microsoft.com/office/drawing/2014/main" id="{C3E77B30-FCDD-9CC3-7355-FCD18BBC8D6C}"/>
                </a:ext>
              </a:extLst>
            </p:cNvPr>
            <p:cNvSpPr/>
            <p:nvPr/>
          </p:nvSpPr>
          <p:spPr>
            <a:xfrm>
              <a:off x="305680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2655;p96">
              <a:extLst>
                <a:ext uri="{FF2B5EF4-FFF2-40B4-BE49-F238E27FC236}">
                  <a16:creationId xmlns:a16="http://schemas.microsoft.com/office/drawing/2014/main" id="{C56586DA-3FEC-9AD2-737C-4ACB201A8943}"/>
                </a:ext>
              </a:extLst>
            </p:cNvPr>
            <p:cNvSpPr/>
            <p:nvPr/>
          </p:nvSpPr>
          <p:spPr>
            <a:xfrm>
              <a:off x="4351600" y="164740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2656;p96">
              <a:extLst>
                <a:ext uri="{FF2B5EF4-FFF2-40B4-BE49-F238E27FC236}">
                  <a16:creationId xmlns:a16="http://schemas.microsoft.com/office/drawing/2014/main" id="{A7130536-623A-4A68-7EC1-91A7FF9B6B17}"/>
                </a:ext>
              </a:extLst>
            </p:cNvPr>
            <p:cNvSpPr/>
            <p:nvPr/>
          </p:nvSpPr>
          <p:spPr>
            <a:xfrm>
              <a:off x="435160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2657;p96">
              <a:extLst>
                <a:ext uri="{FF2B5EF4-FFF2-40B4-BE49-F238E27FC236}">
                  <a16:creationId xmlns:a16="http://schemas.microsoft.com/office/drawing/2014/main" id="{66F30B01-3204-1804-AD4C-342BCD18DC9B}"/>
                </a:ext>
              </a:extLst>
            </p:cNvPr>
            <p:cNvSpPr/>
            <p:nvPr/>
          </p:nvSpPr>
          <p:spPr>
            <a:xfrm>
              <a:off x="435160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2658;p96">
              <a:extLst>
                <a:ext uri="{FF2B5EF4-FFF2-40B4-BE49-F238E27FC236}">
                  <a16:creationId xmlns:a16="http://schemas.microsoft.com/office/drawing/2014/main" id="{F12F13A0-E0EB-6BD8-A66A-880D3CC3F74D}"/>
                </a:ext>
              </a:extLst>
            </p:cNvPr>
            <p:cNvSpPr/>
            <p:nvPr/>
          </p:nvSpPr>
          <p:spPr>
            <a:xfrm>
              <a:off x="4351600" y="1876050"/>
              <a:ext cx="62425" cy="53350"/>
            </a:xfrm>
            <a:custGeom>
              <a:avLst/>
              <a:gdLst/>
              <a:ahLst/>
              <a:cxnLst/>
              <a:rect l="l" t="t" r="r" b="b"/>
              <a:pathLst>
                <a:path w="2497" h="2134" extrusionOk="0">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2659;p96">
              <a:extLst>
                <a:ext uri="{FF2B5EF4-FFF2-40B4-BE49-F238E27FC236}">
                  <a16:creationId xmlns:a16="http://schemas.microsoft.com/office/drawing/2014/main" id="{A2B6DA14-ACDD-E03B-1862-97208BD344B6}"/>
                </a:ext>
              </a:extLst>
            </p:cNvPr>
            <p:cNvSpPr/>
            <p:nvPr/>
          </p:nvSpPr>
          <p:spPr>
            <a:xfrm>
              <a:off x="435160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2660;p96">
              <a:extLst>
                <a:ext uri="{FF2B5EF4-FFF2-40B4-BE49-F238E27FC236}">
                  <a16:creationId xmlns:a16="http://schemas.microsoft.com/office/drawing/2014/main" id="{2B4DAC9B-8A64-2CD8-0433-21A0E92618B9}"/>
                </a:ext>
              </a:extLst>
            </p:cNvPr>
            <p:cNvSpPr/>
            <p:nvPr/>
          </p:nvSpPr>
          <p:spPr>
            <a:xfrm>
              <a:off x="435160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2661;p96">
              <a:extLst>
                <a:ext uri="{FF2B5EF4-FFF2-40B4-BE49-F238E27FC236}">
                  <a16:creationId xmlns:a16="http://schemas.microsoft.com/office/drawing/2014/main" id="{42022183-5D5A-7DBB-1C72-76475B28E6EE}"/>
                </a:ext>
              </a:extLst>
            </p:cNvPr>
            <p:cNvSpPr/>
            <p:nvPr/>
          </p:nvSpPr>
          <p:spPr>
            <a:xfrm>
              <a:off x="435160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2662;p96">
              <a:extLst>
                <a:ext uri="{FF2B5EF4-FFF2-40B4-BE49-F238E27FC236}">
                  <a16:creationId xmlns:a16="http://schemas.microsoft.com/office/drawing/2014/main" id="{D15FD2BA-2174-2712-ACB9-A1FE257343DD}"/>
                </a:ext>
              </a:extLst>
            </p:cNvPr>
            <p:cNvSpPr/>
            <p:nvPr/>
          </p:nvSpPr>
          <p:spPr>
            <a:xfrm>
              <a:off x="3970950" y="1876050"/>
              <a:ext cx="62225" cy="53350"/>
            </a:xfrm>
            <a:custGeom>
              <a:avLst/>
              <a:gdLst/>
              <a:ahLst/>
              <a:cxnLst/>
              <a:rect l="l" t="t" r="r" b="b"/>
              <a:pathLst>
                <a:path w="2489" h="2134" extrusionOk="0">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2663;p96">
              <a:extLst>
                <a:ext uri="{FF2B5EF4-FFF2-40B4-BE49-F238E27FC236}">
                  <a16:creationId xmlns:a16="http://schemas.microsoft.com/office/drawing/2014/main" id="{839B9EB0-B3FA-EA1E-4898-8D5F43E69690}"/>
                </a:ext>
              </a:extLst>
            </p:cNvPr>
            <p:cNvSpPr/>
            <p:nvPr/>
          </p:nvSpPr>
          <p:spPr>
            <a:xfrm>
              <a:off x="3970950" y="1952050"/>
              <a:ext cx="62225" cy="53450"/>
            </a:xfrm>
            <a:custGeom>
              <a:avLst/>
              <a:gdLst/>
              <a:ahLst/>
              <a:cxnLst/>
              <a:rect l="l" t="t" r="r" b="b"/>
              <a:pathLst>
                <a:path w="2489" h="2138" extrusionOk="0">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2664;p96">
              <a:extLst>
                <a:ext uri="{FF2B5EF4-FFF2-40B4-BE49-F238E27FC236}">
                  <a16:creationId xmlns:a16="http://schemas.microsoft.com/office/drawing/2014/main" id="{EDB2F11C-45E3-3636-4AC1-42635072ED59}"/>
                </a:ext>
              </a:extLst>
            </p:cNvPr>
            <p:cNvSpPr/>
            <p:nvPr/>
          </p:nvSpPr>
          <p:spPr>
            <a:xfrm>
              <a:off x="36661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2665;p96">
              <a:extLst>
                <a:ext uri="{FF2B5EF4-FFF2-40B4-BE49-F238E27FC236}">
                  <a16:creationId xmlns:a16="http://schemas.microsoft.com/office/drawing/2014/main" id="{8049A572-3040-6763-BB0E-A6F455E0AB1D}"/>
                </a:ext>
              </a:extLst>
            </p:cNvPr>
            <p:cNvSpPr/>
            <p:nvPr/>
          </p:nvSpPr>
          <p:spPr>
            <a:xfrm>
              <a:off x="3742300" y="2028275"/>
              <a:ext cx="62225" cy="53450"/>
            </a:xfrm>
            <a:custGeom>
              <a:avLst/>
              <a:gdLst/>
              <a:ahLst/>
              <a:cxnLst/>
              <a:rect l="l" t="t" r="r" b="b"/>
              <a:pathLst>
                <a:path w="2489" h="2138" extrusionOk="0">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2666;p96">
              <a:extLst>
                <a:ext uri="{FF2B5EF4-FFF2-40B4-BE49-F238E27FC236}">
                  <a16:creationId xmlns:a16="http://schemas.microsoft.com/office/drawing/2014/main" id="{B07BCF2D-862D-42A2-822E-9E2850C3C266}"/>
                </a:ext>
              </a:extLst>
            </p:cNvPr>
            <p:cNvSpPr/>
            <p:nvPr/>
          </p:nvSpPr>
          <p:spPr>
            <a:xfrm>
              <a:off x="3742300" y="1952050"/>
              <a:ext cx="62225" cy="53450"/>
            </a:xfrm>
            <a:custGeom>
              <a:avLst/>
              <a:gdLst/>
              <a:ahLst/>
              <a:cxnLst/>
              <a:rect l="l" t="t" r="r" b="b"/>
              <a:pathLst>
                <a:path w="2489" h="2138" extrusionOk="0">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2667;p96">
              <a:extLst>
                <a:ext uri="{FF2B5EF4-FFF2-40B4-BE49-F238E27FC236}">
                  <a16:creationId xmlns:a16="http://schemas.microsoft.com/office/drawing/2014/main" id="{449DF519-C7C5-7893-8D1D-770601811FF8}"/>
                </a:ext>
              </a:extLst>
            </p:cNvPr>
            <p:cNvSpPr/>
            <p:nvPr/>
          </p:nvSpPr>
          <p:spPr>
            <a:xfrm>
              <a:off x="38185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2668;p96">
              <a:extLst>
                <a:ext uri="{FF2B5EF4-FFF2-40B4-BE49-F238E27FC236}">
                  <a16:creationId xmlns:a16="http://schemas.microsoft.com/office/drawing/2014/main" id="{4C41C1D9-A6FC-3744-BAB7-BA7C65D4E976}"/>
                </a:ext>
              </a:extLst>
            </p:cNvPr>
            <p:cNvSpPr/>
            <p:nvPr/>
          </p:nvSpPr>
          <p:spPr>
            <a:xfrm>
              <a:off x="3894725"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2669;p96">
              <a:extLst>
                <a:ext uri="{FF2B5EF4-FFF2-40B4-BE49-F238E27FC236}">
                  <a16:creationId xmlns:a16="http://schemas.microsoft.com/office/drawing/2014/main" id="{0FAD60B0-0BA4-E6D1-35BA-BA5407464B0B}"/>
                </a:ext>
              </a:extLst>
            </p:cNvPr>
            <p:cNvSpPr/>
            <p:nvPr/>
          </p:nvSpPr>
          <p:spPr>
            <a:xfrm>
              <a:off x="3894725"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2670;p96">
              <a:extLst>
                <a:ext uri="{FF2B5EF4-FFF2-40B4-BE49-F238E27FC236}">
                  <a16:creationId xmlns:a16="http://schemas.microsoft.com/office/drawing/2014/main" id="{CF0C0AA7-1B9C-DE73-49CF-0CBFBBCCB117}"/>
                </a:ext>
              </a:extLst>
            </p:cNvPr>
            <p:cNvSpPr/>
            <p:nvPr/>
          </p:nvSpPr>
          <p:spPr>
            <a:xfrm>
              <a:off x="3970950" y="2028275"/>
              <a:ext cx="62225" cy="53450"/>
            </a:xfrm>
            <a:custGeom>
              <a:avLst/>
              <a:gdLst/>
              <a:ahLst/>
              <a:cxnLst/>
              <a:rect l="l" t="t" r="r" b="b"/>
              <a:pathLst>
                <a:path w="2489" h="2138" extrusionOk="0">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2671;p96">
              <a:extLst>
                <a:ext uri="{FF2B5EF4-FFF2-40B4-BE49-F238E27FC236}">
                  <a16:creationId xmlns:a16="http://schemas.microsoft.com/office/drawing/2014/main" id="{491337FA-8E51-56AD-BEF8-12E294420B48}"/>
                </a:ext>
              </a:extLst>
            </p:cNvPr>
            <p:cNvSpPr/>
            <p:nvPr/>
          </p:nvSpPr>
          <p:spPr>
            <a:xfrm>
              <a:off x="3970950" y="21045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2672;p96">
              <a:extLst>
                <a:ext uri="{FF2B5EF4-FFF2-40B4-BE49-F238E27FC236}">
                  <a16:creationId xmlns:a16="http://schemas.microsoft.com/office/drawing/2014/main" id="{B2D02058-91FA-F6C7-B951-8D322ADB34F0}"/>
                </a:ext>
              </a:extLst>
            </p:cNvPr>
            <p:cNvSpPr/>
            <p:nvPr/>
          </p:nvSpPr>
          <p:spPr>
            <a:xfrm>
              <a:off x="4046950"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2673;p96">
              <a:extLst>
                <a:ext uri="{FF2B5EF4-FFF2-40B4-BE49-F238E27FC236}">
                  <a16:creationId xmlns:a16="http://schemas.microsoft.com/office/drawing/2014/main" id="{C7F8E5B2-9AF5-C499-18FC-DED1C3D54914}"/>
                </a:ext>
              </a:extLst>
            </p:cNvPr>
            <p:cNvSpPr/>
            <p:nvPr/>
          </p:nvSpPr>
          <p:spPr>
            <a:xfrm>
              <a:off x="404695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2674;p96">
              <a:extLst>
                <a:ext uri="{FF2B5EF4-FFF2-40B4-BE49-F238E27FC236}">
                  <a16:creationId xmlns:a16="http://schemas.microsoft.com/office/drawing/2014/main" id="{D2C70EAD-1562-A5D5-E3CC-78124BAA31F8}"/>
                </a:ext>
              </a:extLst>
            </p:cNvPr>
            <p:cNvSpPr/>
            <p:nvPr/>
          </p:nvSpPr>
          <p:spPr>
            <a:xfrm>
              <a:off x="404695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2675;p96">
              <a:extLst>
                <a:ext uri="{FF2B5EF4-FFF2-40B4-BE49-F238E27FC236}">
                  <a16:creationId xmlns:a16="http://schemas.microsoft.com/office/drawing/2014/main" id="{A17C0D68-1B49-E050-EA0D-1FBBC7FF28DA}"/>
                </a:ext>
              </a:extLst>
            </p:cNvPr>
            <p:cNvSpPr/>
            <p:nvPr/>
          </p:nvSpPr>
          <p:spPr>
            <a:xfrm>
              <a:off x="404695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2676;p96">
              <a:extLst>
                <a:ext uri="{FF2B5EF4-FFF2-40B4-BE49-F238E27FC236}">
                  <a16:creationId xmlns:a16="http://schemas.microsoft.com/office/drawing/2014/main" id="{4C0C34C3-75A7-8E5E-C540-CA715CB99FF6}"/>
                </a:ext>
              </a:extLst>
            </p:cNvPr>
            <p:cNvSpPr/>
            <p:nvPr/>
          </p:nvSpPr>
          <p:spPr>
            <a:xfrm>
              <a:off x="412317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2677;p96">
              <a:extLst>
                <a:ext uri="{FF2B5EF4-FFF2-40B4-BE49-F238E27FC236}">
                  <a16:creationId xmlns:a16="http://schemas.microsoft.com/office/drawing/2014/main" id="{1F95A63C-4648-8763-335C-CB3C6C2814C1}"/>
                </a:ext>
              </a:extLst>
            </p:cNvPr>
            <p:cNvSpPr/>
            <p:nvPr/>
          </p:nvSpPr>
          <p:spPr>
            <a:xfrm>
              <a:off x="41231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2678;p96">
              <a:extLst>
                <a:ext uri="{FF2B5EF4-FFF2-40B4-BE49-F238E27FC236}">
                  <a16:creationId xmlns:a16="http://schemas.microsoft.com/office/drawing/2014/main" id="{BE371E2B-A05C-5709-AD24-A6FD63CC2CAA}"/>
                </a:ext>
              </a:extLst>
            </p:cNvPr>
            <p:cNvSpPr/>
            <p:nvPr/>
          </p:nvSpPr>
          <p:spPr>
            <a:xfrm>
              <a:off x="4123175" y="1876050"/>
              <a:ext cx="62425" cy="53350"/>
            </a:xfrm>
            <a:custGeom>
              <a:avLst/>
              <a:gdLst/>
              <a:ahLst/>
              <a:cxnLst/>
              <a:rect l="l" t="t" r="r" b="b"/>
              <a:pathLst>
                <a:path w="2497" h="2134" extrusionOk="0">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2679;p96">
              <a:extLst>
                <a:ext uri="{FF2B5EF4-FFF2-40B4-BE49-F238E27FC236}">
                  <a16:creationId xmlns:a16="http://schemas.microsoft.com/office/drawing/2014/main" id="{E48DF82C-C75C-9C52-F2BB-7E6336E9DDFA}"/>
                </a:ext>
              </a:extLst>
            </p:cNvPr>
            <p:cNvSpPr/>
            <p:nvPr/>
          </p:nvSpPr>
          <p:spPr>
            <a:xfrm>
              <a:off x="41231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2680;p96">
              <a:extLst>
                <a:ext uri="{FF2B5EF4-FFF2-40B4-BE49-F238E27FC236}">
                  <a16:creationId xmlns:a16="http://schemas.microsoft.com/office/drawing/2014/main" id="{F4963318-39A4-63B9-3D61-FEAE5AC1072D}"/>
                </a:ext>
              </a:extLst>
            </p:cNvPr>
            <p:cNvSpPr/>
            <p:nvPr/>
          </p:nvSpPr>
          <p:spPr>
            <a:xfrm>
              <a:off x="4123175" y="2028275"/>
              <a:ext cx="62425" cy="53450"/>
            </a:xfrm>
            <a:custGeom>
              <a:avLst/>
              <a:gdLst/>
              <a:ahLst/>
              <a:cxnLst/>
              <a:rect l="l" t="t" r="r" b="b"/>
              <a:pathLst>
                <a:path w="2497" h="2138" extrusionOk="0">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2681;p96">
              <a:extLst>
                <a:ext uri="{FF2B5EF4-FFF2-40B4-BE49-F238E27FC236}">
                  <a16:creationId xmlns:a16="http://schemas.microsoft.com/office/drawing/2014/main" id="{1E584D5F-DD69-AB5B-0E54-197F2BCD4806}"/>
                </a:ext>
              </a:extLst>
            </p:cNvPr>
            <p:cNvSpPr/>
            <p:nvPr/>
          </p:nvSpPr>
          <p:spPr>
            <a:xfrm>
              <a:off x="41231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2682;p96">
              <a:extLst>
                <a:ext uri="{FF2B5EF4-FFF2-40B4-BE49-F238E27FC236}">
                  <a16:creationId xmlns:a16="http://schemas.microsoft.com/office/drawing/2014/main" id="{9428D4EB-BE62-6C17-099A-C22BC9745BC8}"/>
                </a:ext>
              </a:extLst>
            </p:cNvPr>
            <p:cNvSpPr/>
            <p:nvPr/>
          </p:nvSpPr>
          <p:spPr>
            <a:xfrm>
              <a:off x="419940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2683;p96">
              <a:extLst>
                <a:ext uri="{FF2B5EF4-FFF2-40B4-BE49-F238E27FC236}">
                  <a16:creationId xmlns:a16="http://schemas.microsoft.com/office/drawing/2014/main" id="{04122C49-2DF9-DB0D-5FEF-1E2D56DFE923}"/>
                </a:ext>
              </a:extLst>
            </p:cNvPr>
            <p:cNvSpPr/>
            <p:nvPr/>
          </p:nvSpPr>
          <p:spPr>
            <a:xfrm>
              <a:off x="419940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2684;p96">
              <a:extLst>
                <a:ext uri="{FF2B5EF4-FFF2-40B4-BE49-F238E27FC236}">
                  <a16:creationId xmlns:a16="http://schemas.microsoft.com/office/drawing/2014/main" id="{689E5896-4CAE-CD40-486B-95B34291685B}"/>
                </a:ext>
              </a:extLst>
            </p:cNvPr>
            <p:cNvSpPr/>
            <p:nvPr/>
          </p:nvSpPr>
          <p:spPr>
            <a:xfrm>
              <a:off x="4199400"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2685;p96">
              <a:extLst>
                <a:ext uri="{FF2B5EF4-FFF2-40B4-BE49-F238E27FC236}">
                  <a16:creationId xmlns:a16="http://schemas.microsoft.com/office/drawing/2014/main" id="{7829DB77-5A4D-04AF-FEA3-03B3793B2993}"/>
                </a:ext>
              </a:extLst>
            </p:cNvPr>
            <p:cNvSpPr/>
            <p:nvPr/>
          </p:nvSpPr>
          <p:spPr>
            <a:xfrm>
              <a:off x="4199400"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2686;p96">
              <a:extLst>
                <a:ext uri="{FF2B5EF4-FFF2-40B4-BE49-F238E27FC236}">
                  <a16:creationId xmlns:a16="http://schemas.microsoft.com/office/drawing/2014/main" id="{0C130B78-FB5B-FA72-2174-7953F559ACA7}"/>
                </a:ext>
              </a:extLst>
            </p:cNvPr>
            <p:cNvSpPr/>
            <p:nvPr/>
          </p:nvSpPr>
          <p:spPr>
            <a:xfrm>
              <a:off x="41994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2687;p96">
              <a:extLst>
                <a:ext uri="{FF2B5EF4-FFF2-40B4-BE49-F238E27FC236}">
                  <a16:creationId xmlns:a16="http://schemas.microsoft.com/office/drawing/2014/main" id="{000A9960-1F71-66AC-0B49-C59069DEAC2B}"/>
                </a:ext>
              </a:extLst>
            </p:cNvPr>
            <p:cNvSpPr/>
            <p:nvPr/>
          </p:nvSpPr>
          <p:spPr>
            <a:xfrm>
              <a:off x="419940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2688;p96">
              <a:extLst>
                <a:ext uri="{FF2B5EF4-FFF2-40B4-BE49-F238E27FC236}">
                  <a16:creationId xmlns:a16="http://schemas.microsoft.com/office/drawing/2014/main" id="{CA993F15-CC91-7A35-234B-B85B06F88EAD}"/>
                </a:ext>
              </a:extLst>
            </p:cNvPr>
            <p:cNvSpPr/>
            <p:nvPr/>
          </p:nvSpPr>
          <p:spPr>
            <a:xfrm>
              <a:off x="419940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2689;p96">
              <a:extLst>
                <a:ext uri="{FF2B5EF4-FFF2-40B4-BE49-F238E27FC236}">
                  <a16:creationId xmlns:a16="http://schemas.microsoft.com/office/drawing/2014/main" id="{56CC46A1-8CCE-A58D-AF27-6348498CACC7}"/>
                </a:ext>
              </a:extLst>
            </p:cNvPr>
            <p:cNvSpPr/>
            <p:nvPr/>
          </p:nvSpPr>
          <p:spPr>
            <a:xfrm>
              <a:off x="427560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2690;p96">
              <a:extLst>
                <a:ext uri="{FF2B5EF4-FFF2-40B4-BE49-F238E27FC236}">
                  <a16:creationId xmlns:a16="http://schemas.microsoft.com/office/drawing/2014/main" id="{35300590-D503-544F-7FAC-45675B87C21B}"/>
                </a:ext>
              </a:extLst>
            </p:cNvPr>
            <p:cNvSpPr/>
            <p:nvPr/>
          </p:nvSpPr>
          <p:spPr>
            <a:xfrm>
              <a:off x="42756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2691;p96">
              <a:extLst>
                <a:ext uri="{FF2B5EF4-FFF2-40B4-BE49-F238E27FC236}">
                  <a16:creationId xmlns:a16="http://schemas.microsoft.com/office/drawing/2014/main" id="{EB9C1C48-D0C6-81DE-AE7E-FF4009805DF6}"/>
                </a:ext>
              </a:extLst>
            </p:cNvPr>
            <p:cNvSpPr/>
            <p:nvPr/>
          </p:nvSpPr>
          <p:spPr>
            <a:xfrm>
              <a:off x="42756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2692;p96">
              <a:extLst>
                <a:ext uri="{FF2B5EF4-FFF2-40B4-BE49-F238E27FC236}">
                  <a16:creationId xmlns:a16="http://schemas.microsoft.com/office/drawing/2014/main" id="{A1557511-1D9A-92F3-D61F-8F9A8FA0D1C1}"/>
                </a:ext>
              </a:extLst>
            </p:cNvPr>
            <p:cNvSpPr/>
            <p:nvPr/>
          </p:nvSpPr>
          <p:spPr>
            <a:xfrm>
              <a:off x="42756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2693;p96">
              <a:extLst>
                <a:ext uri="{FF2B5EF4-FFF2-40B4-BE49-F238E27FC236}">
                  <a16:creationId xmlns:a16="http://schemas.microsoft.com/office/drawing/2014/main" id="{16FDEBE7-B25C-1791-2237-60F017E9A7C8}"/>
                </a:ext>
              </a:extLst>
            </p:cNvPr>
            <p:cNvSpPr/>
            <p:nvPr/>
          </p:nvSpPr>
          <p:spPr>
            <a:xfrm>
              <a:off x="42756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2694;p96">
              <a:extLst>
                <a:ext uri="{FF2B5EF4-FFF2-40B4-BE49-F238E27FC236}">
                  <a16:creationId xmlns:a16="http://schemas.microsoft.com/office/drawing/2014/main" id="{070098EE-940A-0186-9A62-286EC66259C5}"/>
                </a:ext>
              </a:extLst>
            </p:cNvPr>
            <p:cNvSpPr/>
            <p:nvPr/>
          </p:nvSpPr>
          <p:spPr>
            <a:xfrm>
              <a:off x="42756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2695;p96">
              <a:extLst>
                <a:ext uri="{FF2B5EF4-FFF2-40B4-BE49-F238E27FC236}">
                  <a16:creationId xmlns:a16="http://schemas.microsoft.com/office/drawing/2014/main" id="{BF945884-F170-BA6D-A2FB-4087124F5899}"/>
                </a:ext>
              </a:extLst>
            </p:cNvPr>
            <p:cNvSpPr/>
            <p:nvPr/>
          </p:nvSpPr>
          <p:spPr>
            <a:xfrm>
              <a:off x="42756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2696;p96">
              <a:extLst>
                <a:ext uri="{FF2B5EF4-FFF2-40B4-BE49-F238E27FC236}">
                  <a16:creationId xmlns:a16="http://schemas.microsoft.com/office/drawing/2014/main" id="{5FE89224-3708-8C19-430E-B262F4C54BA5}"/>
                </a:ext>
              </a:extLst>
            </p:cNvPr>
            <p:cNvSpPr/>
            <p:nvPr/>
          </p:nvSpPr>
          <p:spPr>
            <a:xfrm>
              <a:off x="42756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2697;p96">
              <a:extLst>
                <a:ext uri="{FF2B5EF4-FFF2-40B4-BE49-F238E27FC236}">
                  <a16:creationId xmlns:a16="http://schemas.microsoft.com/office/drawing/2014/main" id="{EC7129B6-C99D-4259-5284-751B65CC5D75}"/>
                </a:ext>
              </a:extLst>
            </p:cNvPr>
            <p:cNvSpPr/>
            <p:nvPr/>
          </p:nvSpPr>
          <p:spPr>
            <a:xfrm>
              <a:off x="435160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2698;p96">
              <a:extLst>
                <a:ext uri="{FF2B5EF4-FFF2-40B4-BE49-F238E27FC236}">
                  <a16:creationId xmlns:a16="http://schemas.microsoft.com/office/drawing/2014/main" id="{77A0CDEB-F989-D291-FA39-07270B099F90}"/>
                </a:ext>
              </a:extLst>
            </p:cNvPr>
            <p:cNvSpPr/>
            <p:nvPr/>
          </p:nvSpPr>
          <p:spPr>
            <a:xfrm>
              <a:off x="4427825" y="1647400"/>
              <a:ext cx="62425" cy="53450"/>
            </a:xfrm>
            <a:custGeom>
              <a:avLst/>
              <a:gdLst/>
              <a:ahLst/>
              <a:cxnLst/>
              <a:rect l="l" t="t" r="r" b="b"/>
              <a:pathLst>
                <a:path w="2497" h="2138" extrusionOk="0">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2699;p96">
              <a:extLst>
                <a:ext uri="{FF2B5EF4-FFF2-40B4-BE49-F238E27FC236}">
                  <a16:creationId xmlns:a16="http://schemas.microsoft.com/office/drawing/2014/main" id="{52515A4B-977D-CF78-DE31-2A434D7BE8AD}"/>
                </a:ext>
              </a:extLst>
            </p:cNvPr>
            <p:cNvSpPr/>
            <p:nvPr/>
          </p:nvSpPr>
          <p:spPr>
            <a:xfrm>
              <a:off x="4427825" y="1723625"/>
              <a:ext cx="62425" cy="53350"/>
            </a:xfrm>
            <a:custGeom>
              <a:avLst/>
              <a:gdLst/>
              <a:ahLst/>
              <a:cxnLst/>
              <a:rect l="l" t="t" r="r" b="b"/>
              <a:pathLst>
                <a:path w="2497" h="2134" extrusionOk="0">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2700;p96">
              <a:extLst>
                <a:ext uri="{FF2B5EF4-FFF2-40B4-BE49-F238E27FC236}">
                  <a16:creationId xmlns:a16="http://schemas.microsoft.com/office/drawing/2014/main" id="{4F83AEF5-1065-8039-6F7F-920CB6059DD0}"/>
                </a:ext>
              </a:extLst>
            </p:cNvPr>
            <p:cNvSpPr/>
            <p:nvPr/>
          </p:nvSpPr>
          <p:spPr>
            <a:xfrm>
              <a:off x="4427825" y="179985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2701;p96">
              <a:extLst>
                <a:ext uri="{FF2B5EF4-FFF2-40B4-BE49-F238E27FC236}">
                  <a16:creationId xmlns:a16="http://schemas.microsoft.com/office/drawing/2014/main" id="{6D97460A-901C-9012-131C-2C58D1854D71}"/>
                </a:ext>
              </a:extLst>
            </p:cNvPr>
            <p:cNvSpPr/>
            <p:nvPr/>
          </p:nvSpPr>
          <p:spPr>
            <a:xfrm>
              <a:off x="4427825" y="1876050"/>
              <a:ext cx="62425" cy="53275"/>
            </a:xfrm>
            <a:custGeom>
              <a:avLst/>
              <a:gdLst/>
              <a:ahLst/>
              <a:cxnLst/>
              <a:rect l="l" t="t" r="r" b="b"/>
              <a:pathLst>
                <a:path w="2497" h="2131" extrusionOk="0">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2702;p96">
              <a:extLst>
                <a:ext uri="{FF2B5EF4-FFF2-40B4-BE49-F238E27FC236}">
                  <a16:creationId xmlns:a16="http://schemas.microsoft.com/office/drawing/2014/main" id="{378BC08B-3F9F-6205-9DE8-68057622EE98}"/>
                </a:ext>
              </a:extLst>
            </p:cNvPr>
            <p:cNvSpPr/>
            <p:nvPr/>
          </p:nvSpPr>
          <p:spPr>
            <a:xfrm>
              <a:off x="4427825" y="1952050"/>
              <a:ext cx="62425" cy="53450"/>
            </a:xfrm>
            <a:custGeom>
              <a:avLst/>
              <a:gdLst/>
              <a:ahLst/>
              <a:cxnLst/>
              <a:rect l="l" t="t" r="r" b="b"/>
              <a:pathLst>
                <a:path w="2497" h="2138" extrusionOk="0">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2703;p96">
              <a:extLst>
                <a:ext uri="{FF2B5EF4-FFF2-40B4-BE49-F238E27FC236}">
                  <a16:creationId xmlns:a16="http://schemas.microsoft.com/office/drawing/2014/main" id="{6B4F2D07-3244-FBFA-EE29-FD002F5A2323}"/>
                </a:ext>
              </a:extLst>
            </p:cNvPr>
            <p:cNvSpPr/>
            <p:nvPr/>
          </p:nvSpPr>
          <p:spPr>
            <a:xfrm>
              <a:off x="4427825" y="2028275"/>
              <a:ext cx="62425" cy="53450"/>
            </a:xfrm>
            <a:custGeom>
              <a:avLst/>
              <a:gdLst/>
              <a:ahLst/>
              <a:cxnLst/>
              <a:rect l="l" t="t" r="r" b="b"/>
              <a:pathLst>
                <a:path w="2497" h="2138" extrusionOk="0">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2704;p96">
              <a:extLst>
                <a:ext uri="{FF2B5EF4-FFF2-40B4-BE49-F238E27FC236}">
                  <a16:creationId xmlns:a16="http://schemas.microsoft.com/office/drawing/2014/main" id="{0EE06895-7058-1451-2AAA-6669A5D60F2A}"/>
                </a:ext>
              </a:extLst>
            </p:cNvPr>
            <p:cNvSpPr/>
            <p:nvPr/>
          </p:nvSpPr>
          <p:spPr>
            <a:xfrm>
              <a:off x="4427825" y="210450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2705;p96">
              <a:extLst>
                <a:ext uri="{FF2B5EF4-FFF2-40B4-BE49-F238E27FC236}">
                  <a16:creationId xmlns:a16="http://schemas.microsoft.com/office/drawing/2014/main" id="{5A0030A0-FE6D-9DF4-84B8-3246F1F3E149}"/>
                </a:ext>
              </a:extLst>
            </p:cNvPr>
            <p:cNvSpPr/>
            <p:nvPr/>
          </p:nvSpPr>
          <p:spPr>
            <a:xfrm>
              <a:off x="4427825" y="2180700"/>
              <a:ext cx="62425" cy="53350"/>
            </a:xfrm>
            <a:custGeom>
              <a:avLst/>
              <a:gdLst/>
              <a:ahLst/>
              <a:cxnLst/>
              <a:rect l="l" t="t" r="r" b="b"/>
              <a:pathLst>
                <a:path w="2497" h="2134" extrusionOk="0">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2706;p96">
              <a:extLst>
                <a:ext uri="{FF2B5EF4-FFF2-40B4-BE49-F238E27FC236}">
                  <a16:creationId xmlns:a16="http://schemas.microsoft.com/office/drawing/2014/main" id="{C73B0688-534B-48AE-522C-3CDDF253B142}"/>
                </a:ext>
              </a:extLst>
            </p:cNvPr>
            <p:cNvSpPr/>
            <p:nvPr/>
          </p:nvSpPr>
          <p:spPr>
            <a:xfrm>
              <a:off x="4427825" y="1571400"/>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2707;p96">
              <a:extLst>
                <a:ext uri="{FF2B5EF4-FFF2-40B4-BE49-F238E27FC236}">
                  <a16:creationId xmlns:a16="http://schemas.microsoft.com/office/drawing/2014/main" id="{33999881-7E0E-CE31-2743-3CFF6FF7DAF7}"/>
                </a:ext>
              </a:extLst>
            </p:cNvPr>
            <p:cNvSpPr/>
            <p:nvPr/>
          </p:nvSpPr>
          <p:spPr>
            <a:xfrm>
              <a:off x="435160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2708;p96">
              <a:extLst>
                <a:ext uri="{FF2B5EF4-FFF2-40B4-BE49-F238E27FC236}">
                  <a16:creationId xmlns:a16="http://schemas.microsoft.com/office/drawing/2014/main" id="{939A041D-0DA4-FC7D-D477-98722E988F78}"/>
                </a:ext>
              </a:extLst>
            </p:cNvPr>
            <p:cNvSpPr/>
            <p:nvPr/>
          </p:nvSpPr>
          <p:spPr>
            <a:xfrm>
              <a:off x="42756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2709;p96">
              <a:extLst>
                <a:ext uri="{FF2B5EF4-FFF2-40B4-BE49-F238E27FC236}">
                  <a16:creationId xmlns:a16="http://schemas.microsoft.com/office/drawing/2014/main" id="{2AF68797-6C95-D439-1A59-830B42B71DA3}"/>
                </a:ext>
              </a:extLst>
            </p:cNvPr>
            <p:cNvSpPr/>
            <p:nvPr/>
          </p:nvSpPr>
          <p:spPr>
            <a:xfrm>
              <a:off x="42756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2710;p96">
              <a:extLst>
                <a:ext uri="{FF2B5EF4-FFF2-40B4-BE49-F238E27FC236}">
                  <a16:creationId xmlns:a16="http://schemas.microsoft.com/office/drawing/2014/main" id="{02DF7A9A-44E2-06F3-6600-979900DBB087}"/>
                </a:ext>
              </a:extLst>
            </p:cNvPr>
            <p:cNvSpPr/>
            <p:nvPr/>
          </p:nvSpPr>
          <p:spPr>
            <a:xfrm>
              <a:off x="41994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2711;p96">
              <a:extLst>
                <a:ext uri="{FF2B5EF4-FFF2-40B4-BE49-F238E27FC236}">
                  <a16:creationId xmlns:a16="http://schemas.microsoft.com/office/drawing/2014/main" id="{CDF1FF44-8BDE-EF4D-8003-7D3336E679C6}"/>
                </a:ext>
              </a:extLst>
            </p:cNvPr>
            <p:cNvSpPr/>
            <p:nvPr/>
          </p:nvSpPr>
          <p:spPr>
            <a:xfrm>
              <a:off x="41994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2712;p96">
              <a:extLst>
                <a:ext uri="{FF2B5EF4-FFF2-40B4-BE49-F238E27FC236}">
                  <a16:creationId xmlns:a16="http://schemas.microsoft.com/office/drawing/2014/main" id="{E1EDBCBF-E862-5266-E206-B5F075D83866}"/>
                </a:ext>
              </a:extLst>
            </p:cNvPr>
            <p:cNvSpPr/>
            <p:nvPr/>
          </p:nvSpPr>
          <p:spPr>
            <a:xfrm>
              <a:off x="41994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2713;p96">
              <a:extLst>
                <a:ext uri="{FF2B5EF4-FFF2-40B4-BE49-F238E27FC236}">
                  <a16:creationId xmlns:a16="http://schemas.microsoft.com/office/drawing/2014/main" id="{BF303CCD-762B-6153-06CC-CB2398B472D9}"/>
                </a:ext>
              </a:extLst>
            </p:cNvPr>
            <p:cNvSpPr/>
            <p:nvPr/>
          </p:nvSpPr>
          <p:spPr>
            <a:xfrm>
              <a:off x="41994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2714;p96">
              <a:extLst>
                <a:ext uri="{FF2B5EF4-FFF2-40B4-BE49-F238E27FC236}">
                  <a16:creationId xmlns:a16="http://schemas.microsoft.com/office/drawing/2014/main" id="{28A24AA9-C7D6-D700-3E68-DC50FB088235}"/>
                </a:ext>
              </a:extLst>
            </p:cNvPr>
            <p:cNvSpPr/>
            <p:nvPr/>
          </p:nvSpPr>
          <p:spPr>
            <a:xfrm>
              <a:off x="41231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2715;p96">
              <a:extLst>
                <a:ext uri="{FF2B5EF4-FFF2-40B4-BE49-F238E27FC236}">
                  <a16:creationId xmlns:a16="http://schemas.microsoft.com/office/drawing/2014/main" id="{4D22DD78-CC12-3C14-4C28-166CD6C5D180}"/>
                </a:ext>
              </a:extLst>
            </p:cNvPr>
            <p:cNvSpPr/>
            <p:nvPr/>
          </p:nvSpPr>
          <p:spPr>
            <a:xfrm>
              <a:off x="4123175" y="164740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2716;p96">
              <a:extLst>
                <a:ext uri="{FF2B5EF4-FFF2-40B4-BE49-F238E27FC236}">
                  <a16:creationId xmlns:a16="http://schemas.microsoft.com/office/drawing/2014/main" id="{1A794B98-AC54-5C35-A5A8-581116BBAB66}"/>
                </a:ext>
              </a:extLst>
            </p:cNvPr>
            <p:cNvSpPr/>
            <p:nvPr/>
          </p:nvSpPr>
          <p:spPr>
            <a:xfrm>
              <a:off x="4123175"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2717;p96">
              <a:extLst>
                <a:ext uri="{FF2B5EF4-FFF2-40B4-BE49-F238E27FC236}">
                  <a16:creationId xmlns:a16="http://schemas.microsoft.com/office/drawing/2014/main" id="{EFAD0886-5C41-C470-5F0D-09047BE960CB}"/>
                </a:ext>
              </a:extLst>
            </p:cNvPr>
            <p:cNvSpPr/>
            <p:nvPr/>
          </p:nvSpPr>
          <p:spPr>
            <a:xfrm>
              <a:off x="4123175"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2718;p96">
              <a:extLst>
                <a:ext uri="{FF2B5EF4-FFF2-40B4-BE49-F238E27FC236}">
                  <a16:creationId xmlns:a16="http://schemas.microsoft.com/office/drawing/2014/main" id="{3A927571-14A6-758A-3A75-828426F4A692}"/>
                </a:ext>
              </a:extLst>
            </p:cNvPr>
            <p:cNvSpPr/>
            <p:nvPr/>
          </p:nvSpPr>
          <p:spPr>
            <a:xfrm>
              <a:off x="4123175"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2719;p96">
              <a:extLst>
                <a:ext uri="{FF2B5EF4-FFF2-40B4-BE49-F238E27FC236}">
                  <a16:creationId xmlns:a16="http://schemas.microsoft.com/office/drawing/2014/main" id="{EF7AAF48-498E-C7DB-86D4-218B725FCAC8}"/>
                </a:ext>
              </a:extLst>
            </p:cNvPr>
            <p:cNvSpPr/>
            <p:nvPr/>
          </p:nvSpPr>
          <p:spPr>
            <a:xfrm>
              <a:off x="4123175" y="134275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2720;p96">
              <a:extLst>
                <a:ext uri="{FF2B5EF4-FFF2-40B4-BE49-F238E27FC236}">
                  <a16:creationId xmlns:a16="http://schemas.microsoft.com/office/drawing/2014/main" id="{A456E68E-C4DC-C278-74A2-6ACBEBA88B49}"/>
                </a:ext>
              </a:extLst>
            </p:cNvPr>
            <p:cNvSpPr/>
            <p:nvPr/>
          </p:nvSpPr>
          <p:spPr>
            <a:xfrm>
              <a:off x="404695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2721;p96">
              <a:extLst>
                <a:ext uri="{FF2B5EF4-FFF2-40B4-BE49-F238E27FC236}">
                  <a16:creationId xmlns:a16="http://schemas.microsoft.com/office/drawing/2014/main" id="{2CB85F85-1EEA-B67E-396A-DF93CA305A63}"/>
                </a:ext>
              </a:extLst>
            </p:cNvPr>
            <p:cNvSpPr/>
            <p:nvPr/>
          </p:nvSpPr>
          <p:spPr>
            <a:xfrm>
              <a:off x="404695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2722;p96">
              <a:extLst>
                <a:ext uri="{FF2B5EF4-FFF2-40B4-BE49-F238E27FC236}">
                  <a16:creationId xmlns:a16="http://schemas.microsoft.com/office/drawing/2014/main" id="{02836156-7BFD-2E03-612F-EC70E800186B}"/>
                </a:ext>
              </a:extLst>
            </p:cNvPr>
            <p:cNvSpPr/>
            <p:nvPr/>
          </p:nvSpPr>
          <p:spPr>
            <a:xfrm>
              <a:off x="404695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2723;p96">
              <a:extLst>
                <a:ext uri="{FF2B5EF4-FFF2-40B4-BE49-F238E27FC236}">
                  <a16:creationId xmlns:a16="http://schemas.microsoft.com/office/drawing/2014/main" id="{E1322B35-B3DC-15AB-C3F7-5A8F11D92C66}"/>
                </a:ext>
              </a:extLst>
            </p:cNvPr>
            <p:cNvSpPr/>
            <p:nvPr/>
          </p:nvSpPr>
          <p:spPr>
            <a:xfrm>
              <a:off x="4046950" y="1647400"/>
              <a:ext cx="62425" cy="53450"/>
            </a:xfrm>
            <a:custGeom>
              <a:avLst/>
              <a:gdLst/>
              <a:ahLst/>
              <a:cxnLst/>
              <a:rect l="l" t="t" r="r" b="b"/>
              <a:pathLst>
                <a:path w="2497" h="2138" extrusionOk="0">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2724;p96">
              <a:extLst>
                <a:ext uri="{FF2B5EF4-FFF2-40B4-BE49-F238E27FC236}">
                  <a16:creationId xmlns:a16="http://schemas.microsoft.com/office/drawing/2014/main" id="{F6EADE69-1F9A-02E1-6C37-83ABEF3DF1AE}"/>
                </a:ext>
              </a:extLst>
            </p:cNvPr>
            <p:cNvSpPr/>
            <p:nvPr/>
          </p:nvSpPr>
          <p:spPr>
            <a:xfrm>
              <a:off x="404695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2725;p96">
              <a:extLst>
                <a:ext uri="{FF2B5EF4-FFF2-40B4-BE49-F238E27FC236}">
                  <a16:creationId xmlns:a16="http://schemas.microsoft.com/office/drawing/2014/main" id="{BDBC6020-5E23-E567-3AB6-8F903FFE32CC}"/>
                </a:ext>
              </a:extLst>
            </p:cNvPr>
            <p:cNvSpPr/>
            <p:nvPr/>
          </p:nvSpPr>
          <p:spPr>
            <a:xfrm>
              <a:off x="4046950"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2726;p96">
              <a:extLst>
                <a:ext uri="{FF2B5EF4-FFF2-40B4-BE49-F238E27FC236}">
                  <a16:creationId xmlns:a16="http://schemas.microsoft.com/office/drawing/2014/main" id="{D66900BF-45E7-BE18-DFD4-1D4517AA8047}"/>
                </a:ext>
              </a:extLst>
            </p:cNvPr>
            <p:cNvSpPr/>
            <p:nvPr/>
          </p:nvSpPr>
          <p:spPr>
            <a:xfrm>
              <a:off x="4046950" y="141897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2727;p96">
              <a:extLst>
                <a:ext uri="{FF2B5EF4-FFF2-40B4-BE49-F238E27FC236}">
                  <a16:creationId xmlns:a16="http://schemas.microsoft.com/office/drawing/2014/main" id="{0FABB602-9E23-71D8-5D16-D8441CD7CA05}"/>
                </a:ext>
              </a:extLst>
            </p:cNvPr>
            <p:cNvSpPr/>
            <p:nvPr/>
          </p:nvSpPr>
          <p:spPr>
            <a:xfrm>
              <a:off x="4046950" y="134275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2728;p96">
              <a:extLst>
                <a:ext uri="{FF2B5EF4-FFF2-40B4-BE49-F238E27FC236}">
                  <a16:creationId xmlns:a16="http://schemas.microsoft.com/office/drawing/2014/main" id="{ADCFE921-8886-F690-84E1-419EADE8E082}"/>
                </a:ext>
              </a:extLst>
            </p:cNvPr>
            <p:cNvSpPr/>
            <p:nvPr/>
          </p:nvSpPr>
          <p:spPr>
            <a:xfrm>
              <a:off x="3970950" y="2256925"/>
              <a:ext cx="62350" cy="53425"/>
            </a:xfrm>
            <a:custGeom>
              <a:avLst/>
              <a:gdLst/>
              <a:ahLst/>
              <a:cxnLst/>
              <a:rect l="l" t="t" r="r" b="b"/>
              <a:pathLst>
                <a:path w="2494" h="2137" extrusionOk="0">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2729;p96">
              <a:extLst>
                <a:ext uri="{FF2B5EF4-FFF2-40B4-BE49-F238E27FC236}">
                  <a16:creationId xmlns:a16="http://schemas.microsoft.com/office/drawing/2014/main" id="{AB082B24-9BF4-02FE-0179-1A314F304A73}"/>
                </a:ext>
              </a:extLst>
            </p:cNvPr>
            <p:cNvSpPr/>
            <p:nvPr/>
          </p:nvSpPr>
          <p:spPr>
            <a:xfrm>
              <a:off x="3970950" y="2180700"/>
              <a:ext cx="62225" cy="53350"/>
            </a:xfrm>
            <a:custGeom>
              <a:avLst/>
              <a:gdLst/>
              <a:ahLst/>
              <a:cxnLst/>
              <a:rect l="l" t="t" r="r" b="b"/>
              <a:pathLst>
                <a:path w="2489" h="2134" extrusionOk="0">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2730;p96">
              <a:extLst>
                <a:ext uri="{FF2B5EF4-FFF2-40B4-BE49-F238E27FC236}">
                  <a16:creationId xmlns:a16="http://schemas.microsoft.com/office/drawing/2014/main" id="{9EC0D40F-837A-7B6B-5267-A0EE66842E63}"/>
                </a:ext>
              </a:extLst>
            </p:cNvPr>
            <p:cNvSpPr/>
            <p:nvPr/>
          </p:nvSpPr>
          <p:spPr>
            <a:xfrm>
              <a:off x="3970950" y="179985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2731;p96">
              <a:extLst>
                <a:ext uri="{FF2B5EF4-FFF2-40B4-BE49-F238E27FC236}">
                  <a16:creationId xmlns:a16="http://schemas.microsoft.com/office/drawing/2014/main" id="{DDFD9E46-CA3F-B5D9-5B0F-17469450578F}"/>
                </a:ext>
              </a:extLst>
            </p:cNvPr>
            <p:cNvSpPr/>
            <p:nvPr/>
          </p:nvSpPr>
          <p:spPr>
            <a:xfrm>
              <a:off x="3970950" y="164740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2732;p96">
              <a:extLst>
                <a:ext uri="{FF2B5EF4-FFF2-40B4-BE49-F238E27FC236}">
                  <a16:creationId xmlns:a16="http://schemas.microsoft.com/office/drawing/2014/main" id="{1879911D-3260-C74E-2D30-1DF523064EE3}"/>
                </a:ext>
              </a:extLst>
            </p:cNvPr>
            <p:cNvSpPr/>
            <p:nvPr/>
          </p:nvSpPr>
          <p:spPr>
            <a:xfrm>
              <a:off x="3970950" y="1571400"/>
              <a:ext cx="62225" cy="53250"/>
            </a:xfrm>
            <a:custGeom>
              <a:avLst/>
              <a:gdLst/>
              <a:ahLst/>
              <a:cxnLst/>
              <a:rect l="l" t="t" r="r" b="b"/>
              <a:pathLst>
                <a:path w="2489" h="2130" extrusionOk="0">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2733;p96">
              <a:extLst>
                <a:ext uri="{FF2B5EF4-FFF2-40B4-BE49-F238E27FC236}">
                  <a16:creationId xmlns:a16="http://schemas.microsoft.com/office/drawing/2014/main" id="{3BA919D5-8492-235E-0987-9E025AC00FE8}"/>
                </a:ext>
              </a:extLst>
            </p:cNvPr>
            <p:cNvSpPr/>
            <p:nvPr/>
          </p:nvSpPr>
          <p:spPr>
            <a:xfrm>
              <a:off x="3970950" y="14952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2734;p96">
              <a:extLst>
                <a:ext uri="{FF2B5EF4-FFF2-40B4-BE49-F238E27FC236}">
                  <a16:creationId xmlns:a16="http://schemas.microsoft.com/office/drawing/2014/main" id="{45EE8488-6815-8F56-0509-763C0E023D91}"/>
                </a:ext>
              </a:extLst>
            </p:cNvPr>
            <p:cNvSpPr/>
            <p:nvPr/>
          </p:nvSpPr>
          <p:spPr>
            <a:xfrm>
              <a:off x="3970950" y="141897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2735;p96">
              <a:extLst>
                <a:ext uri="{FF2B5EF4-FFF2-40B4-BE49-F238E27FC236}">
                  <a16:creationId xmlns:a16="http://schemas.microsoft.com/office/drawing/2014/main" id="{EE17E416-B8DB-09A7-9864-92BC03E10B0A}"/>
                </a:ext>
              </a:extLst>
            </p:cNvPr>
            <p:cNvSpPr/>
            <p:nvPr/>
          </p:nvSpPr>
          <p:spPr>
            <a:xfrm>
              <a:off x="3970950" y="134275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2736;p96">
              <a:extLst>
                <a:ext uri="{FF2B5EF4-FFF2-40B4-BE49-F238E27FC236}">
                  <a16:creationId xmlns:a16="http://schemas.microsoft.com/office/drawing/2014/main" id="{9224A188-551D-6E46-5635-B63C7A24737C}"/>
                </a:ext>
              </a:extLst>
            </p:cNvPr>
            <p:cNvSpPr/>
            <p:nvPr/>
          </p:nvSpPr>
          <p:spPr>
            <a:xfrm>
              <a:off x="3970950" y="111432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2737;p96">
              <a:extLst>
                <a:ext uri="{FF2B5EF4-FFF2-40B4-BE49-F238E27FC236}">
                  <a16:creationId xmlns:a16="http://schemas.microsoft.com/office/drawing/2014/main" id="{4688473B-97F8-50B5-BE1F-29189DF69166}"/>
                </a:ext>
              </a:extLst>
            </p:cNvPr>
            <p:cNvSpPr/>
            <p:nvPr/>
          </p:nvSpPr>
          <p:spPr>
            <a:xfrm>
              <a:off x="3894725"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2738;p96">
              <a:extLst>
                <a:ext uri="{FF2B5EF4-FFF2-40B4-BE49-F238E27FC236}">
                  <a16:creationId xmlns:a16="http://schemas.microsoft.com/office/drawing/2014/main" id="{0E285461-04AE-F61B-B779-F6D5CE79F081}"/>
                </a:ext>
              </a:extLst>
            </p:cNvPr>
            <p:cNvSpPr/>
            <p:nvPr/>
          </p:nvSpPr>
          <p:spPr>
            <a:xfrm>
              <a:off x="3894725"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2739;p96">
              <a:extLst>
                <a:ext uri="{FF2B5EF4-FFF2-40B4-BE49-F238E27FC236}">
                  <a16:creationId xmlns:a16="http://schemas.microsoft.com/office/drawing/2014/main" id="{C4903A6C-6093-0FCB-6CF6-09C71822F43B}"/>
                </a:ext>
              </a:extLst>
            </p:cNvPr>
            <p:cNvSpPr/>
            <p:nvPr/>
          </p:nvSpPr>
          <p:spPr>
            <a:xfrm>
              <a:off x="3894725"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2740;p96">
              <a:extLst>
                <a:ext uri="{FF2B5EF4-FFF2-40B4-BE49-F238E27FC236}">
                  <a16:creationId xmlns:a16="http://schemas.microsoft.com/office/drawing/2014/main" id="{B004897E-69CA-DE65-EE11-724404416762}"/>
                </a:ext>
              </a:extLst>
            </p:cNvPr>
            <p:cNvSpPr/>
            <p:nvPr/>
          </p:nvSpPr>
          <p:spPr>
            <a:xfrm>
              <a:off x="3894725" y="17236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2741;p96">
              <a:extLst>
                <a:ext uri="{FF2B5EF4-FFF2-40B4-BE49-F238E27FC236}">
                  <a16:creationId xmlns:a16="http://schemas.microsoft.com/office/drawing/2014/main" id="{8AB19E9F-A82C-4635-4BB3-851B2B85EF41}"/>
                </a:ext>
              </a:extLst>
            </p:cNvPr>
            <p:cNvSpPr/>
            <p:nvPr/>
          </p:nvSpPr>
          <p:spPr>
            <a:xfrm>
              <a:off x="3894725"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2742;p96">
              <a:extLst>
                <a:ext uri="{FF2B5EF4-FFF2-40B4-BE49-F238E27FC236}">
                  <a16:creationId xmlns:a16="http://schemas.microsoft.com/office/drawing/2014/main" id="{338FC90B-BD17-A4F5-FE43-EB643F362824}"/>
                </a:ext>
              </a:extLst>
            </p:cNvPr>
            <p:cNvSpPr/>
            <p:nvPr/>
          </p:nvSpPr>
          <p:spPr>
            <a:xfrm>
              <a:off x="3894725" y="1571400"/>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2743;p96">
              <a:extLst>
                <a:ext uri="{FF2B5EF4-FFF2-40B4-BE49-F238E27FC236}">
                  <a16:creationId xmlns:a16="http://schemas.microsoft.com/office/drawing/2014/main" id="{5077C412-B5F7-CD1C-4AEE-4FC134595CC9}"/>
                </a:ext>
              </a:extLst>
            </p:cNvPr>
            <p:cNvSpPr/>
            <p:nvPr/>
          </p:nvSpPr>
          <p:spPr>
            <a:xfrm>
              <a:off x="3894725"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2744;p96">
              <a:extLst>
                <a:ext uri="{FF2B5EF4-FFF2-40B4-BE49-F238E27FC236}">
                  <a16:creationId xmlns:a16="http://schemas.microsoft.com/office/drawing/2014/main" id="{CA9E9195-C6AA-0476-5D24-2EF81B819A0C}"/>
                </a:ext>
              </a:extLst>
            </p:cNvPr>
            <p:cNvSpPr/>
            <p:nvPr/>
          </p:nvSpPr>
          <p:spPr>
            <a:xfrm>
              <a:off x="3894725"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2745;p96">
              <a:extLst>
                <a:ext uri="{FF2B5EF4-FFF2-40B4-BE49-F238E27FC236}">
                  <a16:creationId xmlns:a16="http://schemas.microsoft.com/office/drawing/2014/main" id="{CA49AC57-AEA3-A0C3-1DCC-B0791EB04715}"/>
                </a:ext>
              </a:extLst>
            </p:cNvPr>
            <p:cNvSpPr/>
            <p:nvPr/>
          </p:nvSpPr>
          <p:spPr>
            <a:xfrm>
              <a:off x="3894725" y="1342750"/>
              <a:ext cx="62225" cy="53450"/>
            </a:xfrm>
            <a:custGeom>
              <a:avLst/>
              <a:gdLst/>
              <a:ahLst/>
              <a:cxnLst/>
              <a:rect l="l" t="t" r="r" b="b"/>
              <a:pathLst>
                <a:path w="2489" h="2138" extrusionOk="0">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2746;p96">
              <a:extLst>
                <a:ext uri="{FF2B5EF4-FFF2-40B4-BE49-F238E27FC236}">
                  <a16:creationId xmlns:a16="http://schemas.microsoft.com/office/drawing/2014/main" id="{B072945A-0F0A-6820-3FE0-A53D96067BAE}"/>
                </a:ext>
              </a:extLst>
            </p:cNvPr>
            <p:cNvSpPr/>
            <p:nvPr/>
          </p:nvSpPr>
          <p:spPr>
            <a:xfrm>
              <a:off x="3894725"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2747;p96">
              <a:extLst>
                <a:ext uri="{FF2B5EF4-FFF2-40B4-BE49-F238E27FC236}">
                  <a16:creationId xmlns:a16="http://schemas.microsoft.com/office/drawing/2014/main" id="{576851C0-4CE3-AE18-B970-9C307AE2B5A5}"/>
                </a:ext>
              </a:extLst>
            </p:cNvPr>
            <p:cNvSpPr/>
            <p:nvPr/>
          </p:nvSpPr>
          <p:spPr>
            <a:xfrm>
              <a:off x="381852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2748;p96">
              <a:extLst>
                <a:ext uri="{FF2B5EF4-FFF2-40B4-BE49-F238E27FC236}">
                  <a16:creationId xmlns:a16="http://schemas.microsoft.com/office/drawing/2014/main" id="{FF5E5745-E335-904A-2FE6-88B99DE008E6}"/>
                </a:ext>
              </a:extLst>
            </p:cNvPr>
            <p:cNvSpPr/>
            <p:nvPr/>
          </p:nvSpPr>
          <p:spPr>
            <a:xfrm>
              <a:off x="381852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2749;p96">
              <a:extLst>
                <a:ext uri="{FF2B5EF4-FFF2-40B4-BE49-F238E27FC236}">
                  <a16:creationId xmlns:a16="http://schemas.microsoft.com/office/drawing/2014/main" id="{DED776DD-4591-C169-75CF-44DA9E54B897}"/>
                </a:ext>
              </a:extLst>
            </p:cNvPr>
            <p:cNvSpPr/>
            <p:nvPr/>
          </p:nvSpPr>
          <p:spPr>
            <a:xfrm>
              <a:off x="38185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2750;p96">
              <a:extLst>
                <a:ext uri="{FF2B5EF4-FFF2-40B4-BE49-F238E27FC236}">
                  <a16:creationId xmlns:a16="http://schemas.microsoft.com/office/drawing/2014/main" id="{9A1BEC99-F0FE-7188-D0B1-C550771924A9}"/>
                </a:ext>
              </a:extLst>
            </p:cNvPr>
            <p:cNvSpPr/>
            <p:nvPr/>
          </p:nvSpPr>
          <p:spPr>
            <a:xfrm>
              <a:off x="38185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2751;p96">
              <a:extLst>
                <a:ext uri="{FF2B5EF4-FFF2-40B4-BE49-F238E27FC236}">
                  <a16:creationId xmlns:a16="http://schemas.microsoft.com/office/drawing/2014/main" id="{D9806030-4213-5AA3-91D9-363E241512F8}"/>
                </a:ext>
              </a:extLst>
            </p:cNvPr>
            <p:cNvSpPr/>
            <p:nvPr/>
          </p:nvSpPr>
          <p:spPr>
            <a:xfrm>
              <a:off x="38185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2752;p96">
              <a:extLst>
                <a:ext uri="{FF2B5EF4-FFF2-40B4-BE49-F238E27FC236}">
                  <a16:creationId xmlns:a16="http://schemas.microsoft.com/office/drawing/2014/main" id="{BD5C58F8-0621-F663-463C-D051EF75F873}"/>
                </a:ext>
              </a:extLst>
            </p:cNvPr>
            <p:cNvSpPr/>
            <p:nvPr/>
          </p:nvSpPr>
          <p:spPr>
            <a:xfrm>
              <a:off x="38185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2753;p96">
              <a:extLst>
                <a:ext uri="{FF2B5EF4-FFF2-40B4-BE49-F238E27FC236}">
                  <a16:creationId xmlns:a16="http://schemas.microsoft.com/office/drawing/2014/main" id="{D3FB5F17-C55B-9A28-C872-39965EBECEA8}"/>
                </a:ext>
              </a:extLst>
            </p:cNvPr>
            <p:cNvSpPr/>
            <p:nvPr/>
          </p:nvSpPr>
          <p:spPr>
            <a:xfrm>
              <a:off x="38185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2754;p96">
              <a:extLst>
                <a:ext uri="{FF2B5EF4-FFF2-40B4-BE49-F238E27FC236}">
                  <a16:creationId xmlns:a16="http://schemas.microsoft.com/office/drawing/2014/main" id="{1DCE8AD3-37B8-8D95-9B33-DD9975AF1A52}"/>
                </a:ext>
              </a:extLst>
            </p:cNvPr>
            <p:cNvSpPr/>
            <p:nvPr/>
          </p:nvSpPr>
          <p:spPr>
            <a:xfrm>
              <a:off x="38185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2755;p96">
              <a:extLst>
                <a:ext uri="{FF2B5EF4-FFF2-40B4-BE49-F238E27FC236}">
                  <a16:creationId xmlns:a16="http://schemas.microsoft.com/office/drawing/2014/main" id="{84D2E234-4B76-65EB-37EE-69AE76C12DF9}"/>
                </a:ext>
              </a:extLst>
            </p:cNvPr>
            <p:cNvSpPr/>
            <p:nvPr/>
          </p:nvSpPr>
          <p:spPr>
            <a:xfrm>
              <a:off x="38185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2756;p96">
              <a:extLst>
                <a:ext uri="{FF2B5EF4-FFF2-40B4-BE49-F238E27FC236}">
                  <a16:creationId xmlns:a16="http://schemas.microsoft.com/office/drawing/2014/main" id="{E9C783D7-9B2F-66A3-280B-3F6661C8302B}"/>
                </a:ext>
              </a:extLst>
            </p:cNvPr>
            <p:cNvSpPr/>
            <p:nvPr/>
          </p:nvSpPr>
          <p:spPr>
            <a:xfrm>
              <a:off x="3818525"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2757;p96">
              <a:extLst>
                <a:ext uri="{FF2B5EF4-FFF2-40B4-BE49-F238E27FC236}">
                  <a16:creationId xmlns:a16="http://schemas.microsoft.com/office/drawing/2014/main" id="{395AC041-DC13-57B8-B1D1-51DE1B10A546}"/>
                </a:ext>
              </a:extLst>
            </p:cNvPr>
            <p:cNvSpPr/>
            <p:nvPr/>
          </p:nvSpPr>
          <p:spPr>
            <a:xfrm>
              <a:off x="3818525"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2758;p96">
              <a:extLst>
                <a:ext uri="{FF2B5EF4-FFF2-40B4-BE49-F238E27FC236}">
                  <a16:creationId xmlns:a16="http://schemas.microsoft.com/office/drawing/2014/main" id="{479E66CF-4454-A472-7F31-01C9C8526238}"/>
                </a:ext>
              </a:extLst>
            </p:cNvPr>
            <p:cNvSpPr/>
            <p:nvPr/>
          </p:nvSpPr>
          <p:spPr>
            <a:xfrm>
              <a:off x="3742300" y="2180700"/>
              <a:ext cx="62225" cy="53350"/>
            </a:xfrm>
            <a:custGeom>
              <a:avLst/>
              <a:gdLst/>
              <a:ahLst/>
              <a:cxnLst/>
              <a:rect l="l" t="t" r="r" b="b"/>
              <a:pathLst>
                <a:path w="2489" h="2134" extrusionOk="0">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2759;p96">
              <a:extLst>
                <a:ext uri="{FF2B5EF4-FFF2-40B4-BE49-F238E27FC236}">
                  <a16:creationId xmlns:a16="http://schemas.microsoft.com/office/drawing/2014/main" id="{86E025CB-F589-81C1-C08B-189FAC9A9957}"/>
                </a:ext>
              </a:extLst>
            </p:cNvPr>
            <p:cNvSpPr/>
            <p:nvPr/>
          </p:nvSpPr>
          <p:spPr>
            <a:xfrm>
              <a:off x="3742300" y="2104500"/>
              <a:ext cx="62225" cy="53325"/>
            </a:xfrm>
            <a:custGeom>
              <a:avLst/>
              <a:gdLst/>
              <a:ahLst/>
              <a:cxnLst/>
              <a:rect l="l" t="t" r="r" b="b"/>
              <a:pathLst>
                <a:path w="2489" h="2133" extrusionOk="0">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2760;p96">
              <a:extLst>
                <a:ext uri="{FF2B5EF4-FFF2-40B4-BE49-F238E27FC236}">
                  <a16:creationId xmlns:a16="http://schemas.microsoft.com/office/drawing/2014/main" id="{6CECEEDC-61C9-2545-267D-E4875CFEF0E6}"/>
                </a:ext>
              </a:extLst>
            </p:cNvPr>
            <p:cNvSpPr/>
            <p:nvPr/>
          </p:nvSpPr>
          <p:spPr>
            <a:xfrm>
              <a:off x="3742300" y="1876050"/>
              <a:ext cx="62225" cy="53300"/>
            </a:xfrm>
            <a:custGeom>
              <a:avLst/>
              <a:gdLst/>
              <a:ahLst/>
              <a:cxnLst/>
              <a:rect l="l" t="t" r="r" b="b"/>
              <a:pathLst>
                <a:path w="2489" h="2132" extrusionOk="0">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2761;p96">
              <a:extLst>
                <a:ext uri="{FF2B5EF4-FFF2-40B4-BE49-F238E27FC236}">
                  <a16:creationId xmlns:a16="http://schemas.microsoft.com/office/drawing/2014/main" id="{45100A8D-BA54-A4CC-4E43-8DBC397B78DE}"/>
                </a:ext>
              </a:extLst>
            </p:cNvPr>
            <p:cNvSpPr/>
            <p:nvPr/>
          </p:nvSpPr>
          <p:spPr>
            <a:xfrm>
              <a:off x="3742300" y="179985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2762;p96">
              <a:extLst>
                <a:ext uri="{FF2B5EF4-FFF2-40B4-BE49-F238E27FC236}">
                  <a16:creationId xmlns:a16="http://schemas.microsoft.com/office/drawing/2014/main" id="{86118CF6-880B-F1BE-3EBE-DE61025F8AAC}"/>
                </a:ext>
              </a:extLst>
            </p:cNvPr>
            <p:cNvSpPr/>
            <p:nvPr/>
          </p:nvSpPr>
          <p:spPr>
            <a:xfrm>
              <a:off x="3742300" y="17236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2763;p96">
              <a:extLst>
                <a:ext uri="{FF2B5EF4-FFF2-40B4-BE49-F238E27FC236}">
                  <a16:creationId xmlns:a16="http://schemas.microsoft.com/office/drawing/2014/main" id="{8156B809-A5AF-0960-F924-EAE9B99E6951}"/>
                </a:ext>
              </a:extLst>
            </p:cNvPr>
            <p:cNvSpPr/>
            <p:nvPr/>
          </p:nvSpPr>
          <p:spPr>
            <a:xfrm>
              <a:off x="3742300" y="1647400"/>
              <a:ext cx="62225" cy="53450"/>
            </a:xfrm>
            <a:custGeom>
              <a:avLst/>
              <a:gdLst/>
              <a:ahLst/>
              <a:cxnLst/>
              <a:rect l="l" t="t" r="r" b="b"/>
              <a:pathLst>
                <a:path w="2489" h="2138" extrusionOk="0">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2764;p96">
              <a:extLst>
                <a:ext uri="{FF2B5EF4-FFF2-40B4-BE49-F238E27FC236}">
                  <a16:creationId xmlns:a16="http://schemas.microsoft.com/office/drawing/2014/main" id="{EEBD4702-DA79-65CB-C2F2-11E8E1F65FF5}"/>
                </a:ext>
              </a:extLst>
            </p:cNvPr>
            <p:cNvSpPr/>
            <p:nvPr/>
          </p:nvSpPr>
          <p:spPr>
            <a:xfrm>
              <a:off x="3742300" y="1571400"/>
              <a:ext cx="62225" cy="53250"/>
            </a:xfrm>
            <a:custGeom>
              <a:avLst/>
              <a:gdLst/>
              <a:ahLst/>
              <a:cxnLst/>
              <a:rect l="l" t="t" r="r" b="b"/>
              <a:pathLst>
                <a:path w="2489" h="2130" extrusionOk="0">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2765;p96">
              <a:extLst>
                <a:ext uri="{FF2B5EF4-FFF2-40B4-BE49-F238E27FC236}">
                  <a16:creationId xmlns:a16="http://schemas.microsoft.com/office/drawing/2014/main" id="{F63FDE12-0C87-CA0C-887D-815F84046610}"/>
                </a:ext>
              </a:extLst>
            </p:cNvPr>
            <p:cNvSpPr/>
            <p:nvPr/>
          </p:nvSpPr>
          <p:spPr>
            <a:xfrm>
              <a:off x="3742300" y="149520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2766;p96">
              <a:extLst>
                <a:ext uri="{FF2B5EF4-FFF2-40B4-BE49-F238E27FC236}">
                  <a16:creationId xmlns:a16="http://schemas.microsoft.com/office/drawing/2014/main" id="{6F02A1EB-7912-FF81-B3F0-FF6F64649575}"/>
                </a:ext>
              </a:extLst>
            </p:cNvPr>
            <p:cNvSpPr/>
            <p:nvPr/>
          </p:nvSpPr>
          <p:spPr>
            <a:xfrm>
              <a:off x="3742300" y="11143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2767;p96">
              <a:extLst>
                <a:ext uri="{FF2B5EF4-FFF2-40B4-BE49-F238E27FC236}">
                  <a16:creationId xmlns:a16="http://schemas.microsoft.com/office/drawing/2014/main" id="{B24E5256-8E5B-B113-9CA4-C0DF2AC2EB9E}"/>
                </a:ext>
              </a:extLst>
            </p:cNvPr>
            <p:cNvSpPr/>
            <p:nvPr/>
          </p:nvSpPr>
          <p:spPr>
            <a:xfrm>
              <a:off x="36661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2768;p96">
              <a:extLst>
                <a:ext uri="{FF2B5EF4-FFF2-40B4-BE49-F238E27FC236}">
                  <a16:creationId xmlns:a16="http://schemas.microsoft.com/office/drawing/2014/main" id="{06C7BA7B-C5AB-FC2D-9BAA-F506702B6D8A}"/>
                </a:ext>
              </a:extLst>
            </p:cNvPr>
            <p:cNvSpPr/>
            <p:nvPr/>
          </p:nvSpPr>
          <p:spPr>
            <a:xfrm>
              <a:off x="366610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2769;p96">
              <a:extLst>
                <a:ext uri="{FF2B5EF4-FFF2-40B4-BE49-F238E27FC236}">
                  <a16:creationId xmlns:a16="http://schemas.microsoft.com/office/drawing/2014/main" id="{7B9DEB77-48BA-1D40-E2B9-8C39ED6A3937}"/>
                </a:ext>
              </a:extLst>
            </p:cNvPr>
            <p:cNvSpPr/>
            <p:nvPr/>
          </p:nvSpPr>
          <p:spPr>
            <a:xfrm>
              <a:off x="36661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2770;p96">
              <a:extLst>
                <a:ext uri="{FF2B5EF4-FFF2-40B4-BE49-F238E27FC236}">
                  <a16:creationId xmlns:a16="http://schemas.microsoft.com/office/drawing/2014/main" id="{23B9CFF6-DCB1-AB75-6D35-32DE8F7F46D5}"/>
                </a:ext>
              </a:extLst>
            </p:cNvPr>
            <p:cNvSpPr/>
            <p:nvPr/>
          </p:nvSpPr>
          <p:spPr>
            <a:xfrm>
              <a:off x="3666100" y="1647400"/>
              <a:ext cx="62200" cy="53450"/>
            </a:xfrm>
            <a:custGeom>
              <a:avLst/>
              <a:gdLst/>
              <a:ahLst/>
              <a:cxnLst/>
              <a:rect l="l" t="t" r="r" b="b"/>
              <a:pathLst>
                <a:path w="2488"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2771;p96">
              <a:extLst>
                <a:ext uri="{FF2B5EF4-FFF2-40B4-BE49-F238E27FC236}">
                  <a16:creationId xmlns:a16="http://schemas.microsoft.com/office/drawing/2014/main" id="{3E847CDB-D553-7FBE-2532-1E90F45E2ADE}"/>
                </a:ext>
              </a:extLst>
            </p:cNvPr>
            <p:cNvSpPr/>
            <p:nvPr/>
          </p:nvSpPr>
          <p:spPr>
            <a:xfrm>
              <a:off x="3666100" y="1571400"/>
              <a:ext cx="62150" cy="53250"/>
            </a:xfrm>
            <a:custGeom>
              <a:avLst/>
              <a:gdLst/>
              <a:ahLst/>
              <a:cxnLst/>
              <a:rect l="l" t="t" r="r" b="b"/>
              <a:pathLst>
                <a:path w="2486" h="2130" extrusionOk="0">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2772;p96">
              <a:extLst>
                <a:ext uri="{FF2B5EF4-FFF2-40B4-BE49-F238E27FC236}">
                  <a16:creationId xmlns:a16="http://schemas.microsoft.com/office/drawing/2014/main" id="{F24761B3-F8EB-AD3F-C699-609A1188A6FE}"/>
                </a:ext>
              </a:extLst>
            </p:cNvPr>
            <p:cNvSpPr/>
            <p:nvPr/>
          </p:nvSpPr>
          <p:spPr>
            <a:xfrm>
              <a:off x="35898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2773;p96">
              <a:extLst>
                <a:ext uri="{FF2B5EF4-FFF2-40B4-BE49-F238E27FC236}">
                  <a16:creationId xmlns:a16="http://schemas.microsoft.com/office/drawing/2014/main" id="{F8B61556-53B8-C818-1605-A45E094B1EEB}"/>
                </a:ext>
              </a:extLst>
            </p:cNvPr>
            <p:cNvSpPr/>
            <p:nvPr/>
          </p:nvSpPr>
          <p:spPr>
            <a:xfrm>
              <a:off x="35898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2774;p96">
              <a:extLst>
                <a:ext uri="{FF2B5EF4-FFF2-40B4-BE49-F238E27FC236}">
                  <a16:creationId xmlns:a16="http://schemas.microsoft.com/office/drawing/2014/main" id="{A734D36C-1EAE-FDEB-C07A-97703A342291}"/>
                </a:ext>
              </a:extLst>
            </p:cNvPr>
            <p:cNvSpPr/>
            <p:nvPr/>
          </p:nvSpPr>
          <p:spPr>
            <a:xfrm>
              <a:off x="35898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2775;p96">
              <a:extLst>
                <a:ext uri="{FF2B5EF4-FFF2-40B4-BE49-F238E27FC236}">
                  <a16:creationId xmlns:a16="http://schemas.microsoft.com/office/drawing/2014/main" id="{28E7E30A-5E0D-AE51-5F35-DF9642A13CBB}"/>
                </a:ext>
              </a:extLst>
            </p:cNvPr>
            <p:cNvSpPr/>
            <p:nvPr/>
          </p:nvSpPr>
          <p:spPr>
            <a:xfrm>
              <a:off x="35898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2776;p96">
              <a:extLst>
                <a:ext uri="{FF2B5EF4-FFF2-40B4-BE49-F238E27FC236}">
                  <a16:creationId xmlns:a16="http://schemas.microsoft.com/office/drawing/2014/main" id="{D999F3C3-CF85-C61D-E2C2-C4DCE53F2F6A}"/>
                </a:ext>
              </a:extLst>
            </p:cNvPr>
            <p:cNvSpPr/>
            <p:nvPr/>
          </p:nvSpPr>
          <p:spPr>
            <a:xfrm>
              <a:off x="35898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2777;p96">
              <a:extLst>
                <a:ext uri="{FF2B5EF4-FFF2-40B4-BE49-F238E27FC236}">
                  <a16:creationId xmlns:a16="http://schemas.microsoft.com/office/drawing/2014/main" id="{F2DF444B-9FB9-2878-FD30-5E30CC8321FE}"/>
                </a:ext>
              </a:extLst>
            </p:cNvPr>
            <p:cNvSpPr/>
            <p:nvPr/>
          </p:nvSpPr>
          <p:spPr>
            <a:xfrm>
              <a:off x="35136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2778;p96">
              <a:extLst>
                <a:ext uri="{FF2B5EF4-FFF2-40B4-BE49-F238E27FC236}">
                  <a16:creationId xmlns:a16="http://schemas.microsoft.com/office/drawing/2014/main" id="{2970B8E4-2046-72B0-1F21-5DB9F00FFD4D}"/>
                </a:ext>
              </a:extLst>
            </p:cNvPr>
            <p:cNvSpPr/>
            <p:nvPr/>
          </p:nvSpPr>
          <p:spPr>
            <a:xfrm>
              <a:off x="35136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2779;p96">
              <a:extLst>
                <a:ext uri="{FF2B5EF4-FFF2-40B4-BE49-F238E27FC236}">
                  <a16:creationId xmlns:a16="http://schemas.microsoft.com/office/drawing/2014/main" id="{D0B2917F-40D5-6A98-3CFD-341225325BB3}"/>
                </a:ext>
              </a:extLst>
            </p:cNvPr>
            <p:cNvSpPr/>
            <p:nvPr/>
          </p:nvSpPr>
          <p:spPr>
            <a:xfrm>
              <a:off x="35136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2780;p96">
              <a:extLst>
                <a:ext uri="{FF2B5EF4-FFF2-40B4-BE49-F238E27FC236}">
                  <a16:creationId xmlns:a16="http://schemas.microsoft.com/office/drawing/2014/main" id="{CB1F506A-A933-16DB-CAED-60A8594CCF93}"/>
                </a:ext>
              </a:extLst>
            </p:cNvPr>
            <p:cNvSpPr/>
            <p:nvPr/>
          </p:nvSpPr>
          <p:spPr>
            <a:xfrm>
              <a:off x="3513675"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2781;p96">
              <a:extLst>
                <a:ext uri="{FF2B5EF4-FFF2-40B4-BE49-F238E27FC236}">
                  <a16:creationId xmlns:a16="http://schemas.microsoft.com/office/drawing/2014/main" id="{5F23961C-B0A3-4DAB-599B-F7267A6B0606}"/>
                </a:ext>
              </a:extLst>
            </p:cNvPr>
            <p:cNvSpPr/>
            <p:nvPr/>
          </p:nvSpPr>
          <p:spPr>
            <a:xfrm>
              <a:off x="35136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2782;p96">
              <a:extLst>
                <a:ext uri="{FF2B5EF4-FFF2-40B4-BE49-F238E27FC236}">
                  <a16:creationId xmlns:a16="http://schemas.microsoft.com/office/drawing/2014/main" id="{CA736397-E543-8A8A-8193-31B0A3C397C1}"/>
                </a:ext>
              </a:extLst>
            </p:cNvPr>
            <p:cNvSpPr/>
            <p:nvPr/>
          </p:nvSpPr>
          <p:spPr>
            <a:xfrm>
              <a:off x="351367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2783;p96">
              <a:extLst>
                <a:ext uri="{FF2B5EF4-FFF2-40B4-BE49-F238E27FC236}">
                  <a16:creationId xmlns:a16="http://schemas.microsoft.com/office/drawing/2014/main" id="{B3B9EFA3-2D0B-9F97-2C2B-DDE75597CA3D}"/>
                </a:ext>
              </a:extLst>
            </p:cNvPr>
            <p:cNvSpPr/>
            <p:nvPr/>
          </p:nvSpPr>
          <p:spPr>
            <a:xfrm>
              <a:off x="35136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2784;p96">
              <a:extLst>
                <a:ext uri="{FF2B5EF4-FFF2-40B4-BE49-F238E27FC236}">
                  <a16:creationId xmlns:a16="http://schemas.microsoft.com/office/drawing/2014/main" id="{AEF72682-3423-34E8-4A98-A93FE9C174E8}"/>
                </a:ext>
              </a:extLst>
            </p:cNvPr>
            <p:cNvSpPr/>
            <p:nvPr/>
          </p:nvSpPr>
          <p:spPr>
            <a:xfrm>
              <a:off x="34374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2785;p96">
              <a:extLst>
                <a:ext uri="{FF2B5EF4-FFF2-40B4-BE49-F238E27FC236}">
                  <a16:creationId xmlns:a16="http://schemas.microsoft.com/office/drawing/2014/main" id="{DA29D4AF-2000-5152-2499-0EE9469725C5}"/>
                </a:ext>
              </a:extLst>
            </p:cNvPr>
            <p:cNvSpPr/>
            <p:nvPr/>
          </p:nvSpPr>
          <p:spPr>
            <a:xfrm>
              <a:off x="34374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2786;p96">
              <a:extLst>
                <a:ext uri="{FF2B5EF4-FFF2-40B4-BE49-F238E27FC236}">
                  <a16:creationId xmlns:a16="http://schemas.microsoft.com/office/drawing/2014/main" id="{95137E88-72CC-279A-B41C-9D1118945FD7}"/>
                </a:ext>
              </a:extLst>
            </p:cNvPr>
            <p:cNvSpPr/>
            <p:nvPr/>
          </p:nvSpPr>
          <p:spPr>
            <a:xfrm>
              <a:off x="34374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2787;p96">
              <a:extLst>
                <a:ext uri="{FF2B5EF4-FFF2-40B4-BE49-F238E27FC236}">
                  <a16:creationId xmlns:a16="http://schemas.microsoft.com/office/drawing/2014/main" id="{75BDB17B-4326-0025-F981-D3F6ACE42B19}"/>
                </a:ext>
              </a:extLst>
            </p:cNvPr>
            <p:cNvSpPr/>
            <p:nvPr/>
          </p:nvSpPr>
          <p:spPr>
            <a:xfrm>
              <a:off x="34374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2788;p96">
              <a:extLst>
                <a:ext uri="{FF2B5EF4-FFF2-40B4-BE49-F238E27FC236}">
                  <a16:creationId xmlns:a16="http://schemas.microsoft.com/office/drawing/2014/main" id="{7E59E64E-EEF1-FBC6-7C94-70B02D39A76A}"/>
                </a:ext>
              </a:extLst>
            </p:cNvPr>
            <p:cNvSpPr/>
            <p:nvPr/>
          </p:nvSpPr>
          <p:spPr>
            <a:xfrm>
              <a:off x="34374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2789;p96">
              <a:extLst>
                <a:ext uri="{FF2B5EF4-FFF2-40B4-BE49-F238E27FC236}">
                  <a16:creationId xmlns:a16="http://schemas.microsoft.com/office/drawing/2014/main" id="{D22D8198-F48C-15EE-02FC-F25518177777}"/>
                </a:ext>
              </a:extLst>
            </p:cNvPr>
            <p:cNvSpPr/>
            <p:nvPr/>
          </p:nvSpPr>
          <p:spPr>
            <a:xfrm>
              <a:off x="34374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2790;p96">
              <a:extLst>
                <a:ext uri="{FF2B5EF4-FFF2-40B4-BE49-F238E27FC236}">
                  <a16:creationId xmlns:a16="http://schemas.microsoft.com/office/drawing/2014/main" id="{8CDDF301-A75A-6F5D-CCAD-E8EEAD0FEC1B}"/>
                </a:ext>
              </a:extLst>
            </p:cNvPr>
            <p:cNvSpPr/>
            <p:nvPr/>
          </p:nvSpPr>
          <p:spPr>
            <a:xfrm>
              <a:off x="34374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2791;p96">
              <a:extLst>
                <a:ext uri="{FF2B5EF4-FFF2-40B4-BE49-F238E27FC236}">
                  <a16:creationId xmlns:a16="http://schemas.microsoft.com/office/drawing/2014/main" id="{448151B3-DD52-FF99-712E-E8BF50A3B401}"/>
                </a:ext>
              </a:extLst>
            </p:cNvPr>
            <p:cNvSpPr/>
            <p:nvPr/>
          </p:nvSpPr>
          <p:spPr>
            <a:xfrm>
              <a:off x="3361450" y="2333125"/>
              <a:ext cx="62200" cy="53450"/>
            </a:xfrm>
            <a:custGeom>
              <a:avLst/>
              <a:gdLst/>
              <a:ahLst/>
              <a:cxnLst/>
              <a:rect l="l" t="t" r="r" b="b"/>
              <a:pathLst>
                <a:path w="2488" h="2138" extrusionOk="0">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2792;p96">
              <a:extLst>
                <a:ext uri="{FF2B5EF4-FFF2-40B4-BE49-F238E27FC236}">
                  <a16:creationId xmlns:a16="http://schemas.microsoft.com/office/drawing/2014/main" id="{1B2B75EA-7308-8E0C-5E3A-E62A3D9832C1}"/>
                </a:ext>
              </a:extLst>
            </p:cNvPr>
            <p:cNvSpPr/>
            <p:nvPr/>
          </p:nvSpPr>
          <p:spPr>
            <a:xfrm>
              <a:off x="33614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2793;p96">
              <a:extLst>
                <a:ext uri="{FF2B5EF4-FFF2-40B4-BE49-F238E27FC236}">
                  <a16:creationId xmlns:a16="http://schemas.microsoft.com/office/drawing/2014/main" id="{53A96EA8-02B1-BFB1-E973-9241B445D019}"/>
                </a:ext>
              </a:extLst>
            </p:cNvPr>
            <p:cNvSpPr/>
            <p:nvPr/>
          </p:nvSpPr>
          <p:spPr>
            <a:xfrm>
              <a:off x="3361450" y="2180700"/>
              <a:ext cx="62200" cy="53350"/>
            </a:xfrm>
            <a:custGeom>
              <a:avLst/>
              <a:gdLst/>
              <a:ahLst/>
              <a:cxnLst/>
              <a:rect l="l" t="t" r="r" b="b"/>
              <a:pathLst>
                <a:path w="2488" h="2134" extrusionOk="0">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2794;p96">
              <a:extLst>
                <a:ext uri="{FF2B5EF4-FFF2-40B4-BE49-F238E27FC236}">
                  <a16:creationId xmlns:a16="http://schemas.microsoft.com/office/drawing/2014/main" id="{71DBE744-058C-F560-EA54-C02E36609B32}"/>
                </a:ext>
              </a:extLst>
            </p:cNvPr>
            <p:cNvSpPr/>
            <p:nvPr/>
          </p:nvSpPr>
          <p:spPr>
            <a:xfrm>
              <a:off x="33614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2795;p96">
              <a:extLst>
                <a:ext uri="{FF2B5EF4-FFF2-40B4-BE49-F238E27FC236}">
                  <a16:creationId xmlns:a16="http://schemas.microsoft.com/office/drawing/2014/main" id="{8DB020EF-A13B-623A-197E-0B2D64EF1E94}"/>
                </a:ext>
              </a:extLst>
            </p:cNvPr>
            <p:cNvSpPr/>
            <p:nvPr/>
          </p:nvSpPr>
          <p:spPr>
            <a:xfrm>
              <a:off x="328522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2796;p96">
              <a:extLst>
                <a:ext uri="{FF2B5EF4-FFF2-40B4-BE49-F238E27FC236}">
                  <a16:creationId xmlns:a16="http://schemas.microsoft.com/office/drawing/2014/main" id="{52B7B70E-B883-0054-009C-1A1A0816C391}"/>
                </a:ext>
              </a:extLst>
            </p:cNvPr>
            <p:cNvSpPr/>
            <p:nvPr/>
          </p:nvSpPr>
          <p:spPr>
            <a:xfrm>
              <a:off x="31328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2797;p96">
              <a:extLst>
                <a:ext uri="{FF2B5EF4-FFF2-40B4-BE49-F238E27FC236}">
                  <a16:creationId xmlns:a16="http://schemas.microsoft.com/office/drawing/2014/main" id="{4F0324FC-A5C5-8ACC-F68B-695D2BB84F07}"/>
                </a:ext>
              </a:extLst>
            </p:cNvPr>
            <p:cNvSpPr/>
            <p:nvPr/>
          </p:nvSpPr>
          <p:spPr>
            <a:xfrm>
              <a:off x="30568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2798;p96">
              <a:extLst>
                <a:ext uri="{FF2B5EF4-FFF2-40B4-BE49-F238E27FC236}">
                  <a16:creationId xmlns:a16="http://schemas.microsoft.com/office/drawing/2014/main" id="{96AE681A-1CFC-6C4E-70A2-2E59ED3DC212}"/>
                </a:ext>
              </a:extLst>
            </p:cNvPr>
            <p:cNvSpPr/>
            <p:nvPr/>
          </p:nvSpPr>
          <p:spPr>
            <a:xfrm>
              <a:off x="3056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2799;p96">
              <a:extLst>
                <a:ext uri="{FF2B5EF4-FFF2-40B4-BE49-F238E27FC236}">
                  <a16:creationId xmlns:a16="http://schemas.microsoft.com/office/drawing/2014/main" id="{4333B268-351A-9D64-4436-01B22240AE87}"/>
                </a:ext>
              </a:extLst>
            </p:cNvPr>
            <p:cNvSpPr/>
            <p:nvPr/>
          </p:nvSpPr>
          <p:spPr>
            <a:xfrm>
              <a:off x="29805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2800;p96">
              <a:extLst>
                <a:ext uri="{FF2B5EF4-FFF2-40B4-BE49-F238E27FC236}">
                  <a16:creationId xmlns:a16="http://schemas.microsoft.com/office/drawing/2014/main" id="{0A238043-DBEE-8965-9092-D2144D38125D}"/>
                </a:ext>
              </a:extLst>
            </p:cNvPr>
            <p:cNvSpPr/>
            <p:nvPr/>
          </p:nvSpPr>
          <p:spPr>
            <a:xfrm>
              <a:off x="29805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2801;p96">
              <a:extLst>
                <a:ext uri="{FF2B5EF4-FFF2-40B4-BE49-F238E27FC236}">
                  <a16:creationId xmlns:a16="http://schemas.microsoft.com/office/drawing/2014/main" id="{466C7E9B-728F-CC82-C51B-5559C513D56A}"/>
                </a:ext>
              </a:extLst>
            </p:cNvPr>
            <p:cNvSpPr/>
            <p:nvPr/>
          </p:nvSpPr>
          <p:spPr>
            <a:xfrm>
              <a:off x="2980575"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2802;p96">
              <a:extLst>
                <a:ext uri="{FF2B5EF4-FFF2-40B4-BE49-F238E27FC236}">
                  <a16:creationId xmlns:a16="http://schemas.microsoft.com/office/drawing/2014/main" id="{E8A038C6-4E3B-7DBB-A548-49EFFB75FFA4}"/>
                </a:ext>
              </a:extLst>
            </p:cNvPr>
            <p:cNvSpPr/>
            <p:nvPr/>
          </p:nvSpPr>
          <p:spPr>
            <a:xfrm>
              <a:off x="29805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2803;p96">
              <a:extLst>
                <a:ext uri="{FF2B5EF4-FFF2-40B4-BE49-F238E27FC236}">
                  <a16:creationId xmlns:a16="http://schemas.microsoft.com/office/drawing/2014/main" id="{55B63E53-3C1D-9954-969F-CA5620C31D96}"/>
                </a:ext>
              </a:extLst>
            </p:cNvPr>
            <p:cNvSpPr/>
            <p:nvPr/>
          </p:nvSpPr>
          <p:spPr>
            <a:xfrm>
              <a:off x="2980575"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2804;p96">
              <a:extLst>
                <a:ext uri="{FF2B5EF4-FFF2-40B4-BE49-F238E27FC236}">
                  <a16:creationId xmlns:a16="http://schemas.microsoft.com/office/drawing/2014/main" id="{DC5A0AE8-F8A6-1A78-4639-B10B934FCD27}"/>
                </a:ext>
              </a:extLst>
            </p:cNvPr>
            <p:cNvSpPr/>
            <p:nvPr/>
          </p:nvSpPr>
          <p:spPr>
            <a:xfrm>
              <a:off x="2980575"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2805;p96">
              <a:extLst>
                <a:ext uri="{FF2B5EF4-FFF2-40B4-BE49-F238E27FC236}">
                  <a16:creationId xmlns:a16="http://schemas.microsoft.com/office/drawing/2014/main" id="{150499C5-17A3-6B66-93A0-37E7B4EED3AB}"/>
                </a:ext>
              </a:extLst>
            </p:cNvPr>
            <p:cNvSpPr/>
            <p:nvPr/>
          </p:nvSpPr>
          <p:spPr>
            <a:xfrm>
              <a:off x="290437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2806;p96">
              <a:extLst>
                <a:ext uri="{FF2B5EF4-FFF2-40B4-BE49-F238E27FC236}">
                  <a16:creationId xmlns:a16="http://schemas.microsoft.com/office/drawing/2014/main" id="{072CE4A7-B961-CBDF-8C12-F69CBD936669}"/>
                </a:ext>
              </a:extLst>
            </p:cNvPr>
            <p:cNvSpPr/>
            <p:nvPr/>
          </p:nvSpPr>
          <p:spPr>
            <a:xfrm>
              <a:off x="290437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2807;p96">
              <a:extLst>
                <a:ext uri="{FF2B5EF4-FFF2-40B4-BE49-F238E27FC236}">
                  <a16:creationId xmlns:a16="http://schemas.microsoft.com/office/drawing/2014/main" id="{C31765B1-E9B8-23D0-BA1F-0CF32C406C63}"/>
                </a:ext>
              </a:extLst>
            </p:cNvPr>
            <p:cNvSpPr/>
            <p:nvPr/>
          </p:nvSpPr>
          <p:spPr>
            <a:xfrm>
              <a:off x="290437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2808;p96">
              <a:extLst>
                <a:ext uri="{FF2B5EF4-FFF2-40B4-BE49-F238E27FC236}">
                  <a16:creationId xmlns:a16="http://schemas.microsoft.com/office/drawing/2014/main" id="{F9E2155A-7DA8-96F6-A738-032B14A44253}"/>
                </a:ext>
              </a:extLst>
            </p:cNvPr>
            <p:cNvSpPr/>
            <p:nvPr/>
          </p:nvSpPr>
          <p:spPr>
            <a:xfrm>
              <a:off x="290437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2809;p96">
              <a:extLst>
                <a:ext uri="{FF2B5EF4-FFF2-40B4-BE49-F238E27FC236}">
                  <a16:creationId xmlns:a16="http://schemas.microsoft.com/office/drawing/2014/main" id="{E77677E3-42F9-631D-4BE7-2F784EDA1032}"/>
                </a:ext>
              </a:extLst>
            </p:cNvPr>
            <p:cNvSpPr/>
            <p:nvPr/>
          </p:nvSpPr>
          <p:spPr>
            <a:xfrm>
              <a:off x="290437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2810;p96">
              <a:extLst>
                <a:ext uri="{FF2B5EF4-FFF2-40B4-BE49-F238E27FC236}">
                  <a16:creationId xmlns:a16="http://schemas.microsoft.com/office/drawing/2014/main" id="{6E25EF6C-5F56-39A6-948E-3060044CB420}"/>
                </a:ext>
              </a:extLst>
            </p:cNvPr>
            <p:cNvSpPr/>
            <p:nvPr/>
          </p:nvSpPr>
          <p:spPr>
            <a:xfrm>
              <a:off x="290437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2811;p96">
              <a:extLst>
                <a:ext uri="{FF2B5EF4-FFF2-40B4-BE49-F238E27FC236}">
                  <a16:creationId xmlns:a16="http://schemas.microsoft.com/office/drawing/2014/main" id="{C66A03B4-0C1D-77C6-46D4-1E3E9069752A}"/>
                </a:ext>
              </a:extLst>
            </p:cNvPr>
            <p:cNvSpPr/>
            <p:nvPr/>
          </p:nvSpPr>
          <p:spPr>
            <a:xfrm>
              <a:off x="290437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2812;p96">
              <a:extLst>
                <a:ext uri="{FF2B5EF4-FFF2-40B4-BE49-F238E27FC236}">
                  <a16:creationId xmlns:a16="http://schemas.microsoft.com/office/drawing/2014/main" id="{83D1E193-02BF-BE92-E91F-19B27A5FFA27}"/>
                </a:ext>
              </a:extLst>
            </p:cNvPr>
            <p:cNvSpPr/>
            <p:nvPr/>
          </p:nvSpPr>
          <p:spPr>
            <a:xfrm>
              <a:off x="2828150" y="1571400"/>
              <a:ext cx="62150" cy="53250"/>
            </a:xfrm>
            <a:custGeom>
              <a:avLst/>
              <a:gdLst/>
              <a:ahLst/>
              <a:cxnLst/>
              <a:rect l="l" t="t" r="r" b="b"/>
              <a:pathLst>
                <a:path w="2486" h="2130" extrusionOk="0">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2813;p96">
              <a:extLst>
                <a:ext uri="{FF2B5EF4-FFF2-40B4-BE49-F238E27FC236}">
                  <a16:creationId xmlns:a16="http://schemas.microsoft.com/office/drawing/2014/main" id="{FB361B50-BCC3-4589-8E7A-C8EAA070B770}"/>
                </a:ext>
              </a:extLst>
            </p:cNvPr>
            <p:cNvSpPr/>
            <p:nvPr/>
          </p:nvSpPr>
          <p:spPr>
            <a:xfrm>
              <a:off x="28281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2814;p96">
              <a:extLst>
                <a:ext uri="{FF2B5EF4-FFF2-40B4-BE49-F238E27FC236}">
                  <a16:creationId xmlns:a16="http://schemas.microsoft.com/office/drawing/2014/main" id="{F255870E-59DA-762C-1829-70B1BEB22BF2}"/>
                </a:ext>
              </a:extLst>
            </p:cNvPr>
            <p:cNvSpPr/>
            <p:nvPr/>
          </p:nvSpPr>
          <p:spPr>
            <a:xfrm>
              <a:off x="282815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2815;p96">
              <a:extLst>
                <a:ext uri="{FF2B5EF4-FFF2-40B4-BE49-F238E27FC236}">
                  <a16:creationId xmlns:a16="http://schemas.microsoft.com/office/drawing/2014/main" id="{C54F6029-8A93-4A26-3BBA-C673D920F495}"/>
                </a:ext>
              </a:extLst>
            </p:cNvPr>
            <p:cNvSpPr/>
            <p:nvPr/>
          </p:nvSpPr>
          <p:spPr>
            <a:xfrm>
              <a:off x="28281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2816;p96">
              <a:extLst>
                <a:ext uri="{FF2B5EF4-FFF2-40B4-BE49-F238E27FC236}">
                  <a16:creationId xmlns:a16="http://schemas.microsoft.com/office/drawing/2014/main" id="{6774AC9F-1CC4-FBB0-A950-4A9C3B792289}"/>
                </a:ext>
              </a:extLst>
            </p:cNvPr>
            <p:cNvSpPr/>
            <p:nvPr/>
          </p:nvSpPr>
          <p:spPr>
            <a:xfrm>
              <a:off x="28281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2817;p96">
              <a:extLst>
                <a:ext uri="{FF2B5EF4-FFF2-40B4-BE49-F238E27FC236}">
                  <a16:creationId xmlns:a16="http://schemas.microsoft.com/office/drawing/2014/main" id="{E9318A5A-35BC-54C8-F41F-F039B943BF16}"/>
                </a:ext>
              </a:extLst>
            </p:cNvPr>
            <p:cNvSpPr/>
            <p:nvPr/>
          </p:nvSpPr>
          <p:spPr>
            <a:xfrm>
              <a:off x="282815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2818;p96">
              <a:extLst>
                <a:ext uri="{FF2B5EF4-FFF2-40B4-BE49-F238E27FC236}">
                  <a16:creationId xmlns:a16="http://schemas.microsoft.com/office/drawing/2014/main" id="{A16E16CA-0BB9-1A77-1CCD-073ED85D248F}"/>
                </a:ext>
              </a:extLst>
            </p:cNvPr>
            <p:cNvSpPr/>
            <p:nvPr/>
          </p:nvSpPr>
          <p:spPr>
            <a:xfrm>
              <a:off x="282815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2819;p96">
              <a:extLst>
                <a:ext uri="{FF2B5EF4-FFF2-40B4-BE49-F238E27FC236}">
                  <a16:creationId xmlns:a16="http://schemas.microsoft.com/office/drawing/2014/main" id="{5829A04B-292F-210B-F387-47C82CB6F79B}"/>
                </a:ext>
              </a:extLst>
            </p:cNvPr>
            <p:cNvSpPr/>
            <p:nvPr/>
          </p:nvSpPr>
          <p:spPr>
            <a:xfrm>
              <a:off x="282815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2820;p96">
              <a:extLst>
                <a:ext uri="{FF2B5EF4-FFF2-40B4-BE49-F238E27FC236}">
                  <a16:creationId xmlns:a16="http://schemas.microsoft.com/office/drawing/2014/main" id="{949C9EB6-8655-698D-5B40-C04A626C71BA}"/>
                </a:ext>
              </a:extLst>
            </p:cNvPr>
            <p:cNvSpPr/>
            <p:nvPr/>
          </p:nvSpPr>
          <p:spPr>
            <a:xfrm>
              <a:off x="27519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2821;p96">
              <a:extLst>
                <a:ext uri="{FF2B5EF4-FFF2-40B4-BE49-F238E27FC236}">
                  <a16:creationId xmlns:a16="http://schemas.microsoft.com/office/drawing/2014/main" id="{3D2422AF-9942-B017-AB06-3B94B36E2BDF}"/>
                </a:ext>
              </a:extLst>
            </p:cNvPr>
            <p:cNvSpPr/>
            <p:nvPr/>
          </p:nvSpPr>
          <p:spPr>
            <a:xfrm>
              <a:off x="27519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2822;p96">
              <a:extLst>
                <a:ext uri="{FF2B5EF4-FFF2-40B4-BE49-F238E27FC236}">
                  <a16:creationId xmlns:a16="http://schemas.microsoft.com/office/drawing/2014/main" id="{5099D088-A138-A676-3ADA-FDCD7D2EBF30}"/>
                </a:ext>
              </a:extLst>
            </p:cNvPr>
            <p:cNvSpPr/>
            <p:nvPr/>
          </p:nvSpPr>
          <p:spPr>
            <a:xfrm>
              <a:off x="275195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2823;p96">
              <a:extLst>
                <a:ext uri="{FF2B5EF4-FFF2-40B4-BE49-F238E27FC236}">
                  <a16:creationId xmlns:a16="http://schemas.microsoft.com/office/drawing/2014/main" id="{2A1FA7F8-3C44-0140-5A51-3AB825F323D6}"/>
                </a:ext>
              </a:extLst>
            </p:cNvPr>
            <p:cNvSpPr/>
            <p:nvPr/>
          </p:nvSpPr>
          <p:spPr>
            <a:xfrm>
              <a:off x="27519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2824;p96">
              <a:extLst>
                <a:ext uri="{FF2B5EF4-FFF2-40B4-BE49-F238E27FC236}">
                  <a16:creationId xmlns:a16="http://schemas.microsoft.com/office/drawing/2014/main" id="{61F00BC8-0060-B4ED-9A7B-18ED748DB5C8}"/>
                </a:ext>
              </a:extLst>
            </p:cNvPr>
            <p:cNvSpPr/>
            <p:nvPr/>
          </p:nvSpPr>
          <p:spPr>
            <a:xfrm>
              <a:off x="27519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2825;p96">
              <a:extLst>
                <a:ext uri="{FF2B5EF4-FFF2-40B4-BE49-F238E27FC236}">
                  <a16:creationId xmlns:a16="http://schemas.microsoft.com/office/drawing/2014/main" id="{FFB0B6E9-13B3-0519-7EA2-99D919451B4D}"/>
                </a:ext>
              </a:extLst>
            </p:cNvPr>
            <p:cNvSpPr/>
            <p:nvPr/>
          </p:nvSpPr>
          <p:spPr>
            <a:xfrm>
              <a:off x="2751950"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2826;p96">
              <a:extLst>
                <a:ext uri="{FF2B5EF4-FFF2-40B4-BE49-F238E27FC236}">
                  <a16:creationId xmlns:a16="http://schemas.microsoft.com/office/drawing/2014/main" id="{F92A631C-C85D-8E5B-B08C-AC2D3F91F02E}"/>
                </a:ext>
              </a:extLst>
            </p:cNvPr>
            <p:cNvSpPr/>
            <p:nvPr/>
          </p:nvSpPr>
          <p:spPr>
            <a:xfrm>
              <a:off x="27519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2827;p96">
              <a:extLst>
                <a:ext uri="{FF2B5EF4-FFF2-40B4-BE49-F238E27FC236}">
                  <a16:creationId xmlns:a16="http://schemas.microsoft.com/office/drawing/2014/main" id="{9016483E-956C-F8BF-891B-AEBF219C4E2D}"/>
                </a:ext>
              </a:extLst>
            </p:cNvPr>
            <p:cNvSpPr/>
            <p:nvPr/>
          </p:nvSpPr>
          <p:spPr>
            <a:xfrm>
              <a:off x="2751950"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2828;p96">
              <a:extLst>
                <a:ext uri="{FF2B5EF4-FFF2-40B4-BE49-F238E27FC236}">
                  <a16:creationId xmlns:a16="http://schemas.microsoft.com/office/drawing/2014/main" id="{AA6C9032-324B-6755-3A00-C150C09C9538}"/>
                </a:ext>
              </a:extLst>
            </p:cNvPr>
            <p:cNvSpPr/>
            <p:nvPr/>
          </p:nvSpPr>
          <p:spPr>
            <a:xfrm>
              <a:off x="26759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2829;p96">
              <a:extLst>
                <a:ext uri="{FF2B5EF4-FFF2-40B4-BE49-F238E27FC236}">
                  <a16:creationId xmlns:a16="http://schemas.microsoft.com/office/drawing/2014/main" id="{D8CF7D95-F97C-9692-9E52-3A7AC4533E36}"/>
                </a:ext>
              </a:extLst>
            </p:cNvPr>
            <p:cNvSpPr/>
            <p:nvPr/>
          </p:nvSpPr>
          <p:spPr>
            <a:xfrm>
              <a:off x="26759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2830;p96">
              <a:extLst>
                <a:ext uri="{FF2B5EF4-FFF2-40B4-BE49-F238E27FC236}">
                  <a16:creationId xmlns:a16="http://schemas.microsoft.com/office/drawing/2014/main" id="{175825F0-2B5F-10F7-0BCA-01F8142B4C4F}"/>
                </a:ext>
              </a:extLst>
            </p:cNvPr>
            <p:cNvSpPr/>
            <p:nvPr/>
          </p:nvSpPr>
          <p:spPr>
            <a:xfrm>
              <a:off x="26759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2831;p96">
              <a:extLst>
                <a:ext uri="{FF2B5EF4-FFF2-40B4-BE49-F238E27FC236}">
                  <a16:creationId xmlns:a16="http://schemas.microsoft.com/office/drawing/2014/main" id="{BE883F83-9A99-74F3-53AC-23C4B4251EBF}"/>
                </a:ext>
              </a:extLst>
            </p:cNvPr>
            <p:cNvSpPr/>
            <p:nvPr/>
          </p:nvSpPr>
          <p:spPr>
            <a:xfrm>
              <a:off x="26759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2832;p96">
              <a:extLst>
                <a:ext uri="{FF2B5EF4-FFF2-40B4-BE49-F238E27FC236}">
                  <a16:creationId xmlns:a16="http://schemas.microsoft.com/office/drawing/2014/main" id="{EC5BC89A-8BCF-E87E-4503-B93F15BDBF64}"/>
                </a:ext>
              </a:extLst>
            </p:cNvPr>
            <p:cNvSpPr/>
            <p:nvPr/>
          </p:nvSpPr>
          <p:spPr>
            <a:xfrm>
              <a:off x="26759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2833;p96">
              <a:extLst>
                <a:ext uri="{FF2B5EF4-FFF2-40B4-BE49-F238E27FC236}">
                  <a16:creationId xmlns:a16="http://schemas.microsoft.com/office/drawing/2014/main" id="{1710C830-7FC2-2188-CF56-2E0D97DA3070}"/>
                </a:ext>
              </a:extLst>
            </p:cNvPr>
            <p:cNvSpPr/>
            <p:nvPr/>
          </p:nvSpPr>
          <p:spPr>
            <a:xfrm>
              <a:off x="267592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2834;p96">
              <a:extLst>
                <a:ext uri="{FF2B5EF4-FFF2-40B4-BE49-F238E27FC236}">
                  <a16:creationId xmlns:a16="http://schemas.microsoft.com/office/drawing/2014/main" id="{A191F4D0-B81F-B7DC-16D5-EEC135D444F2}"/>
                </a:ext>
              </a:extLst>
            </p:cNvPr>
            <p:cNvSpPr/>
            <p:nvPr/>
          </p:nvSpPr>
          <p:spPr>
            <a:xfrm>
              <a:off x="267592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2835;p96">
              <a:extLst>
                <a:ext uri="{FF2B5EF4-FFF2-40B4-BE49-F238E27FC236}">
                  <a16:creationId xmlns:a16="http://schemas.microsoft.com/office/drawing/2014/main" id="{4EC2A668-C7AC-F311-67E7-5E0D70FB4195}"/>
                </a:ext>
              </a:extLst>
            </p:cNvPr>
            <p:cNvSpPr/>
            <p:nvPr/>
          </p:nvSpPr>
          <p:spPr>
            <a:xfrm>
              <a:off x="267592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2836;p96">
              <a:extLst>
                <a:ext uri="{FF2B5EF4-FFF2-40B4-BE49-F238E27FC236}">
                  <a16:creationId xmlns:a16="http://schemas.microsoft.com/office/drawing/2014/main" id="{E67653C2-B875-88B5-A648-C9C7FC45B9DC}"/>
                </a:ext>
              </a:extLst>
            </p:cNvPr>
            <p:cNvSpPr/>
            <p:nvPr/>
          </p:nvSpPr>
          <p:spPr>
            <a:xfrm>
              <a:off x="25997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2837;p96">
              <a:extLst>
                <a:ext uri="{FF2B5EF4-FFF2-40B4-BE49-F238E27FC236}">
                  <a16:creationId xmlns:a16="http://schemas.microsoft.com/office/drawing/2014/main" id="{792CCEC1-8CF6-31FB-8A58-0A6CD765A9A8}"/>
                </a:ext>
              </a:extLst>
            </p:cNvPr>
            <p:cNvSpPr/>
            <p:nvPr/>
          </p:nvSpPr>
          <p:spPr>
            <a:xfrm>
              <a:off x="25997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2838;p96">
              <a:extLst>
                <a:ext uri="{FF2B5EF4-FFF2-40B4-BE49-F238E27FC236}">
                  <a16:creationId xmlns:a16="http://schemas.microsoft.com/office/drawing/2014/main" id="{F762801F-D9F7-F168-7ED2-9A03FE460A35}"/>
                </a:ext>
              </a:extLst>
            </p:cNvPr>
            <p:cNvSpPr/>
            <p:nvPr/>
          </p:nvSpPr>
          <p:spPr>
            <a:xfrm>
              <a:off x="25997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2839;p96">
              <a:extLst>
                <a:ext uri="{FF2B5EF4-FFF2-40B4-BE49-F238E27FC236}">
                  <a16:creationId xmlns:a16="http://schemas.microsoft.com/office/drawing/2014/main" id="{3B437307-48E9-6D0E-98D4-2C603A626FA7}"/>
                </a:ext>
              </a:extLst>
            </p:cNvPr>
            <p:cNvSpPr/>
            <p:nvPr/>
          </p:nvSpPr>
          <p:spPr>
            <a:xfrm>
              <a:off x="25997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2840;p96">
              <a:extLst>
                <a:ext uri="{FF2B5EF4-FFF2-40B4-BE49-F238E27FC236}">
                  <a16:creationId xmlns:a16="http://schemas.microsoft.com/office/drawing/2014/main" id="{11AA6CD1-7AAA-E1A0-6535-E4EAC5CFA346}"/>
                </a:ext>
              </a:extLst>
            </p:cNvPr>
            <p:cNvSpPr/>
            <p:nvPr/>
          </p:nvSpPr>
          <p:spPr>
            <a:xfrm>
              <a:off x="25997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2841;p96">
              <a:extLst>
                <a:ext uri="{FF2B5EF4-FFF2-40B4-BE49-F238E27FC236}">
                  <a16:creationId xmlns:a16="http://schemas.microsoft.com/office/drawing/2014/main" id="{EB06DA92-342A-DAAA-94D1-EF3E1B82DB50}"/>
                </a:ext>
              </a:extLst>
            </p:cNvPr>
            <p:cNvSpPr/>
            <p:nvPr/>
          </p:nvSpPr>
          <p:spPr>
            <a:xfrm>
              <a:off x="25997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2842;p96">
              <a:extLst>
                <a:ext uri="{FF2B5EF4-FFF2-40B4-BE49-F238E27FC236}">
                  <a16:creationId xmlns:a16="http://schemas.microsoft.com/office/drawing/2014/main" id="{4B42F034-7700-E034-B223-E0A217EFFF1E}"/>
                </a:ext>
              </a:extLst>
            </p:cNvPr>
            <p:cNvSpPr/>
            <p:nvPr/>
          </p:nvSpPr>
          <p:spPr>
            <a:xfrm>
              <a:off x="259972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2843;p96">
              <a:extLst>
                <a:ext uri="{FF2B5EF4-FFF2-40B4-BE49-F238E27FC236}">
                  <a16:creationId xmlns:a16="http://schemas.microsoft.com/office/drawing/2014/main" id="{761B21EB-16D1-8AEC-C1F9-B467253628ED}"/>
                </a:ext>
              </a:extLst>
            </p:cNvPr>
            <p:cNvSpPr/>
            <p:nvPr/>
          </p:nvSpPr>
          <p:spPr>
            <a:xfrm>
              <a:off x="259972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2844;p96">
              <a:extLst>
                <a:ext uri="{FF2B5EF4-FFF2-40B4-BE49-F238E27FC236}">
                  <a16:creationId xmlns:a16="http://schemas.microsoft.com/office/drawing/2014/main" id="{795E9D68-4DDF-A00B-C0F8-8C1778A2C384}"/>
                </a:ext>
              </a:extLst>
            </p:cNvPr>
            <p:cNvSpPr/>
            <p:nvPr/>
          </p:nvSpPr>
          <p:spPr>
            <a:xfrm>
              <a:off x="259972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2845;p96">
              <a:extLst>
                <a:ext uri="{FF2B5EF4-FFF2-40B4-BE49-F238E27FC236}">
                  <a16:creationId xmlns:a16="http://schemas.microsoft.com/office/drawing/2014/main" id="{B7B77C75-568F-E70C-2041-7557617B1436}"/>
                </a:ext>
              </a:extLst>
            </p:cNvPr>
            <p:cNvSpPr/>
            <p:nvPr/>
          </p:nvSpPr>
          <p:spPr>
            <a:xfrm>
              <a:off x="25235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2846;p96">
              <a:extLst>
                <a:ext uri="{FF2B5EF4-FFF2-40B4-BE49-F238E27FC236}">
                  <a16:creationId xmlns:a16="http://schemas.microsoft.com/office/drawing/2014/main" id="{20F320A6-0A96-F54C-D465-3ED2FD81F248}"/>
                </a:ext>
              </a:extLst>
            </p:cNvPr>
            <p:cNvSpPr/>
            <p:nvPr/>
          </p:nvSpPr>
          <p:spPr>
            <a:xfrm>
              <a:off x="25235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2847;p96">
              <a:extLst>
                <a:ext uri="{FF2B5EF4-FFF2-40B4-BE49-F238E27FC236}">
                  <a16:creationId xmlns:a16="http://schemas.microsoft.com/office/drawing/2014/main" id="{6435A0E4-0CAF-5F74-CF0F-442CCEB03536}"/>
                </a:ext>
              </a:extLst>
            </p:cNvPr>
            <p:cNvSpPr/>
            <p:nvPr/>
          </p:nvSpPr>
          <p:spPr>
            <a:xfrm>
              <a:off x="25235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2848;p96">
              <a:extLst>
                <a:ext uri="{FF2B5EF4-FFF2-40B4-BE49-F238E27FC236}">
                  <a16:creationId xmlns:a16="http://schemas.microsoft.com/office/drawing/2014/main" id="{59E000A6-DA18-15F1-A2CC-3FA6284884BB}"/>
                </a:ext>
              </a:extLst>
            </p:cNvPr>
            <p:cNvSpPr/>
            <p:nvPr/>
          </p:nvSpPr>
          <p:spPr>
            <a:xfrm>
              <a:off x="25235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2849;p96">
              <a:extLst>
                <a:ext uri="{FF2B5EF4-FFF2-40B4-BE49-F238E27FC236}">
                  <a16:creationId xmlns:a16="http://schemas.microsoft.com/office/drawing/2014/main" id="{B1CA844C-996D-B6CB-6F1A-B3C8FF1B1413}"/>
                </a:ext>
              </a:extLst>
            </p:cNvPr>
            <p:cNvSpPr/>
            <p:nvPr/>
          </p:nvSpPr>
          <p:spPr>
            <a:xfrm>
              <a:off x="25235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2850;p96">
              <a:extLst>
                <a:ext uri="{FF2B5EF4-FFF2-40B4-BE49-F238E27FC236}">
                  <a16:creationId xmlns:a16="http://schemas.microsoft.com/office/drawing/2014/main" id="{426C9159-AC61-2C79-E8E0-28009099D95E}"/>
                </a:ext>
              </a:extLst>
            </p:cNvPr>
            <p:cNvSpPr/>
            <p:nvPr/>
          </p:nvSpPr>
          <p:spPr>
            <a:xfrm>
              <a:off x="25235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2851;p96">
              <a:extLst>
                <a:ext uri="{FF2B5EF4-FFF2-40B4-BE49-F238E27FC236}">
                  <a16:creationId xmlns:a16="http://schemas.microsoft.com/office/drawing/2014/main" id="{410254DB-6C46-0CC5-9940-670E5A85367E}"/>
                </a:ext>
              </a:extLst>
            </p:cNvPr>
            <p:cNvSpPr/>
            <p:nvPr/>
          </p:nvSpPr>
          <p:spPr>
            <a:xfrm>
              <a:off x="252350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2852;p96">
              <a:extLst>
                <a:ext uri="{FF2B5EF4-FFF2-40B4-BE49-F238E27FC236}">
                  <a16:creationId xmlns:a16="http://schemas.microsoft.com/office/drawing/2014/main" id="{D4EAE5BD-A31F-759C-A1CA-1D96FD29C59C}"/>
                </a:ext>
              </a:extLst>
            </p:cNvPr>
            <p:cNvSpPr/>
            <p:nvPr/>
          </p:nvSpPr>
          <p:spPr>
            <a:xfrm>
              <a:off x="2523500" y="119055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2853;p96">
              <a:extLst>
                <a:ext uri="{FF2B5EF4-FFF2-40B4-BE49-F238E27FC236}">
                  <a16:creationId xmlns:a16="http://schemas.microsoft.com/office/drawing/2014/main" id="{4F589299-EADF-54C0-3C2B-E6583281E14A}"/>
                </a:ext>
              </a:extLst>
            </p:cNvPr>
            <p:cNvSpPr/>
            <p:nvPr/>
          </p:nvSpPr>
          <p:spPr>
            <a:xfrm>
              <a:off x="252350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2854;p96">
              <a:extLst>
                <a:ext uri="{FF2B5EF4-FFF2-40B4-BE49-F238E27FC236}">
                  <a16:creationId xmlns:a16="http://schemas.microsoft.com/office/drawing/2014/main" id="{064C84F4-17EA-5579-DA30-B88F6F066B8F}"/>
                </a:ext>
              </a:extLst>
            </p:cNvPr>
            <p:cNvSpPr/>
            <p:nvPr/>
          </p:nvSpPr>
          <p:spPr>
            <a:xfrm>
              <a:off x="252350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2855;p96">
              <a:extLst>
                <a:ext uri="{FF2B5EF4-FFF2-40B4-BE49-F238E27FC236}">
                  <a16:creationId xmlns:a16="http://schemas.microsoft.com/office/drawing/2014/main" id="{429F86FC-BB6A-4044-3D38-61E0DC2EB238}"/>
                </a:ext>
              </a:extLst>
            </p:cNvPr>
            <p:cNvSpPr/>
            <p:nvPr/>
          </p:nvSpPr>
          <p:spPr>
            <a:xfrm>
              <a:off x="24473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2856;p96">
              <a:extLst>
                <a:ext uri="{FF2B5EF4-FFF2-40B4-BE49-F238E27FC236}">
                  <a16:creationId xmlns:a16="http://schemas.microsoft.com/office/drawing/2014/main" id="{A3531D07-963D-CF75-2E37-13F6852A96B4}"/>
                </a:ext>
              </a:extLst>
            </p:cNvPr>
            <p:cNvSpPr/>
            <p:nvPr/>
          </p:nvSpPr>
          <p:spPr>
            <a:xfrm>
              <a:off x="2447300" y="1647400"/>
              <a:ext cx="62400" cy="53450"/>
            </a:xfrm>
            <a:custGeom>
              <a:avLst/>
              <a:gdLst/>
              <a:ahLst/>
              <a:cxnLst/>
              <a:rect l="l" t="t" r="r" b="b"/>
              <a:pathLst>
                <a:path w="2496"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2857;p96">
              <a:extLst>
                <a:ext uri="{FF2B5EF4-FFF2-40B4-BE49-F238E27FC236}">
                  <a16:creationId xmlns:a16="http://schemas.microsoft.com/office/drawing/2014/main" id="{32CD1125-1152-F013-E567-F7333D6F5B4F}"/>
                </a:ext>
              </a:extLst>
            </p:cNvPr>
            <p:cNvSpPr/>
            <p:nvPr/>
          </p:nvSpPr>
          <p:spPr>
            <a:xfrm>
              <a:off x="2447300" y="1571400"/>
              <a:ext cx="62400" cy="53250"/>
            </a:xfrm>
            <a:custGeom>
              <a:avLst/>
              <a:gdLst/>
              <a:ahLst/>
              <a:cxnLst/>
              <a:rect l="l" t="t" r="r" b="b"/>
              <a:pathLst>
                <a:path w="2496"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2858;p96">
              <a:extLst>
                <a:ext uri="{FF2B5EF4-FFF2-40B4-BE49-F238E27FC236}">
                  <a16:creationId xmlns:a16="http://schemas.microsoft.com/office/drawing/2014/main" id="{6FC8AEDC-C56C-7B1D-8DDC-9AF1136559C2}"/>
                </a:ext>
              </a:extLst>
            </p:cNvPr>
            <p:cNvSpPr/>
            <p:nvPr/>
          </p:nvSpPr>
          <p:spPr>
            <a:xfrm>
              <a:off x="24473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2859;p96">
              <a:extLst>
                <a:ext uri="{FF2B5EF4-FFF2-40B4-BE49-F238E27FC236}">
                  <a16:creationId xmlns:a16="http://schemas.microsoft.com/office/drawing/2014/main" id="{1F936035-A82F-7B15-B52D-79C42B264834}"/>
                </a:ext>
              </a:extLst>
            </p:cNvPr>
            <p:cNvSpPr/>
            <p:nvPr/>
          </p:nvSpPr>
          <p:spPr>
            <a:xfrm>
              <a:off x="2447300" y="1418975"/>
              <a:ext cx="62400" cy="53350"/>
            </a:xfrm>
            <a:custGeom>
              <a:avLst/>
              <a:gdLst/>
              <a:ahLst/>
              <a:cxnLst/>
              <a:rect l="l" t="t" r="r" b="b"/>
              <a:pathLst>
                <a:path w="2496" h="2134" extrusionOk="0">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2860;p96">
              <a:extLst>
                <a:ext uri="{FF2B5EF4-FFF2-40B4-BE49-F238E27FC236}">
                  <a16:creationId xmlns:a16="http://schemas.microsoft.com/office/drawing/2014/main" id="{6FB7C1B0-E71F-BD27-6913-BE44EB2B7386}"/>
                </a:ext>
              </a:extLst>
            </p:cNvPr>
            <p:cNvSpPr/>
            <p:nvPr/>
          </p:nvSpPr>
          <p:spPr>
            <a:xfrm>
              <a:off x="24473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2861;p96">
              <a:extLst>
                <a:ext uri="{FF2B5EF4-FFF2-40B4-BE49-F238E27FC236}">
                  <a16:creationId xmlns:a16="http://schemas.microsoft.com/office/drawing/2014/main" id="{58913A70-3395-7B2D-0169-89B4DF229CBB}"/>
                </a:ext>
              </a:extLst>
            </p:cNvPr>
            <p:cNvSpPr/>
            <p:nvPr/>
          </p:nvSpPr>
          <p:spPr>
            <a:xfrm>
              <a:off x="2447300" y="1266550"/>
              <a:ext cx="62400" cy="53450"/>
            </a:xfrm>
            <a:custGeom>
              <a:avLst/>
              <a:gdLst/>
              <a:ahLst/>
              <a:cxnLst/>
              <a:rect l="l" t="t" r="r" b="b"/>
              <a:pathLst>
                <a:path w="2496"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2862;p96">
              <a:extLst>
                <a:ext uri="{FF2B5EF4-FFF2-40B4-BE49-F238E27FC236}">
                  <a16:creationId xmlns:a16="http://schemas.microsoft.com/office/drawing/2014/main" id="{AE10D387-B67F-F6EB-D1FA-6EB5504EFD65}"/>
                </a:ext>
              </a:extLst>
            </p:cNvPr>
            <p:cNvSpPr/>
            <p:nvPr/>
          </p:nvSpPr>
          <p:spPr>
            <a:xfrm>
              <a:off x="2447300" y="1190550"/>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2863;p96">
              <a:extLst>
                <a:ext uri="{FF2B5EF4-FFF2-40B4-BE49-F238E27FC236}">
                  <a16:creationId xmlns:a16="http://schemas.microsoft.com/office/drawing/2014/main" id="{1B909564-3AC3-EA3F-EABA-99D0A4229692}"/>
                </a:ext>
              </a:extLst>
            </p:cNvPr>
            <p:cNvSpPr/>
            <p:nvPr/>
          </p:nvSpPr>
          <p:spPr>
            <a:xfrm>
              <a:off x="2447300" y="11143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2864;p96">
              <a:extLst>
                <a:ext uri="{FF2B5EF4-FFF2-40B4-BE49-F238E27FC236}">
                  <a16:creationId xmlns:a16="http://schemas.microsoft.com/office/drawing/2014/main" id="{E86858DE-E357-0D5F-6F73-1100F4F6CAF1}"/>
                </a:ext>
              </a:extLst>
            </p:cNvPr>
            <p:cNvSpPr/>
            <p:nvPr/>
          </p:nvSpPr>
          <p:spPr>
            <a:xfrm>
              <a:off x="2447300" y="1038125"/>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2865;p96">
              <a:extLst>
                <a:ext uri="{FF2B5EF4-FFF2-40B4-BE49-F238E27FC236}">
                  <a16:creationId xmlns:a16="http://schemas.microsoft.com/office/drawing/2014/main" id="{B97FD872-C8B9-ABEC-CCFF-77B9929AFAEC}"/>
                </a:ext>
              </a:extLst>
            </p:cNvPr>
            <p:cNvSpPr/>
            <p:nvPr/>
          </p:nvSpPr>
          <p:spPr>
            <a:xfrm>
              <a:off x="237127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2866;p96">
              <a:extLst>
                <a:ext uri="{FF2B5EF4-FFF2-40B4-BE49-F238E27FC236}">
                  <a16:creationId xmlns:a16="http://schemas.microsoft.com/office/drawing/2014/main" id="{F7B42E35-3215-C7B5-EF3A-0A5CF6F307A6}"/>
                </a:ext>
              </a:extLst>
            </p:cNvPr>
            <p:cNvSpPr/>
            <p:nvPr/>
          </p:nvSpPr>
          <p:spPr>
            <a:xfrm>
              <a:off x="23712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2867;p96">
              <a:extLst>
                <a:ext uri="{FF2B5EF4-FFF2-40B4-BE49-F238E27FC236}">
                  <a16:creationId xmlns:a16="http://schemas.microsoft.com/office/drawing/2014/main" id="{C8B4EEBA-2C56-99A5-97DB-B2990648ABF5}"/>
                </a:ext>
              </a:extLst>
            </p:cNvPr>
            <p:cNvSpPr/>
            <p:nvPr/>
          </p:nvSpPr>
          <p:spPr>
            <a:xfrm>
              <a:off x="23712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2868;p96">
              <a:extLst>
                <a:ext uri="{FF2B5EF4-FFF2-40B4-BE49-F238E27FC236}">
                  <a16:creationId xmlns:a16="http://schemas.microsoft.com/office/drawing/2014/main" id="{B49E9D71-4049-8B26-06C7-F78C1CF27651}"/>
                </a:ext>
              </a:extLst>
            </p:cNvPr>
            <p:cNvSpPr/>
            <p:nvPr/>
          </p:nvSpPr>
          <p:spPr>
            <a:xfrm>
              <a:off x="23712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2869;p96">
              <a:extLst>
                <a:ext uri="{FF2B5EF4-FFF2-40B4-BE49-F238E27FC236}">
                  <a16:creationId xmlns:a16="http://schemas.microsoft.com/office/drawing/2014/main" id="{130FBFDB-08F3-4640-D13C-E0230185A38D}"/>
                </a:ext>
              </a:extLst>
            </p:cNvPr>
            <p:cNvSpPr/>
            <p:nvPr/>
          </p:nvSpPr>
          <p:spPr>
            <a:xfrm>
              <a:off x="23712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2870;p96">
              <a:extLst>
                <a:ext uri="{FF2B5EF4-FFF2-40B4-BE49-F238E27FC236}">
                  <a16:creationId xmlns:a16="http://schemas.microsoft.com/office/drawing/2014/main" id="{66168508-2DC4-7716-2AC9-6CA6D24F13DD}"/>
                </a:ext>
              </a:extLst>
            </p:cNvPr>
            <p:cNvSpPr/>
            <p:nvPr/>
          </p:nvSpPr>
          <p:spPr>
            <a:xfrm>
              <a:off x="237127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2871;p96">
              <a:extLst>
                <a:ext uri="{FF2B5EF4-FFF2-40B4-BE49-F238E27FC236}">
                  <a16:creationId xmlns:a16="http://schemas.microsoft.com/office/drawing/2014/main" id="{48259F8F-FC63-2C20-5E10-1860F1457368}"/>
                </a:ext>
              </a:extLst>
            </p:cNvPr>
            <p:cNvSpPr/>
            <p:nvPr/>
          </p:nvSpPr>
          <p:spPr>
            <a:xfrm>
              <a:off x="237127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2872;p96">
              <a:extLst>
                <a:ext uri="{FF2B5EF4-FFF2-40B4-BE49-F238E27FC236}">
                  <a16:creationId xmlns:a16="http://schemas.microsoft.com/office/drawing/2014/main" id="{10F040BB-26B0-0BFC-F8F7-C9B21B114A57}"/>
                </a:ext>
              </a:extLst>
            </p:cNvPr>
            <p:cNvSpPr/>
            <p:nvPr/>
          </p:nvSpPr>
          <p:spPr>
            <a:xfrm>
              <a:off x="237127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2873;p96">
              <a:extLst>
                <a:ext uri="{FF2B5EF4-FFF2-40B4-BE49-F238E27FC236}">
                  <a16:creationId xmlns:a16="http://schemas.microsoft.com/office/drawing/2014/main" id="{46EB4F6A-E442-526E-1A44-FC9D4AE69D99}"/>
                </a:ext>
              </a:extLst>
            </p:cNvPr>
            <p:cNvSpPr/>
            <p:nvPr/>
          </p:nvSpPr>
          <p:spPr>
            <a:xfrm>
              <a:off x="237127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2874;p96">
              <a:extLst>
                <a:ext uri="{FF2B5EF4-FFF2-40B4-BE49-F238E27FC236}">
                  <a16:creationId xmlns:a16="http://schemas.microsoft.com/office/drawing/2014/main" id="{01FF7D67-7075-27EB-D008-FD4E384C2831}"/>
                </a:ext>
              </a:extLst>
            </p:cNvPr>
            <p:cNvSpPr/>
            <p:nvPr/>
          </p:nvSpPr>
          <p:spPr>
            <a:xfrm>
              <a:off x="229507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2875;p96">
              <a:extLst>
                <a:ext uri="{FF2B5EF4-FFF2-40B4-BE49-F238E27FC236}">
                  <a16:creationId xmlns:a16="http://schemas.microsoft.com/office/drawing/2014/main" id="{D5202E12-1C23-A890-1E0D-0C5340ED0D90}"/>
                </a:ext>
              </a:extLst>
            </p:cNvPr>
            <p:cNvSpPr/>
            <p:nvPr/>
          </p:nvSpPr>
          <p:spPr>
            <a:xfrm>
              <a:off x="22950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2876;p96">
              <a:extLst>
                <a:ext uri="{FF2B5EF4-FFF2-40B4-BE49-F238E27FC236}">
                  <a16:creationId xmlns:a16="http://schemas.microsoft.com/office/drawing/2014/main" id="{D1824E6F-01AB-74BE-B147-8C398347386D}"/>
                </a:ext>
              </a:extLst>
            </p:cNvPr>
            <p:cNvSpPr/>
            <p:nvPr/>
          </p:nvSpPr>
          <p:spPr>
            <a:xfrm>
              <a:off x="2295075" y="11905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2877;p96">
              <a:extLst>
                <a:ext uri="{FF2B5EF4-FFF2-40B4-BE49-F238E27FC236}">
                  <a16:creationId xmlns:a16="http://schemas.microsoft.com/office/drawing/2014/main" id="{50A590FE-FBFA-9573-1BF7-93BBAC01D66A}"/>
                </a:ext>
              </a:extLst>
            </p:cNvPr>
            <p:cNvSpPr/>
            <p:nvPr/>
          </p:nvSpPr>
          <p:spPr>
            <a:xfrm>
              <a:off x="2295075" y="11143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2878;p96">
              <a:extLst>
                <a:ext uri="{FF2B5EF4-FFF2-40B4-BE49-F238E27FC236}">
                  <a16:creationId xmlns:a16="http://schemas.microsoft.com/office/drawing/2014/main" id="{1BB2C3CE-6402-3567-8A34-77B0348CFFAE}"/>
                </a:ext>
              </a:extLst>
            </p:cNvPr>
            <p:cNvSpPr/>
            <p:nvPr/>
          </p:nvSpPr>
          <p:spPr>
            <a:xfrm>
              <a:off x="2218650" y="1266550"/>
              <a:ext cx="62225" cy="53450"/>
            </a:xfrm>
            <a:custGeom>
              <a:avLst/>
              <a:gdLst/>
              <a:ahLst/>
              <a:cxnLst/>
              <a:rect l="l" t="t" r="r" b="b"/>
              <a:pathLst>
                <a:path w="2489" h="2138" extrusionOk="0">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2879;p96">
              <a:extLst>
                <a:ext uri="{FF2B5EF4-FFF2-40B4-BE49-F238E27FC236}">
                  <a16:creationId xmlns:a16="http://schemas.microsoft.com/office/drawing/2014/main" id="{19BD3F1B-DBB9-1E2C-AC6C-A6822DE1C6E9}"/>
                </a:ext>
              </a:extLst>
            </p:cNvPr>
            <p:cNvSpPr/>
            <p:nvPr/>
          </p:nvSpPr>
          <p:spPr>
            <a:xfrm>
              <a:off x="2218650" y="1190550"/>
              <a:ext cx="62225" cy="53325"/>
            </a:xfrm>
            <a:custGeom>
              <a:avLst/>
              <a:gdLst/>
              <a:ahLst/>
              <a:cxnLst/>
              <a:rect l="l" t="t" r="r" b="b"/>
              <a:pathLst>
                <a:path w="2489" h="2133" extrusionOk="0">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2880;p96">
              <a:extLst>
                <a:ext uri="{FF2B5EF4-FFF2-40B4-BE49-F238E27FC236}">
                  <a16:creationId xmlns:a16="http://schemas.microsoft.com/office/drawing/2014/main" id="{158444DD-3F9B-77A6-4370-089CCA4BDBF3}"/>
                </a:ext>
              </a:extLst>
            </p:cNvPr>
            <p:cNvSpPr/>
            <p:nvPr/>
          </p:nvSpPr>
          <p:spPr>
            <a:xfrm>
              <a:off x="2218650" y="1114325"/>
              <a:ext cx="62225" cy="53350"/>
            </a:xfrm>
            <a:custGeom>
              <a:avLst/>
              <a:gdLst/>
              <a:ahLst/>
              <a:cxnLst/>
              <a:rect l="l" t="t" r="r" b="b"/>
              <a:pathLst>
                <a:path w="2489" h="2134" extrusionOk="0">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2881;p96">
              <a:extLst>
                <a:ext uri="{FF2B5EF4-FFF2-40B4-BE49-F238E27FC236}">
                  <a16:creationId xmlns:a16="http://schemas.microsoft.com/office/drawing/2014/main" id="{290FF82E-E70F-61DC-DB53-F873353EED41}"/>
                </a:ext>
              </a:extLst>
            </p:cNvPr>
            <p:cNvSpPr/>
            <p:nvPr/>
          </p:nvSpPr>
          <p:spPr>
            <a:xfrm>
              <a:off x="2142425" y="1266550"/>
              <a:ext cx="62425" cy="53450"/>
            </a:xfrm>
            <a:custGeom>
              <a:avLst/>
              <a:gdLst/>
              <a:ahLst/>
              <a:cxnLst/>
              <a:rect l="l" t="t" r="r" b="b"/>
              <a:pathLst>
                <a:path w="2497" h="2138" extrusionOk="0">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2882;p96">
              <a:extLst>
                <a:ext uri="{FF2B5EF4-FFF2-40B4-BE49-F238E27FC236}">
                  <a16:creationId xmlns:a16="http://schemas.microsoft.com/office/drawing/2014/main" id="{DE336085-F2F9-A8E3-F2ED-D1B222C2EF99}"/>
                </a:ext>
              </a:extLst>
            </p:cNvPr>
            <p:cNvSpPr/>
            <p:nvPr/>
          </p:nvSpPr>
          <p:spPr>
            <a:xfrm>
              <a:off x="2142425" y="11905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2883;p96">
              <a:extLst>
                <a:ext uri="{FF2B5EF4-FFF2-40B4-BE49-F238E27FC236}">
                  <a16:creationId xmlns:a16="http://schemas.microsoft.com/office/drawing/2014/main" id="{E149A4C7-B41D-FA3A-1626-5B3D8A9B56F3}"/>
                </a:ext>
              </a:extLst>
            </p:cNvPr>
            <p:cNvSpPr/>
            <p:nvPr/>
          </p:nvSpPr>
          <p:spPr>
            <a:xfrm>
              <a:off x="2751950"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2884;p96">
              <a:extLst>
                <a:ext uri="{FF2B5EF4-FFF2-40B4-BE49-F238E27FC236}">
                  <a16:creationId xmlns:a16="http://schemas.microsoft.com/office/drawing/2014/main" id="{5E933BF9-BA46-6710-D6DA-73CC8832B360}"/>
                </a:ext>
              </a:extLst>
            </p:cNvPr>
            <p:cNvSpPr/>
            <p:nvPr/>
          </p:nvSpPr>
          <p:spPr>
            <a:xfrm>
              <a:off x="2751950" y="3551925"/>
              <a:ext cx="62350" cy="53300"/>
            </a:xfrm>
            <a:custGeom>
              <a:avLst/>
              <a:gdLst/>
              <a:ahLst/>
              <a:cxnLst/>
              <a:rect l="l" t="t" r="r" b="b"/>
              <a:pathLst>
                <a:path w="2494" h="2132" extrusionOk="0">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2885;p96">
              <a:extLst>
                <a:ext uri="{FF2B5EF4-FFF2-40B4-BE49-F238E27FC236}">
                  <a16:creationId xmlns:a16="http://schemas.microsoft.com/office/drawing/2014/main" id="{2DC1F67B-D214-4EC5-DB08-E0D6E0A6FA2E}"/>
                </a:ext>
              </a:extLst>
            </p:cNvPr>
            <p:cNvSpPr/>
            <p:nvPr/>
          </p:nvSpPr>
          <p:spPr>
            <a:xfrm>
              <a:off x="2751950" y="3475725"/>
              <a:ext cx="62350" cy="53275"/>
            </a:xfrm>
            <a:custGeom>
              <a:avLst/>
              <a:gdLst/>
              <a:ahLst/>
              <a:cxnLst/>
              <a:rect l="l" t="t" r="r" b="b"/>
              <a:pathLst>
                <a:path w="2494" h="2131" extrusionOk="0">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2886;p96">
              <a:extLst>
                <a:ext uri="{FF2B5EF4-FFF2-40B4-BE49-F238E27FC236}">
                  <a16:creationId xmlns:a16="http://schemas.microsoft.com/office/drawing/2014/main" id="{DB5B1CE0-3CB5-3653-35F7-718D990C955C}"/>
                </a:ext>
              </a:extLst>
            </p:cNvPr>
            <p:cNvSpPr/>
            <p:nvPr/>
          </p:nvSpPr>
          <p:spPr>
            <a:xfrm>
              <a:off x="2675925" y="385677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2887;p96">
              <a:extLst>
                <a:ext uri="{FF2B5EF4-FFF2-40B4-BE49-F238E27FC236}">
                  <a16:creationId xmlns:a16="http://schemas.microsoft.com/office/drawing/2014/main" id="{7D758B32-3642-BBA8-116C-8DB64CE8C68E}"/>
                </a:ext>
              </a:extLst>
            </p:cNvPr>
            <p:cNvSpPr/>
            <p:nvPr/>
          </p:nvSpPr>
          <p:spPr>
            <a:xfrm>
              <a:off x="2675725" y="3780375"/>
              <a:ext cx="62425" cy="53475"/>
            </a:xfrm>
            <a:custGeom>
              <a:avLst/>
              <a:gdLst/>
              <a:ahLst/>
              <a:cxnLst/>
              <a:rect l="l" t="t" r="r" b="b"/>
              <a:pathLst>
                <a:path w="2497" h="2139" extrusionOk="0">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2888;p96">
              <a:extLst>
                <a:ext uri="{FF2B5EF4-FFF2-40B4-BE49-F238E27FC236}">
                  <a16:creationId xmlns:a16="http://schemas.microsoft.com/office/drawing/2014/main" id="{787E2403-CBDD-FAC9-C7B2-77997B99461C}"/>
                </a:ext>
              </a:extLst>
            </p:cNvPr>
            <p:cNvSpPr/>
            <p:nvPr/>
          </p:nvSpPr>
          <p:spPr>
            <a:xfrm>
              <a:off x="267592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2889;p96">
              <a:extLst>
                <a:ext uri="{FF2B5EF4-FFF2-40B4-BE49-F238E27FC236}">
                  <a16:creationId xmlns:a16="http://schemas.microsoft.com/office/drawing/2014/main" id="{9011EF1E-6DF0-1ED4-5A7A-3A9C662B3386}"/>
                </a:ext>
              </a:extLst>
            </p:cNvPr>
            <p:cNvSpPr/>
            <p:nvPr/>
          </p:nvSpPr>
          <p:spPr>
            <a:xfrm>
              <a:off x="2675925"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2890;p96">
              <a:extLst>
                <a:ext uri="{FF2B5EF4-FFF2-40B4-BE49-F238E27FC236}">
                  <a16:creationId xmlns:a16="http://schemas.microsoft.com/office/drawing/2014/main" id="{5FD0BFD1-0FE3-89D2-3B48-B70BF8FFEEAA}"/>
                </a:ext>
              </a:extLst>
            </p:cNvPr>
            <p:cNvSpPr/>
            <p:nvPr/>
          </p:nvSpPr>
          <p:spPr>
            <a:xfrm>
              <a:off x="2675925" y="355192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2891;p96">
              <a:extLst>
                <a:ext uri="{FF2B5EF4-FFF2-40B4-BE49-F238E27FC236}">
                  <a16:creationId xmlns:a16="http://schemas.microsoft.com/office/drawing/2014/main" id="{9FA75F04-E6F1-E682-FCA1-D7A27E123709}"/>
                </a:ext>
              </a:extLst>
            </p:cNvPr>
            <p:cNvSpPr/>
            <p:nvPr/>
          </p:nvSpPr>
          <p:spPr>
            <a:xfrm>
              <a:off x="26759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2892;p96">
              <a:extLst>
                <a:ext uri="{FF2B5EF4-FFF2-40B4-BE49-F238E27FC236}">
                  <a16:creationId xmlns:a16="http://schemas.microsoft.com/office/drawing/2014/main" id="{828BDE1A-06FF-9193-57B0-779B9500EA62}"/>
                </a:ext>
              </a:extLst>
            </p:cNvPr>
            <p:cNvSpPr/>
            <p:nvPr/>
          </p:nvSpPr>
          <p:spPr>
            <a:xfrm>
              <a:off x="259972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2893;p96">
              <a:extLst>
                <a:ext uri="{FF2B5EF4-FFF2-40B4-BE49-F238E27FC236}">
                  <a16:creationId xmlns:a16="http://schemas.microsoft.com/office/drawing/2014/main" id="{305A0FF7-6D68-DE2E-C59E-9C2EB28BEC6F}"/>
                </a:ext>
              </a:extLst>
            </p:cNvPr>
            <p:cNvSpPr/>
            <p:nvPr/>
          </p:nvSpPr>
          <p:spPr>
            <a:xfrm>
              <a:off x="2599725" y="3780375"/>
              <a:ext cx="62400" cy="53475"/>
            </a:xfrm>
            <a:custGeom>
              <a:avLst/>
              <a:gdLst/>
              <a:ahLst/>
              <a:cxnLst/>
              <a:rect l="l" t="t" r="r" b="b"/>
              <a:pathLst>
                <a:path w="2496" h="2139" extrusionOk="0">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2894;p96">
              <a:extLst>
                <a:ext uri="{FF2B5EF4-FFF2-40B4-BE49-F238E27FC236}">
                  <a16:creationId xmlns:a16="http://schemas.microsoft.com/office/drawing/2014/main" id="{091CBAA7-8E11-71CF-0485-BE9DC86884CD}"/>
                </a:ext>
              </a:extLst>
            </p:cNvPr>
            <p:cNvSpPr/>
            <p:nvPr/>
          </p:nvSpPr>
          <p:spPr>
            <a:xfrm>
              <a:off x="2599725"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2895;p96">
              <a:extLst>
                <a:ext uri="{FF2B5EF4-FFF2-40B4-BE49-F238E27FC236}">
                  <a16:creationId xmlns:a16="http://schemas.microsoft.com/office/drawing/2014/main" id="{47D18804-1E50-6638-F776-4336499F5CB7}"/>
                </a:ext>
              </a:extLst>
            </p:cNvPr>
            <p:cNvSpPr/>
            <p:nvPr/>
          </p:nvSpPr>
          <p:spPr>
            <a:xfrm>
              <a:off x="2599725"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2896;p96">
              <a:extLst>
                <a:ext uri="{FF2B5EF4-FFF2-40B4-BE49-F238E27FC236}">
                  <a16:creationId xmlns:a16="http://schemas.microsoft.com/office/drawing/2014/main" id="{AD2C0243-EBF5-7DFE-E319-39DCD273AC2E}"/>
                </a:ext>
              </a:extLst>
            </p:cNvPr>
            <p:cNvSpPr/>
            <p:nvPr/>
          </p:nvSpPr>
          <p:spPr>
            <a:xfrm>
              <a:off x="259972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2897;p96">
              <a:extLst>
                <a:ext uri="{FF2B5EF4-FFF2-40B4-BE49-F238E27FC236}">
                  <a16:creationId xmlns:a16="http://schemas.microsoft.com/office/drawing/2014/main" id="{D9112150-2FE3-189D-1CC1-2C3A576C67E2}"/>
                </a:ext>
              </a:extLst>
            </p:cNvPr>
            <p:cNvSpPr/>
            <p:nvPr/>
          </p:nvSpPr>
          <p:spPr>
            <a:xfrm>
              <a:off x="259972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2898;p96">
              <a:extLst>
                <a:ext uri="{FF2B5EF4-FFF2-40B4-BE49-F238E27FC236}">
                  <a16:creationId xmlns:a16="http://schemas.microsoft.com/office/drawing/2014/main" id="{34C384A0-880A-7654-1620-AE9382290546}"/>
                </a:ext>
              </a:extLst>
            </p:cNvPr>
            <p:cNvSpPr/>
            <p:nvPr/>
          </p:nvSpPr>
          <p:spPr>
            <a:xfrm>
              <a:off x="2523500" y="3932800"/>
              <a:ext cx="62225" cy="53475"/>
            </a:xfrm>
            <a:custGeom>
              <a:avLst/>
              <a:gdLst/>
              <a:ahLst/>
              <a:cxnLst/>
              <a:rect l="l" t="t" r="r" b="b"/>
              <a:pathLst>
                <a:path w="2489" h="2139" extrusionOk="0">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2899;p96">
              <a:extLst>
                <a:ext uri="{FF2B5EF4-FFF2-40B4-BE49-F238E27FC236}">
                  <a16:creationId xmlns:a16="http://schemas.microsoft.com/office/drawing/2014/main" id="{826D9DD7-5D9E-53B5-D598-2CE1FA088C90}"/>
                </a:ext>
              </a:extLst>
            </p:cNvPr>
            <p:cNvSpPr/>
            <p:nvPr/>
          </p:nvSpPr>
          <p:spPr>
            <a:xfrm>
              <a:off x="2523500" y="385677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2900;p96">
              <a:extLst>
                <a:ext uri="{FF2B5EF4-FFF2-40B4-BE49-F238E27FC236}">
                  <a16:creationId xmlns:a16="http://schemas.microsoft.com/office/drawing/2014/main" id="{0002942F-271E-A626-944C-89ECFEAD5574}"/>
                </a:ext>
              </a:extLst>
            </p:cNvPr>
            <p:cNvSpPr/>
            <p:nvPr/>
          </p:nvSpPr>
          <p:spPr>
            <a:xfrm>
              <a:off x="2523500" y="3780375"/>
              <a:ext cx="62425" cy="53475"/>
            </a:xfrm>
            <a:custGeom>
              <a:avLst/>
              <a:gdLst/>
              <a:ahLst/>
              <a:cxnLst/>
              <a:rect l="l" t="t" r="r" b="b"/>
              <a:pathLst>
                <a:path w="2497" h="2139" extrusionOk="0">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2901;p96">
              <a:extLst>
                <a:ext uri="{FF2B5EF4-FFF2-40B4-BE49-F238E27FC236}">
                  <a16:creationId xmlns:a16="http://schemas.microsoft.com/office/drawing/2014/main" id="{FB02C5B1-A629-43AE-71B5-D9BA6866D144}"/>
                </a:ext>
              </a:extLst>
            </p:cNvPr>
            <p:cNvSpPr/>
            <p:nvPr/>
          </p:nvSpPr>
          <p:spPr>
            <a:xfrm>
              <a:off x="2523500" y="3704150"/>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2902;p96">
              <a:extLst>
                <a:ext uri="{FF2B5EF4-FFF2-40B4-BE49-F238E27FC236}">
                  <a16:creationId xmlns:a16="http://schemas.microsoft.com/office/drawing/2014/main" id="{26C89C82-2345-A0F8-B1E1-DD92820CEEA4}"/>
                </a:ext>
              </a:extLst>
            </p:cNvPr>
            <p:cNvSpPr/>
            <p:nvPr/>
          </p:nvSpPr>
          <p:spPr>
            <a:xfrm>
              <a:off x="2523500" y="3627950"/>
              <a:ext cx="62225" cy="53475"/>
            </a:xfrm>
            <a:custGeom>
              <a:avLst/>
              <a:gdLst/>
              <a:ahLst/>
              <a:cxnLst/>
              <a:rect l="l" t="t" r="r" b="b"/>
              <a:pathLst>
                <a:path w="2489" h="2139" extrusionOk="0">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2903;p96">
              <a:extLst>
                <a:ext uri="{FF2B5EF4-FFF2-40B4-BE49-F238E27FC236}">
                  <a16:creationId xmlns:a16="http://schemas.microsoft.com/office/drawing/2014/main" id="{A6CFDE38-3ED0-0AEF-1B23-EE294F32CB86}"/>
                </a:ext>
              </a:extLst>
            </p:cNvPr>
            <p:cNvSpPr/>
            <p:nvPr/>
          </p:nvSpPr>
          <p:spPr>
            <a:xfrm>
              <a:off x="2523500" y="355192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2904;p96">
              <a:extLst>
                <a:ext uri="{FF2B5EF4-FFF2-40B4-BE49-F238E27FC236}">
                  <a16:creationId xmlns:a16="http://schemas.microsoft.com/office/drawing/2014/main" id="{6DF0D596-1725-3324-4250-80AEC3BEA3BA}"/>
                </a:ext>
              </a:extLst>
            </p:cNvPr>
            <p:cNvSpPr/>
            <p:nvPr/>
          </p:nvSpPr>
          <p:spPr>
            <a:xfrm>
              <a:off x="2523500" y="34757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2905;p96">
              <a:extLst>
                <a:ext uri="{FF2B5EF4-FFF2-40B4-BE49-F238E27FC236}">
                  <a16:creationId xmlns:a16="http://schemas.microsoft.com/office/drawing/2014/main" id="{79A53F4D-E666-33E3-93EA-5E3C0B1DE552}"/>
                </a:ext>
              </a:extLst>
            </p:cNvPr>
            <p:cNvSpPr/>
            <p:nvPr/>
          </p:nvSpPr>
          <p:spPr>
            <a:xfrm>
              <a:off x="2523500" y="33995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2906;p96">
              <a:extLst>
                <a:ext uri="{FF2B5EF4-FFF2-40B4-BE49-F238E27FC236}">
                  <a16:creationId xmlns:a16="http://schemas.microsoft.com/office/drawing/2014/main" id="{9A34CC39-0386-32AE-ACB8-28F86832C28B}"/>
                </a:ext>
              </a:extLst>
            </p:cNvPr>
            <p:cNvSpPr/>
            <p:nvPr/>
          </p:nvSpPr>
          <p:spPr>
            <a:xfrm>
              <a:off x="2447300" y="4085225"/>
              <a:ext cx="62400" cy="53350"/>
            </a:xfrm>
            <a:custGeom>
              <a:avLst/>
              <a:gdLst/>
              <a:ahLst/>
              <a:cxnLst/>
              <a:rect l="l" t="t" r="r" b="b"/>
              <a:pathLst>
                <a:path w="2496" h="2134" extrusionOk="0">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2907;p96">
              <a:extLst>
                <a:ext uri="{FF2B5EF4-FFF2-40B4-BE49-F238E27FC236}">
                  <a16:creationId xmlns:a16="http://schemas.microsoft.com/office/drawing/2014/main" id="{6AA5E253-5E31-33CA-BCE9-9370A019ECB5}"/>
                </a:ext>
              </a:extLst>
            </p:cNvPr>
            <p:cNvSpPr/>
            <p:nvPr/>
          </p:nvSpPr>
          <p:spPr>
            <a:xfrm>
              <a:off x="2447300" y="4009000"/>
              <a:ext cx="62400" cy="53350"/>
            </a:xfrm>
            <a:custGeom>
              <a:avLst/>
              <a:gdLst/>
              <a:ahLst/>
              <a:cxnLst/>
              <a:rect l="l" t="t" r="r" b="b"/>
              <a:pathLst>
                <a:path w="2496" h="2134" extrusionOk="0">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2908;p96">
              <a:extLst>
                <a:ext uri="{FF2B5EF4-FFF2-40B4-BE49-F238E27FC236}">
                  <a16:creationId xmlns:a16="http://schemas.microsoft.com/office/drawing/2014/main" id="{69C769A8-31C6-C726-1404-F0EA8E9FEAAC}"/>
                </a:ext>
              </a:extLst>
            </p:cNvPr>
            <p:cNvSpPr/>
            <p:nvPr/>
          </p:nvSpPr>
          <p:spPr>
            <a:xfrm>
              <a:off x="2447300" y="3932800"/>
              <a:ext cx="62200" cy="53475"/>
            </a:xfrm>
            <a:custGeom>
              <a:avLst/>
              <a:gdLst/>
              <a:ahLst/>
              <a:cxnLst/>
              <a:rect l="l" t="t" r="r" b="b"/>
              <a:pathLst>
                <a:path w="2488" h="2139" extrusionOk="0">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2909;p96">
              <a:extLst>
                <a:ext uri="{FF2B5EF4-FFF2-40B4-BE49-F238E27FC236}">
                  <a16:creationId xmlns:a16="http://schemas.microsoft.com/office/drawing/2014/main" id="{3CC83CA9-34C1-1174-1751-5820FD71F9C9}"/>
                </a:ext>
              </a:extLst>
            </p:cNvPr>
            <p:cNvSpPr/>
            <p:nvPr/>
          </p:nvSpPr>
          <p:spPr>
            <a:xfrm>
              <a:off x="2447300" y="385677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2910;p96">
              <a:extLst>
                <a:ext uri="{FF2B5EF4-FFF2-40B4-BE49-F238E27FC236}">
                  <a16:creationId xmlns:a16="http://schemas.microsoft.com/office/drawing/2014/main" id="{F3469DA3-F44F-538D-1972-75AFC16ADE5A}"/>
                </a:ext>
              </a:extLst>
            </p:cNvPr>
            <p:cNvSpPr/>
            <p:nvPr/>
          </p:nvSpPr>
          <p:spPr>
            <a:xfrm>
              <a:off x="2447300" y="3780375"/>
              <a:ext cx="62400" cy="53475"/>
            </a:xfrm>
            <a:custGeom>
              <a:avLst/>
              <a:gdLst/>
              <a:ahLst/>
              <a:cxnLst/>
              <a:rect l="l" t="t" r="r" b="b"/>
              <a:pathLst>
                <a:path w="2496" h="2139" extrusionOk="0">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2911;p96">
              <a:extLst>
                <a:ext uri="{FF2B5EF4-FFF2-40B4-BE49-F238E27FC236}">
                  <a16:creationId xmlns:a16="http://schemas.microsoft.com/office/drawing/2014/main" id="{0039E60F-539F-01B8-A831-183C9273433A}"/>
                </a:ext>
              </a:extLst>
            </p:cNvPr>
            <p:cNvSpPr/>
            <p:nvPr/>
          </p:nvSpPr>
          <p:spPr>
            <a:xfrm>
              <a:off x="2447300" y="3704150"/>
              <a:ext cx="62400" cy="53450"/>
            </a:xfrm>
            <a:custGeom>
              <a:avLst/>
              <a:gdLst/>
              <a:ahLst/>
              <a:cxnLst/>
              <a:rect l="l" t="t" r="r" b="b"/>
              <a:pathLst>
                <a:path w="2496" h="2138" extrusionOk="0">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2912;p96">
              <a:extLst>
                <a:ext uri="{FF2B5EF4-FFF2-40B4-BE49-F238E27FC236}">
                  <a16:creationId xmlns:a16="http://schemas.microsoft.com/office/drawing/2014/main" id="{6F6A82C8-D3F2-D5EE-59AB-D1AFBEFD9C86}"/>
                </a:ext>
              </a:extLst>
            </p:cNvPr>
            <p:cNvSpPr/>
            <p:nvPr/>
          </p:nvSpPr>
          <p:spPr>
            <a:xfrm>
              <a:off x="2447300" y="3627950"/>
              <a:ext cx="62400" cy="53425"/>
            </a:xfrm>
            <a:custGeom>
              <a:avLst/>
              <a:gdLst/>
              <a:ahLst/>
              <a:cxnLst/>
              <a:rect l="l" t="t" r="r" b="b"/>
              <a:pathLst>
                <a:path w="2496" h="2137" extrusionOk="0">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2913;p96">
              <a:extLst>
                <a:ext uri="{FF2B5EF4-FFF2-40B4-BE49-F238E27FC236}">
                  <a16:creationId xmlns:a16="http://schemas.microsoft.com/office/drawing/2014/main" id="{AB73257B-D3F9-5FE8-5CE7-BE21B98B256C}"/>
                </a:ext>
              </a:extLst>
            </p:cNvPr>
            <p:cNvSpPr/>
            <p:nvPr/>
          </p:nvSpPr>
          <p:spPr>
            <a:xfrm>
              <a:off x="2447300" y="355192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2914;p96">
              <a:extLst>
                <a:ext uri="{FF2B5EF4-FFF2-40B4-BE49-F238E27FC236}">
                  <a16:creationId xmlns:a16="http://schemas.microsoft.com/office/drawing/2014/main" id="{302E7A0A-F95C-971D-E58A-7F91D7EA9BEE}"/>
                </a:ext>
              </a:extLst>
            </p:cNvPr>
            <p:cNvSpPr/>
            <p:nvPr/>
          </p:nvSpPr>
          <p:spPr>
            <a:xfrm>
              <a:off x="2447300" y="3475725"/>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2915;p96">
              <a:extLst>
                <a:ext uri="{FF2B5EF4-FFF2-40B4-BE49-F238E27FC236}">
                  <a16:creationId xmlns:a16="http://schemas.microsoft.com/office/drawing/2014/main" id="{78B446F7-8B51-89D2-A914-530DFE943E37}"/>
                </a:ext>
              </a:extLst>
            </p:cNvPr>
            <p:cNvSpPr/>
            <p:nvPr/>
          </p:nvSpPr>
          <p:spPr>
            <a:xfrm>
              <a:off x="2447300" y="3399500"/>
              <a:ext cx="62400" cy="53350"/>
            </a:xfrm>
            <a:custGeom>
              <a:avLst/>
              <a:gdLst/>
              <a:ahLst/>
              <a:cxnLst/>
              <a:rect l="l" t="t" r="r" b="b"/>
              <a:pathLst>
                <a:path w="2496" h="2134" extrusionOk="0">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2916;p96">
              <a:extLst>
                <a:ext uri="{FF2B5EF4-FFF2-40B4-BE49-F238E27FC236}">
                  <a16:creationId xmlns:a16="http://schemas.microsoft.com/office/drawing/2014/main" id="{B64B1565-1295-9FAC-116C-5D71AB6D0E1C}"/>
                </a:ext>
              </a:extLst>
            </p:cNvPr>
            <p:cNvSpPr/>
            <p:nvPr/>
          </p:nvSpPr>
          <p:spPr>
            <a:xfrm>
              <a:off x="2447300" y="3323300"/>
              <a:ext cx="62400" cy="53425"/>
            </a:xfrm>
            <a:custGeom>
              <a:avLst/>
              <a:gdLst/>
              <a:ahLst/>
              <a:cxnLst/>
              <a:rect l="l" t="t" r="r" b="b"/>
              <a:pathLst>
                <a:path w="2496" h="2137" extrusionOk="0">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2917;p96">
              <a:extLst>
                <a:ext uri="{FF2B5EF4-FFF2-40B4-BE49-F238E27FC236}">
                  <a16:creationId xmlns:a16="http://schemas.microsoft.com/office/drawing/2014/main" id="{8B0F205C-2175-8F75-FB61-2AE005772A48}"/>
                </a:ext>
              </a:extLst>
            </p:cNvPr>
            <p:cNvSpPr/>
            <p:nvPr/>
          </p:nvSpPr>
          <p:spPr>
            <a:xfrm>
              <a:off x="2371275" y="42374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2918;p96">
              <a:extLst>
                <a:ext uri="{FF2B5EF4-FFF2-40B4-BE49-F238E27FC236}">
                  <a16:creationId xmlns:a16="http://schemas.microsoft.com/office/drawing/2014/main" id="{BEEA3D9A-0C10-D21F-4E2E-391065E82863}"/>
                </a:ext>
              </a:extLst>
            </p:cNvPr>
            <p:cNvSpPr/>
            <p:nvPr/>
          </p:nvSpPr>
          <p:spPr>
            <a:xfrm>
              <a:off x="2371275"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2919;p96">
              <a:extLst>
                <a:ext uri="{FF2B5EF4-FFF2-40B4-BE49-F238E27FC236}">
                  <a16:creationId xmlns:a16="http://schemas.microsoft.com/office/drawing/2014/main" id="{A51F1845-13CB-D1E0-CA21-ABC8D72598F1}"/>
                </a:ext>
              </a:extLst>
            </p:cNvPr>
            <p:cNvSpPr/>
            <p:nvPr/>
          </p:nvSpPr>
          <p:spPr>
            <a:xfrm>
              <a:off x="23712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2920;p96">
              <a:extLst>
                <a:ext uri="{FF2B5EF4-FFF2-40B4-BE49-F238E27FC236}">
                  <a16:creationId xmlns:a16="http://schemas.microsoft.com/office/drawing/2014/main" id="{69EC70D3-CADE-DD11-3705-68EFBFD578C7}"/>
                </a:ext>
              </a:extLst>
            </p:cNvPr>
            <p:cNvSpPr/>
            <p:nvPr/>
          </p:nvSpPr>
          <p:spPr>
            <a:xfrm>
              <a:off x="2371275"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2921;p96">
              <a:extLst>
                <a:ext uri="{FF2B5EF4-FFF2-40B4-BE49-F238E27FC236}">
                  <a16:creationId xmlns:a16="http://schemas.microsoft.com/office/drawing/2014/main" id="{A7239630-D11F-D4B2-0AE2-7DB3528991B0}"/>
                </a:ext>
              </a:extLst>
            </p:cNvPr>
            <p:cNvSpPr/>
            <p:nvPr/>
          </p:nvSpPr>
          <p:spPr>
            <a:xfrm>
              <a:off x="2371075" y="3932800"/>
              <a:ext cx="62425" cy="53475"/>
            </a:xfrm>
            <a:custGeom>
              <a:avLst/>
              <a:gdLst/>
              <a:ahLst/>
              <a:cxnLst/>
              <a:rect l="l" t="t" r="r" b="b"/>
              <a:pathLst>
                <a:path w="2497" h="2139" extrusionOk="0">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2922;p96">
              <a:extLst>
                <a:ext uri="{FF2B5EF4-FFF2-40B4-BE49-F238E27FC236}">
                  <a16:creationId xmlns:a16="http://schemas.microsoft.com/office/drawing/2014/main" id="{F3DC167C-57B9-101D-2F3F-DD31E20FBE61}"/>
                </a:ext>
              </a:extLst>
            </p:cNvPr>
            <p:cNvSpPr/>
            <p:nvPr/>
          </p:nvSpPr>
          <p:spPr>
            <a:xfrm>
              <a:off x="2371075" y="385677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2923;p96">
              <a:extLst>
                <a:ext uri="{FF2B5EF4-FFF2-40B4-BE49-F238E27FC236}">
                  <a16:creationId xmlns:a16="http://schemas.microsoft.com/office/drawing/2014/main" id="{19527CD0-C2FC-0D08-7345-86B4F31EA68C}"/>
                </a:ext>
              </a:extLst>
            </p:cNvPr>
            <p:cNvSpPr/>
            <p:nvPr/>
          </p:nvSpPr>
          <p:spPr>
            <a:xfrm>
              <a:off x="2371075" y="3780375"/>
              <a:ext cx="62425" cy="53475"/>
            </a:xfrm>
            <a:custGeom>
              <a:avLst/>
              <a:gdLst/>
              <a:ahLst/>
              <a:cxnLst/>
              <a:rect l="l" t="t" r="r" b="b"/>
              <a:pathLst>
                <a:path w="2497" h="2139" extrusionOk="0">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2924;p96">
              <a:extLst>
                <a:ext uri="{FF2B5EF4-FFF2-40B4-BE49-F238E27FC236}">
                  <a16:creationId xmlns:a16="http://schemas.microsoft.com/office/drawing/2014/main" id="{3FC23C49-988F-9C3E-B774-071F017A7DF4}"/>
                </a:ext>
              </a:extLst>
            </p:cNvPr>
            <p:cNvSpPr/>
            <p:nvPr/>
          </p:nvSpPr>
          <p:spPr>
            <a:xfrm>
              <a:off x="237127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2925;p96">
              <a:extLst>
                <a:ext uri="{FF2B5EF4-FFF2-40B4-BE49-F238E27FC236}">
                  <a16:creationId xmlns:a16="http://schemas.microsoft.com/office/drawing/2014/main" id="{91219430-BE0C-CC97-F59C-F856B25DDC84}"/>
                </a:ext>
              </a:extLst>
            </p:cNvPr>
            <p:cNvSpPr/>
            <p:nvPr/>
          </p:nvSpPr>
          <p:spPr>
            <a:xfrm>
              <a:off x="2371275" y="36279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2926;p96">
              <a:extLst>
                <a:ext uri="{FF2B5EF4-FFF2-40B4-BE49-F238E27FC236}">
                  <a16:creationId xmlns:a16="http://schemas.microsoft.com/office/drawing/2014/main" id="{E3198EE3-97BB-A138-7EAD-B862E8FA565F}"/>
                </a:ext>
              </a:extLst>
            </p:cNvPr>
            <p:cNvSpPr/>
            <p:nvPr/>
          </p:nvSpPr>
          <p:spPr>
            <a:xfrm>
              <a:off x="2371075" y="355192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2927;p96">
              <a:extLst>
                <a:ext uri="{FF2B5EF4-FFF2-40B4-BE49-F238E27FC236}">
                  <a16:creationId xmlns:a16="http://schemas.microsoft.com/office/drawing/2014/main" id="{37A16944-1E0D-08D7-F319-A0044B6E5B99}"/>
                </a:ext>
              </a:extLst>
            </p:cNvPr>
            <p:cNvSpPr/>
            <p:nvPr/>
          </p:nvSpPr>
          <p:spPr>
            <a:xfrm>
              <a:off x="2371075" y="3475725"/>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2928;p96">
              <a:extLst>
                <a:ext uri="{FF2B5EF4-FFF2-40B4-BE49-F238E27FC236}">
                  <a16:creationId xmlns:a16="http://schemas.microsoft.com/office/drawing/2014/main" id="{FC67728B-8060-9D5F-3F29-46AA8553EF2C}"/>
                </a:ext>
              </a:extLst>
            </p:cNvPr>
            <p:cNvSpPr/>
            <p:nvPr/>
          </p:nvSpPr>
          <p:spPr>
            <a:xfrm>
              <a:off x="2371075" y="33995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2929;p96">
              <a:extLst>
                <a:ext uri="{FF2B5EF4-FFF2-40B4-BE49-F238E27FC236}">
                  <a16:creationId xmlns:a16="http://schemas.microsoft.com/office/drawing/2014/main" id="{6280785F-0F8C-E433-9350-A152D6E56C17}"/>
                </a:ext>
              </a:extLst>
            </p:cNvPr>
            <p:cNvSpPr/>
            <p:nvPr/>
          </p:nvSpPr>
          <p:spPr>
            <a:xfrm>
              <a:off x="2371075" y="3323300"/>
              <a:ext cx="62425" cy="53425"/>
            </a:xfrm>
            <a:custGeom>
              <a:avLst/>
              <a:gdLst/>
              <a:ahLst/>
              <a:cxnLst/>
              <a:rect l="l" t="t" r="r" b="b"/>
              <a:pathLst>
                <a:path w="2497" h="2137" extrusionOk="0">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2930;p96">
              <a:extLst>
                <a:ext uri="{FF2B5EF4-FFF2-40B4-BE49-F238E27FC236}">
                  <a16:creationId xmlns:a16="http://schemas.microsoft.com/office/drawing/2014/main" id="{E9292D3F-63CA-E363-192E-DF5A0A146F26}"/>
                </a:ext>
              </a:extLst>
            </p:cNvPr>
            <p:cNvSpPr/>
            <p:nvPr/>
          </p:nvSpPr>
          <p:spPr>
            <a:xfrm>
              <a:off x="2371075" y="3247075"/>
              <a:ext cx="62425" cy="53450"/>
            </a:xfrm>
            <a:custGeom>
              <a:avLst/>
              <a:gdLst/>
              <a:ahLst/>
              <a:cxnLst/>
              <a:rect l="l" t="t" r="r" b="b"/>
              <a:pathLst>
                <a:path w="2497" h="2138" extrusionOk="0">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2931;p96">
              <a:extLst>
                <a:ext uri="{FF2B5EF4-FFF2-40B4-BE49-F238E27FC236}">
                  <a16:creationId xmlns:a16="http://schemas.microsoft.com/office/drawing/2014/main" id="{3D19E110-2CD8-2ECA-49BD-6E5E8FDB1817}"/>
                </a:ext>
              </a:extLst>
            </p:cNvPr>
            <p:cNvSpPr/>
            <p:nvPr/>
          </p:nvSpPr>
          <p:spPr>
            <a:xfrm>
              <a:off x="2295075" y="43136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2932;p96">
              <a:extLst>
                <a:ext uri="{FF2B5EF4-FFF2-40B4-BE49-F238E27FC236}">
                  <a16:creationId xmlns:a16="http://schemas.microsoft.com/office/drawing/2014/main" id="{39050A30-CD05-0AF2-1DE5-E7128692C6BB}"/>
                </a:ext>
              </a:extLst>
            </p:cNvPr>
            <p:cNvSpPr/>
            <p:nvPr/>
          </p:nvSpPr>
          <p:spPr>
            <a:xfrm>
              <a:off x="2295075" y="4237450"/>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2933;p96">
              <a:extLst>
                <a:ext uri="{FF2B5EF4-FFF2-40B4-BE49-F238E27FC236}">
                  <a16:creationId xmlns:a16="http://schemas.microsoft.com/office/drawing/2014/main" id="{00062296-2A7E-541E-3E6E-361667189545}"/>
                </a:ext>
              </a:extLst>
            </p:cNvPr>
            <p:cNvSpPr/>
            <p:nvPr/>
          </p:nvSpPr>
          <p:spPr>
            <a:xfrm>
              <a:off x="2295075" y="4161425"/>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2934;p96">
              <a:extLst>
                <a:ext uri="{FF2B5EF4-FFF2-40B4-BE49-F238E27FC236}">
                  <a16:creationId xmlns:a16="http://schemas.microsoft.com/office/drawing/2014/main" id="{0BF48EA4-CEF8-0D60-78FC-C736B65E8EB1}"/>
                </a:ext>
              </a:extLst>
            </p:cNvPr>
            <p:cNvSpPr/>
            <p:nvPr/>
          </p:nvSpPr>
          <p:spPr>
            <a:xfrm>
              <a:off x="2295075" y="4085225"/>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2935;p96">
              <a:extLst>
                <a:ext uri="{FF2B5EF4-FFF2-40B4-BE49-F238E27FC236}">
                  <a16:creationId xmlns:a16="http://schemas.microsoft.com/office/drawing/2014/main" id="{CEBA8447-2410-24BE-E312-9AF9B2F216D6}"/>
                </a:ext>
              </a:extLst>
            </p:cNvPr>
            <p:cNvSpPr/>
            <p:nvPr/>
          </p:nvSpPr>
          <p:spPr>
            <a:xfrm>
              <a:off x="2295075" y="4009000"/>
              <a:ext cx="62200" cy="53350"/>
            </a:xfrm>
            <a:custGeom>
              <a:avLst/>
              <a:gdLst/>
              <a:ahLst/>
              <a:cxnLst/>
              <a:rect l="l" t="t" r="r" b="b"/>
              <a:pathLst>
                <a:path w="2488" h="2134" extrusionOk="0">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2936;p96">
              <a:extLst>
                <a:ext uri="{FF2B5EF4-FFF2-40B4-BE49-F238E27FC236}">
                  <a16:creationId xmlns:a16="http://schemas.microsoft.com/office/drawing/2014/main" id="{DD9B49C6-E8CE-CDE6-C025-8D0FD97D2268}"/>
                </a:ext>
              </a:extLst>
            </p:cNvPr>
            <p:cNvSpPr/>
            <p:nvPr/>
          </p:nvSpPr>
          <p:spPr>
            <a:xfrm>
              <a:off x="2294850" y="3932800"/>
              <a:ext cx="62425" cy="53475"/>
            </a:xfrm>
            <a:custGeom>
              <a:avLst/>
              <a:gdLst/>
              <a:ahLst/>
              <a:cxnLst/>
              <a:rect l="l" t="t" r="r" b="b"/>
              <a:pathLst>
                <a:path w="2497" h="2139" extrusionOk="0">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2937;p96">
              <a:extLst>
                <a:ext uri="{FF2B5EF4-FFF2-40B4-BE49-F238E27FC236}">
                  <a16:creationId xmlns:a16="http://schemas.microsoft.com/office/drawing/2014/main" id="{9258F022-3276-871A-B79C-09AE7B0F33A2}"/>
                </a:ext>
              </a:extLst>
            </p:cNvPr>
            <p:cNvSpPr/>
            <p:nvPr/>
          </p:nvSpPr>
          <p:spPr>
            <a:xfrm>
              <a:off x="229507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2938;p96">
              <a:extLst>
                <a:ext uri="{FF2B5EF4-FFF2-40B4-BE49-F238E27FC236}">
                  <a16:creationId xmlns:a16="http://schemas.microsoft.com/office/drawing/2014/main" id="{BD06626D-8B0D-C680-B7B9-1503A62D133B}"/>
                </a:ext>
              </a:extLst>
            </p:cNvPr>
            <p:cNvSpPr/>
            <p:nvPr/>
          </p:nvSpPr>
          <p:spPr>
            <a:xfrm>
              <a:off x="2294850" y="3780375"/>
              <a:ext cx="62625" cy="53475"/>
            </a:xfrm>
            <a:custGeom>
              <a:avLst/>
              <a:gdLst/>
              <a:ahLst/>
              <a:cxnLst/>
              <a:rect l="l" t="t" r="r" b="b"/>
              <a:pathLst>
                <a:path w="2505" h="2139" extrusionOk="0">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2939;p96">
              <a:extLst>
                <a:ext uri="{FF2B5EF4-FFF2-40B4-BE49-F238E27FC236}">
                  <a16:creationId xmlns:a16="http://schemas.microsoft.com/office/drawing/2014/main" id="{A2969800-5319-A520-B377-22D9C5A8800E}"/>
                </a:ext>
              </a:extLst>
            </p:cNvPr>
            <p:cNvSpPr/>
            <p:nvPr/>
          </p:nvSpPr>
          <p:spPr>
            <a:xfrm>
              <a:off x="2295075" y="37041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2940;p96">
              <a:extLst>
                <a:ext uri="{FF2B5EF4-FFF2-40B4-BE49-F238E27FC236}">
                  <a16:creationId xmlns:a16="http://schemas.microsoft.com/office/drawing/2014/main" id="{21861CC7-ED53-F93A-25C8-70EB8B0C4A4C}"/>
                </a:ext>
              </a:extLst>
            </p:cNvPr>
            <p:cNvSpPr/>
            <p:nvPr/>
          </p:nvSpPr>
          <p:spPr>
            <a:xfrm>
              <a:off x="2295075" y="3627950"/>
              <a:ext cx="62200" cy="53425"/>
            </a:xfrm>
            <a:custGeom>
              <a:avLst/>
              <a:gdLst/>
              <a:ahLst/>
              <a:cxnLst/>
              <a:rect l="l" t="t" r="r" b="b"/>
              <a:pathLst>
                <a:path w="2488" h="2137" extrusionOk="0">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2941;p96">
              <a:extLst>
                <a:ext uri="{FF2B5EF4-FFF2-40B4-BE49-F238E27FC236}">
                  <a16:creationId xmlns:a16="http://schemas.microsoft.com/office/drawing/2014/main" id="{5B2D63BE-C3F4-75F0-5256-C14899CD1912}"/>
                </a:ext>
              </a:extLst>
            </p:cNvPr>
            <p:cNvSpPr/>
            <p:nvPr/>
          </p:nvSpPr>
          <p:spPr>
            <a:xfrm>
              <a:off x="229507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2942;p96">
              <a:extLst>
                <a:ext uri="{FF2B5EF4-FFF2-40B4-BE49-F238E27FC236}">
                  <a16:creationId xmlns:a16="http://schemas.microsoft.com/office/drawing/2014/main" id="{8548353E-7795-3452-31F9-933B55862465}"/>
                </a:ext>
              </a:extLst>
            </p:cNvPr>
            <p:cNvSpPr/>
            <p:nvPr/>
          </p:nvSpPr>
          <p:spPr>
            <a:xfrm>
              <a:off x="229507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2943;p96">
              <a:extLst>
                <a:ext uri="{FF2B5EF4-FFF2-40B4-BE49-F238E27FC236}">
                  <a16:creationId xmlns:a16="http://schemas.microsoft.com/office/drawing/2014/main" id="{73C397A8-2C47-48CB-7702-D62FBF87F78C}"/>
                </a:ext>
              </a:extLst>
            </p:cNvPr>
            <p:cNvSpPr/>
            <p:nvPr/>
          </p:nvSpPr>
          <p:spPr>
            <a:xfrm>
              <a:off x="2295075" y="33995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2944;p96">
              <a:extLst>
                <a:ext uri="{FF2B5EF4-FFF2-40B4-BE49-F238E27FC236}">
                  <a16:creationId xmlns:a16="http://schemas.microsoft.com/office/drawing/2014/main" id="{4D80DD54-0518-CAE6-56BF-7F1CA99158CB}"/>
                </a:ext>
              </a:extLst>
            </p:cNvPr>
            <p:cNvSpPr/>
            <p:nvPr/>
          </p:nvSpPr>
          <p:spPr>
            <a:xfrm>
              <a:off x="2294925" y="3323300"/>
              <a:ext cx="62350" cy="53425"/>
            </a:xfrm>
            <a:custGeom>
              <a:avLst/>
              <a:gdLst/>
              <a:ahLst/>
              <a:cxnLst/>
              <a:rect l="l" t="t" r="r" b="b"/>
              <a:pathLst>
                <a:path w="2494" h="2137" extrusionOk="0">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2945;p96">
              <a:extLst>
                <a:ext uri="{FF2B5EF4-FFF2-40B4-BE49-F238E27FC236}">
                  <a16:creationId xmlns:a16="http://schemas.microsoft.com/office/drawing/2014/main" id="{5642469D-D0D0-DE21-5888-32188ADBCDCD}"/>
                </a:ext>
              </a:extLst>
            </p:cNvPr>
            <p:cNvSpPr/>
            <p:nvPr/>
          </p:nvSpPr>
          <p:spPr>
            <a:xfrm>
              <a:off x="2294925" y="3247075"/>
              <a:ext cx="62350" cy="53450"/>
            </a:xfrm>
            <a:custGeom>
              <a:avLst/>
              <a:gdLst/>
              <a:ahLst/>
              <a:cxnLst/>
              <a:rect l="l" t="t" r="r" b="b"/>
              <a:pathLst>
                <a:path w="2494"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2946;p96">
              <a:extLst>
                <a:ext uri="{FF2B5EF4-FFF2-40B4-BE49-F238E27FC236}">
                  <a16:creationId xmlns:a16="http://schemas.microsoft.com/office/drawing/2014/main" id="{43EB3500-01F0-9C40-F604-776A2398CBC3}"/>
                </a:ext>
              </a:extLst>
            </p:cNvPr>
            <p:cNvSpPr/>
            <p:nvPr/>
          </p:nvSpPr>
          <p:spPr>
            <a:xfrm>
              <a:off x="2295075" y="3171075"/>
              <a:ext cx="62200" cy="53275"/>
            </a:xfrm>
            <a:custGeom>
              <a:avLst/>
              <a:gdLst/>
              <a:ahLst/>
              <a:cxnLst/>
              <a:rect l="l" t="t" r="r" b="b"/>
              <a:pathLst>
                <a:path w="2488" h="2131" extrusionOk="0">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2947;p96">
              <a:extLst>
                <a:ext uri="{FF2B5EF4-FFF2-40B4-BE49-F238E27FC236}">
                  <a16:creationId xmlns:a16="http://schemas.microsoft.com/office/drawing/2014/main" id="{E5BA9FD1-F53B-6F6C-22FC-B66F2F9DE6EF}"/>
                </a:ext>
              </a:extLst>
            </p:cNvPr>
            <p:cNvSpPr/>
            <p:nvPr/>
          </p:nvSpPr>
          <p:spPr>
            <a:xfrm>
              <a:off x="22950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2948;p96">
              <a:extLst>
                <a:ext uri="{FF2B5EF4-FFF2-40B4-BE49-F238E27FC236}">
                  <a16:creationId xmlns:a16="http://schemas.microsoft.com/office/drawing/2014/main" id="{57531972-F199-487E-8B87-6C57625B1C09}"/>
                </a:ext>
              </a:extLst>
            </p:cNvPr>
            <p:cNvSpPr/>
            <p:nvPr/>
          </p:nvSpPr>
          <p:spPr>
            <a:xfrm>
              <a:off x="2218650" y="438987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2949;p96">
              <a:extLst>
                <a:ext uri="{FF2B5EF4-FFF2-40B4-BE49-F238E27FC236}">
                  <a16:creationId xmlns:a16="http://schemas.microsoft.com/office/drawing/2014/main" id="{DC1A3BB8-BC3D-26C4-7491-B67FF0AE917C}"/>
                </a:ext>
              </a:extLst>
            </p:cNvPr>
            <p:cNvSpPr/>
            <p:nvPr/>
          </p:nvSpPr>
          <p:spPr>
            <a:xfrm>
              <a:off x="2218650" y="43136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2950;p96">
              <a:extLst>
                <a:ext uri="{FF2B5EF4-FFF2-40B4-BE49-F238E27FC236}">
                  <a16:creationId xmlns:a16="http://schemas.microsoft.com/office/drawing/2014/main" id="{BCA43E48-E1F8-F07E-5C25-CBFC5BA50E25}"/>
                </a:ext>
              </a:extLst>
            </p:cNvPr>
            <p:cNvSpPr/>
            <p:nvPr/>
          </p:nvSpPr>
          <p:spPr>
            <a:xfrm>
              <a:off x="2218650" y="42374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2951;p96">
              <a:extLst>
                <a:ext uri="{FF2B5EF4-FFF2-40B4-BE49-F238E27FC236}">
                  <a16:creationId xmlns:a16="http://schemas.microsoft.com/office/drawing/2014/main" id="{DD856F8F-5036-8ED9-A8EA-27493047E4ED}"/>
                </a:ext>
              </a:extLst>
            </p:cNvPr>
            <p:cNvSpPr/>
            <p:nvPr/>
          </p:nvSpPr>
          <p:spPr>
            <a:xfrm>
              <a:off x="2218650" y="4161425"/>
              <a:ext cx="62225" cy="53250"/>
            </a:xfrm>
            <a:custGeom>
              <a:avLst/>
              <a:gdLst/>
              <a:ahLst/>
              <a:cxnLst/>
              <a:rect l="l" t="t" r="r" b="b"/>
              <a:pathLst>
                <a:path w="2489" h="2130" extrusionOk="0">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2952;p96">
              <a:extLst>
                <a:ext uri="{FF2B5EF4-FFF2-40B4-BE49-F238E27FC236}">
                  <a16:creationId xmlns:a16="http://schemas.microsoft.com/office/drawing/2014/main" id="{4B29614E-D399-241A-FC03-6DD4B6F63AFF}"/>
                </a:ext>
              </a:extLst>
            </p:cNvPr>
            <p:cNvSpPr/>
            <p:nvPr/>
          </p:nvSpPr>
          <p:spPr>
            <a:xfrm>
              <a:off x="2218650" y="4085225"/>
              <a:ext cx="62225" cy="53350"/>
            </a:xfrm>
            <a:custGeom>
              <a:avLst/>
              <a:gdLst/>
              <a:ahLst/>
              <a:cxnLst/>
              <a:rect l="l" t="t" r="r" b="b"/>
              <a:pathLst>
                <a:path w="2489" h="2134" extrusionOk="0">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2953;p96">
              <a:extLst>
                <a:ext uri="{FF2B5EF4-FFF2-40B4-BE49-F238E27FC236}">
                  <a16:creationId xmlns:a16="http://schemas.microsoft.com/office/drawing/2014/main" id="{DBD9832E-CC73-9AB9-7AFF-E9AB1BC8D598}"/>
                </a:ext>
              </a:extLst>
            </p:cNvPr>
            <p:cNvSpPr/>
            <p:nvPr/>
          </p:nvSpPr>
          <p:spPr>
            <a:xfrm>
              <a:off x="2218650" y="4009000"/>
              <a:ext cx="62225" cy="53350"/>
            </a:xfrm>
            <a:custGeom>
              <a:avLst/>
              <a:gdLst/>
              <a:ahLst/>
              <a:cxnLst/>
              <a:rect l="l" t="t" r="r" b="b"/>
              <a:pathLst>
                <a:path w="2489" h="2134" extrusionOk="0">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2954;p96">
              <a:extLst>
                <a:ext uri="{FF2B5EF4-FFF2-40B4-BE49-F238E27FC236}">
                  <a16:creationId xmlns:a16="http://schemas.microsoft.com/office/drawing/2014/main" id="{AC7495E0-1AF6-8140-0B8C-3C9E47863F0B}"/>
                </a:ext>
              </a:extLst>
            </p:cNvPr>
            <p:cNvSpPr/>
            <p:nvPr/>
          </p:nvSpPr>
          <p:spPr>
            <a:xfrm>
              <a:off x="2218650" y="3932800"/>
              <a:ext cx="62225" cy="53475"/>
            </a:xfrm>
            <a:custGeom>
              <a:avLst/>
              <a:gdLst/>
              <a:ahLst/>
              <a:cxnLst/>
              <a:rect l="l" t="t" r="r" b="b"/>
              <a:pathLst>
                <a:path w="2489" h="2139" extrusionOk="0">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2955;p96">
              <a:extLst>
                <a:ext uri="{FF2B5EF4-FFF2-40B4-BE49-F238E27FC236}">
                  <a16:creationId xmlns:a16="http://schemas.microsoft.com/office/drawing/2014/main" id="{A882F20E-1FDF-F00B-7BF9-A1EBF455CEB0}"/>
                </a:ext>
              </a:extLst>
            </p:cNvPr>
            <p:cNvSpPr/>
            <p:nvPr/>
          </p:nvSpPr>
          <p:spPr>
            <a:xfrm>
              <a:off x="2218650" y="385677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2956;p96">
              <a:extLst>
                <a:ext uri="{FF2B5EF4-FFF2-40B4-BE49-F238E27FC236}">
                  <a16:creationId xmlns:a16="http://schemas.microsoft.com/office/drawing/2014/main" id="{DB7309EB-1CF9-7A7A-43B1-10D253232484}"/>
                </a:ext>
              </a:extLst>
            </p:cNvPr>
            <p:cNvSpPr/>
            <p:nvPr/>
          </p:nvSpPr>
          <p:spPr>
            <a:xfrm>
              <a:off x="2218650" y="3780375"/>
              <a:ext cx="62425" cy="53475"/>
            </a:xfrm>
            <a:custGeom>
              <a:avLst/>
              <a:gdLst/>
              <a:ahLst/>
              <a:cxnLst/>
              <a:rect l="l" t="t" r="r" b="b"/>
              <a:pathLst>
                <a:path w="2497" h="2139" extrusionOk="0">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2957;p96">
              <a:extLst>
                <a:ext uri="{FF2B5EF4-FFF2-40B4-BE49-F238E27FC236}">
                  <a16:creationId xmlns:a16="http://schemas.microsoft.com/office/drawing/2014/main" id="{2B2C9073-9595-227A-3045-7614881CE9FC}"/>
                </a:ext>
              </a:extLst>
            </p:cNvPr>
            <p:cNvSpPr/>
            <p:nvPr/>
          </p:nvSpPr>
          <p:spPr>
            <a:xfrm>
              <a:off x="2218650" y="37041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2958;p96">
              <a:extLst>
                <a:ext uri="{FF2B5EF4-FFF2-40B4-BE49-F238E27FC236}">
                  <a16:creationId xmlns:a16="http://schemas.microsoft.com/office/drawing/2014/main" id="{9C0164FD-5149-ACC0-7164-E20316131DBF}"/>
                </a:ext>
              </a:extLst>
            </p:cNvPr>
            <p:cNvSpPr/>
            <p:nvPr/>
          </p:nvSpPr>
          <p:spPr>
            <a:xfrm>
              <a:off x="2218650" y="36279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2959;p96">
              <a:extLst>
                <a:ext uri="{FF2B5EF4-FFF2-40B4-BE49-F238E27FC236}">
                  <a16:creationId xmlns:a16="http://schemas.microsoft.com/office/drawing/2014/main" id="{9376C5C8-A0D9-DF82-5AB3-FF8E10BBAF21}"/>
                </a:ext>
              </a:extLst>
            </p:cNvPr>
            <p:cNvSpPr/>
            <p:nvPr/>
          </p:nvSpPr>
          <p:spPr>
            <a:xfrm>
              <a:off x="2218650" y="355192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2960;p96">
              <a:extLst>
                <a:ext uri="{FF2B5EF4-FFF2-40B4-BE49-F238E27FC236}">
                  <a16:creationId xmlns:a16="http://schemas.microsoft.com/office/drawing/2014/main" id="{ED1F7160-9545-1952-DCDF-3FE442041DC8}"/>
                </a:ext>
              </a:extLst>
            </p:cNvPr>
            <p:cNvSpPr/>
            <p:nvPr/>
          </p:nvSpPr>
          <p:spPr>
            <a:xfrm>
              <a:off x="2218650" y="347572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2961;p96">
              <a:extLst>
                <a:ext uri="{FF2B5EF4-FFF2-40B4-BE49-F238E27FC236}">
                  <a16:creationId xmlns:a16="http://schemas.microsoft.com/office/drawing/2014/main" id="{62C61DCB-76F1-4B5C-2877-6AF4CCBB1CFF}"/>
                </a:ext>
              </a:extLst>
            </p:cNvPr>
            <p:cNvSpPr/>
            <p:nvPr/>
          </p:nvSpPr>
          <p:spPr>
            <a:xfrm>
              <a:off x="2218650" y="3399500"/>
              <a:ext cx="62425" cy="53350"/>
            </a:xfrm>
            <a:custGeom>
              <a:avLst/>
              <a:gdLst/>
              <a:ahLst/>
              <a:cxnLst/>
              <a:rect l="l" t="t" r="r" b="b"/>
              <a:pathLst>
                <a:path w="2497" h="2134" extrusionOk="0">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2962;p96">
              <a:extLst>
                <a:ext uri="{FF2B5EF4-FFF2-40B4-BE49-F238E27FC236}">
                  <a16:creationId xmlns:a16="http://schemas.microsoft.com/office/drawing/2014/main" id="{FE1D88F9-5124-1813-89BC-D986E665CF81}"/>
                </a:ext>
              </a:extLst>
            </p:cNvPr>
            <p:cNvSpPr/>
            <p:nvPr/>
          </p:nvSpPr>
          <p:spPr>
            <a:xfrm>
              <a:off x="2218650" y="3323300"/>
              <a:ext cx="62425" cy="53425"/>
            </a:xfrm>
            <a:custGeom>
              <a:avLst/>
              <a:gdLst/>
              <a:ahLst/>
              <a:cxnLst/>
              <a:rect l="l" t="t" r="r" b="b"/>
              <a:pathLst>
                <a:path w="2497" h="2137" extrusionOk="0">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2963;p96">
              <a:extLst>
                <a:ext uri="{FF2B5EF4-FFF2-40B4-BE49-F238E27FC236}">
                  <a16:creationId xmlns:a16="http://schemas.microsoft.com/office/drawing/2014/main" id="{DD5260D0-0FD5-CD34-2C06-04F2073C46A4}"/>
                </a:ext>
              </a:extLst>
            </p:cNvPr>
            <p:cNvSpPr/>
            <p:nvPr/>
          </p:nvSpPr>
          <p:spPr>
            <a:xfrm>
              <a:off x="2218650" y="3247075"/>
              <a:ext cx="62425" cy="53500"/>
            </a:xfrm>
            <a:custGeom>
              <a:avLst/>
              <a:gdLst/>
              <a:ahLst/>
              <a:cxnLst/>
              <a:rect l="l" t="t" r="r" b="b"/>
              <a:pathLst>
                <a:path w="2497" h="2140" extrusionOk="0">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2964;p96">
              <a:extLst>
                <a:ext uri="{FF2B5EF4-FFF2-40B4-BE49-F238E27FC236}">
                  <a16:creationId xmlns:a16="http://schemas.microsoft.com/office/drawing/2014/main" id="{C25E9CA6-D352-9F6F-BD13-2CB2276A5C8D}"/>
                </a:ext>
              </a:extLst>
            </p:cNvPr>
            <p:cNvSpPr/>
            <p:nvPr/>
          </p:nvSpPr>
          <p:spPr>
            <a:xfrm>
              <a:off x="2218650" y="3171075"/>
              <a:ext cx="62225" cy="53300"/>
            </a:xfrm>
            <a:custGeom>
              <a:avLst/>
              <a:gdLst/>
              <a:ahLst/>
              <a:cxnLst/>
              <a:rect l="l" t="t" r="r" b="b"/>
              <a:pathLst>
                <a:path w="2489" h="2132" extrusionOk="0">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2965;p96">
              <a:extLst>
                <a:ext uri="{FF2B5EF4-FFF2-40B4-BE49-F238E27FC236}">
                  <a16:creationId xmlns:a16="http://schemas.microsoft.com/office/drawing/2014/main" id="{D30B5A94-D043-6458-71F5-63CE2927338D}"/>
                </a:ext>
              </a:extLst>
            </p:cNvPr>
            <p:cNvSpPr/>
            <p:nvPr/>
          </p:nvSpPr>
          <p:spPr>
            <a:xfrm>
              <a:off x="2218650" y="2180700"/>
              <a:ext cx="62225" cy="53350"/>
            </a:xfrm>
            <a:custGeom>
              <a:avLst/>
              <a:gdLst/>
              <a:ahLst/>
              <a:cxnLst/>
              <a:rect l="l" t="t" r="r" b="b"/>
              <a:pathLst>
                <a:path w="2489" h="2134" extrusionOk="0">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2966;p96">
              <a:extLst>
                <a:ext uri="{FF2B5EF4-FFF2-40B4-BE49-F238E27FC236}">
                  <a16:creationId xmlns:a16="http://schemas.microsoft.com/office/drawing/2014/main" id="{06CA7F5D-EC58-C04A-413C-513032AB3C09}"/>
                </a:ext>
              </a:extLst>
            </p:cNvPr>
            <p:cNvSpPr/>
            <p:nvPr/>
          </p:nvSpPr>
          <p:spPr>
            <a:xfrm>
              <a:off x="2218650" y="2028275"/>
              <a:ext cx="62225" cy="53450"/>
            </a:xfrm>
            <a:custGeom>
              <a:avLst/>
              <a:gdLst/>
              <a:ahLst/>
              <a:cxnLst/>
              <a:rect l="l" t="t" r="r" b="b"/>
              <a:pathLst>
                <a:path w="2489" h="2138" extrusionOk="0">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2967;p96">
              <a:extLst>
                <a:ext uri="{FF2B5EF4-FFF2-40B4-BE49-F238E27FC236}">
                  <a16:creationId xmlns:a16="http://schemas.microsoft.com/office/drawing/2014/main" id="{4328BFC5-72E0-3451-D3AE-CCB42CB196CB}"/>
                </a:ext>
              </a:extLst>
            </p:cNvPr>
            <p:cNvSpPr/>
            <p:nvPr/>
          </p:nvSpPr>
          <p:spPr>
            <a:xfrm>
              <a:off x="2218650" y="1952050"/>
              <a:ext cx="62225" cy="53450"/>
            </a:xfrm>
            <a:custGeom>
              <a:avLst/>
              <a:gdLst/>
              <a:ahLst/>
              <a:cxnLst/>
              <a:rect l="l" t="t" r="r" b="b"/>
              <a:pathLst>
                <a:path w="2489" h="2138" extrusionOk="0">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2968;p96">
              <a:extLst>
                <a:ext uri="{FF2B5EF4-FFF2-40B4-BE49-F238E27FC236}">
                  <a16:creationId xmlns:a16="http://schemas.microsoft.com/office/drawing/2014/main" id="{C6D1067B-43BD-1BCD-0845-659D79AC8150}"/>
                </a:ext>
              </a:extLst>
            </p:cNvPr>
            <p:cNvSpPr/>
            <p:nvPr/>
          </p:nvSpPr>
          <p:spPr>
            <a:xfrm>
              <a:off x="2142425" y="4618300"/>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2969;p96">
              <a:extLst>
                <a:ext uri="{FF2B5EF4-FFF2-40B4-BE49-F238E27FC236}">
                  <a16:creationId xmlns:a16="http://schemas.microsoft.com/office/drawing/2014/main" id="{62F6BD26-C298-8214-7AFA-1BF276DCCB72}"/>
                </a:ext>
              </a:extLst>
            </p:cNvPr>
            <p:cNvSpPr/>
            <p:nvPr/>
          </p:nvSpPr>
          <p:spPr>
            <a:xfrm>
              <a:off x="2142425" y="438987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2970;p96">
              <a:extLst>
                <a:ext uri="{FF2B5EF4-FFF2-40B4-BE49-F238E27FC236}">
                  <a16:creationId xmlns:a16="http://schemas.microsoft.com/office/drawing/2014/main" id="{25E9053A-4218-A461-8F55-86E03C4D0D4C}"/>
                </a:ext>
              </a:extLst>
            </p:cNvPr>
            <p:cNvSpPr/>
            <p:nvPr/>
          </p:nvSpPr>
          <p:spPr>
            <a:xfrm>
              <a:off x="2142425" y="43136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2971;p96">
              <a:extLst>
                <a:ext uri="{FF2B5EF4-FFF2-40B4-BE49-F238E27FC236}">
                  <a16:creationId xmlns:a16="http://schemas.microsoft.com/office/drawing/2014/main" id="{7D3800AE-39B5-301B-5E80-FDB529652D4C}"/>
                </a:ext>
              </a:extLst>
            </p:cNvPr>
            <p:cNvSpPr/>
            <p:nvPr/>
          </p:nvSpPr>
          <p:spPr>
            <a:xfrm>
              <a:off x="2142425" y="42374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2972;p96">
              <a:extLst>
                <a:ext uri="{FF2B5EF4-FFF2-40B4-BE49-F238E27FC236}">
                  <a16:creationId xmlns:a16="http://schemas.microsoft.com/office/drawing/2014/main" id="{3DBDBE8E-46E7-C29B-8DAC-B324D647800F}"/>
                </a:ext>
              </a:extLst>
            </p:cNvPr>
            <p:cNvSpPr/>
            <p:nvPr/>
          </p:nvSpPr>
          <p:spPr>
            <a:xfrm>
              <a:off x="2142425" y="4161425"/>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2973;p96">
              <a:extLst>
                <a:ext uri="{FF2B5EF4-FFF2-40B4-BE49-F238E27FC236}">
                  <a16:creationId xmlns:a16="http://schemas.microsoft.com/office/drawing/2014/main" id="{8562D7DF-BAE8-0761-DD31-F9A3ADE78E19}"/>
                </a:ext>
              </a:extLst>
            </p:cNvPr>
            <p:cNvSpPr/>
            <p:nvPr/>
          </p:nvSpPr>
          <p:spPr>
            <a:xfrm>
              <a:off x="2142425"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2974;p96">
              <a:extLst>
                <a:ext uri="{FF2B5EF4-FFF2-40B4-BE49-F238E27FC236}">
                  <a16:creationId xmlns:a16="http://schemas.microsoft.com/office/drawing/2014/main" id="{1CB2D13F-C3A6-424D-3306-9D2D9DBD2D7E}"/>
                </a:ext>
              </a:extLst>
            </p:cNvPr>
            <p:cNvSpPr/>
            <p:nvPr/>
          </p:nvSpPr>
          <p:spPr>
            <a:xfrm>
              <a:off x="2142425"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2975;p96">
              <a:extLst>
                <a:ext uri="{FF2B5EF4-FFF2-40B4-BE49-F238E27FC236}">
                  <a16:creationId xmlns:a16="http://schemas.microsoft.com/office/drawing/2014/main" id="{65385DBE-F46E-8A2C-B45C-A2BA2E3824E1}"/>
                </a:ext>
              </a:extLst>
            </p:cNvPr>
            <p:cNvSpPr/>
            <p:nvPr/>
          </p:nvSpPr>
          <p:spPr>
            <a:xfrm>
              <a:off x="2142425" y="3932800"/>
              <a:ext cx="62425" cy="53475"/>
            </a:xfrm>
            <a:custGeom>
              <a:avLst/>
              <a:gdLst/>
              <a:ahLst/>
              <a:cxnLst/>
              <a:rect l="l" t="t" r="r" b="b"/>
              <a:pathLst>
                <a:path w="2497" h="2139" extrusionOk="0">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2976;p96">
              <a:extLst>
                <a:ext uri="{FF2B5EF4-FFF2-40B4-BE49-F238E27FC236}">
                  <a16:creationId xmlns:a16="http://schemas.microsoft.com/office/drawing/2014/main" id="{F9E73D17-3E76-5AA9-A316-AA85AC5B2B5A}"/>
                </a:ext>
              </a:extLst>
            </p:cNvPr>
            <p:cNvSpPr/>
            <p:nvPr/>
          </p:nvSpPr>
          <p:spPr>
            <a:xfrm>
              <a:off x="2142425" y="385677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2977;p96">
              <a:extLst>
                <a:ext uri="{FF2B5EF4-FFF2-40B4-BE49-F238E27FC236}">
                  <a16:creationId xmlns:a16="http://schemas.microsoft.com/office/drawing/2014/main" id="{CD9BA52B-DB06-2FE3-A0DC-48F0319DEBF0}"/>
                </a:ext>
              </a:extLst>
            </p:cNvPr>
            <p:cNvSpPr/>
            <p:nvPr/>
          </p:nvSpPr>
          <p:spPr>
            <a:xfrm>
              <a:off x="2142425" y="3780375"/>
              <a:ext cx="62425" cy="53475"/>
            </a:xfrm>
            <a:custGeom>
              <a:avLst/>
              <a:gdLst/>
              <a:ahLst/>
              <a:cxnLst/>
              <a:rect l="l" t="t" r="r" b="b"/>
              <a:pathLst>
                <a:path w="2497" h="2139" extrusionOk="0">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2978;p96">
              <a:extLst>
                <a:ext uri="{FF2B5EF4-FFF2-40B4-BE49-F238E27FC236}">
                  <a16:creationId xmlns:a16="http://schemas.microsoft.com/office/drawing/2014/main" id="{29A4E54B-5776-A6D2-E8C0-CF1C78B8273A}"/>
                </a:ext>
              </a:extLst>
            </p:cNvPr>
            <p:cNvSpPr/>
            <p:nvPr/>
          </p:nvSpPr>
          <p:spPr>
            <a:xfrm>
              <a:off x="2142425"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2979;p96">
              <a:extLst>
                <a:ext uri="{FF2B5EF4-FFF2-40B4-BE49-F238E27FC236}">
                  <a16:creationId xmlns:a16="http://schemas.microsoft.com/office/drawing/2014/main" id="{2342CF7C-AB51-88F4-F996-F2303D20851E}"/>
                </a:ext>
              </a:extLst>
            </p:cNvPr>
            <p:cNvSpPr/>
            <p:nvPr/>
          </p:nvSpPr>
          <p:spPr>
            <a:xfrm>
              <a:off x="2142425"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2980;p96">
              <a:extLst>
                <a:ext uri="{FF2B5EF4-FFF2-40B4-BE49-F238E27FC236}">
                  <a16:creationId xmlns:a16="http://schemas.microsoft.com/office/drawing/2014/main" id="{19090A48-FC1F-3625-216C-7D807F3AABEC}"/>
                </a:ext>
              </a:extLst>
            </p:cNvPr>
            <p:cNvSpPr/>
            <p:nvPr/>
          </p:nvSpPr>
          <p:spPr>
            <a:xfrm>
              <a:off x="2142425" y="355192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2981;p96">
              <a:extLst>
                <a:ext uri="{FF2B5EF4-FFF2-40B4-BE49-F238E27FC236}">
                  <a16:creationId xmlns:a16="http://schemas.microsoft.com/office/drawing/2014/main" id="{30CE9DE1-3084-8238-6D48-A3318B1A3F5F}"/>
                </a:ext>
              </a:extLst>
            </p:cNvPr>
            <p:cNvSpPr/>
            <p:nvPr/>
          </p:nvSpPr>
          <p:spPr>
            <a:xfrm>
              <a:off x="2142425" y="3475725"/>
              <a:ext cx="62425" cy="53350"/>
            </a:xfrm>
            <a:custGeom>
              <a:avLst/>
              <a:gdLst/>
              <a:ahLst/>
              <a:cxnLst/>
              <a:rect l="l" t="t" r="r" b="b"/>
              <a:pathLst>
                <a:path w="2497" h="2134" extrusionOk="0">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2982;p96">
              <a:extLst>
                <a:ext uri="{FF2B5EF4-FFF2-40B4-BE49-F238E27FC236}">
                  <a16:creationId xmlns:a16="http://schemas.microsoft.com/office/drawing/2014/main" id="{32A2E759-E766-A274-CCD8-3D5F40CF65D3}"/>
                </a:ext>
              </a:extLst>
            </p:cNvPr>
            <p:cNvSpPr/>
            <p:nvPr/>
          </p:nvSpPr>
          <p:spPr>
            <a:xfrm>
              <a:off x="2142425" y="3399500"/>
              <a:ext cx="62425" cy="53350"/>
            </a:xfrm>
            <a:custGeom>
              <a:avLst/>
              <a:gdLst/>
              <a:ahLst/>
              <a:cxnLst/>
              <a:rect l="l" t="t" r="r" b="b"/>
              <a:pathLst>
                <a:path w="2497" h="2134" extrusionOk="0">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2983;p96">
              <a:extLst>
                <a:ext uri="{FF2B5EF4-FFF2-40B4-BE49-F238E27FC236}">
                  <a16:creationId xmlns:a16="http://schemas.microsoft.com/office/drawing/2014/main" id="{7BFDF917-53B2-B102-7001-509A9222B33A}"/>
                </a:ext>
              </a:extLst>
            </p:cNvPr>
            <p:cNvSpPr/>
            <p:nvPr/>
          </p:nvSpPr>
          <p:spPr>
            <a:xfrm>
              <a:off x="2142425" y="3323300"/>
              <a:ext cx="62425" cy="53425"/>
            </a:xfrm>
            <a:custGeom>
              <a:avLst/>
              <a:gdLst/>
              <a:ahLst/>
              <a:cxnLst/>
              <a:rect l="l" t="t" r="r" b="b"/>
              <a:pathLst>
                <a:path w="2497" h="2137" extrusionOk="0">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2984;p96">
              <a:extLst>
                <a:ext uri="{FF2B5EF4-FFF2-40B4-BE49-F238E27FC236}">
                  <a16:creationId xmlns:a16="http://schemas.microsoft.com/office/drawing/2014/main" id="{1623B04A-158C-F488-FB84-19359906F84B}"/>
                </a:ext>
              </a:extLst>
            </p:cNvPr>
            <p:cNvSpPr/>
            <p:nvPr/>
          </p:nvSpPr>
          <p:spPr>
            <a:xfrm>
              <a:off x="2142425" y="3247075"/>
              <a:ext cx="62425" cy="53450"/>
            </a:xfrm>
            <a:custGeom>
              <a:avLst/>
              <a:gdLst/>
              <a:ahLst/>
              <a:cxnLst/>
              <a:rect l="l" t="t" r="r" b="b"/>
              <a:pathLst>
                <a:path w="2497" h="2138" extrusionOk="0">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2985;p96">
              <a:extLst>
                <a:ext uri="{FF2B5EF4-FFF2-40B4-BE49-F238E27FC236}">
                  <a16:creationId xmlns:a16="http://schemas.microsoft.com/office/drawing/2014/main" id="{B7179BC6-3523-27AE-F302-474BCA66F13D}"/>
                </a:ext>
              </a:extLst>
            </p:cNvPr>
            <p:cNvSpPr/>
            <p:nvPr/>
          </p:nvSpPr>
          <p:spPr>
            <a:xfrm>
              <a:off x="2142425"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2986;p96">
              <a:extLst>
                <a:ext uri="{FF2B5EF4-FFF2-40B4-BE49-F238E27FC236}">
                  <a16:creationId xmlns:a16="http://schemas.microsoft.com/office/drawing/2014/main" id="{01406385-346F-EEC1-BC37-1BB2BE6D23A9}"/>
                </a:ext>
              </a:extLst>
            </p:cNvPr>
            <p:cNvSpPr/>
            <p:nvPr/>
          </p:nvSpPr>
          <p:spPr>
            <a:xfrm>
              <a:off x="2142425"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2987;p96">
              <a:extLst>
                <a:ext uri="{FF2B5EF4-FFF2-40B4-BE49-F238E27FC236}">
                  <a16:creationId xmlns:a16="http://schemas.microsoft.com/office/drawing/2014/main" id="{71C01740-CFAB-9352-DE75-AD5A1186FDD8}"/>
                </a:ext>
              </a:extLst>
            </p:cNvPr>
            <p:cNvSpPr/>
            <p:nvPr/>
          </p:nvSpPr>
          <p:spPr>
            <a:xfrm>
              <a:off x="2142425"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2988;p96">
              <a:extLst>
                <a:ext uri="{FF2B5EF4-FFF2-40B4-BE49-F238E27FC236}">
                  <a16:creationId xmlns:a16="http://schemas.microsoft.com/office/drawing/2014/main" id="{14486549-EDE6-028F-5EB0-98B251858BE1}"/>
                </a:ext>
              </a:extLst>
            </p:cNvPr>
            <p:cNvSpPr/>
            <p:nvPr/>
          </p:nvSpPr>
          <p:spPr>
            <a:xfrm>
              <a:off x="2142425"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2989;p96">
              <a:extLst>
                <a:ext uri="{FF2B5EF4-FFF2-40B4-BE49-F238E27FC236}">
                  <a16:creationId xmlns:a16="http://schemas.microsoft.com/office/drawing/2014/main" id="{D54C400B-109E-C806-1FCD-2F20DFBD0BDB}"/>
                </a:ext>
              </a:extLst>
            </p:cNvPr>
            <p:cNvSpPr/>
            <p:nvPr/>
          </p:nvSpPr>
          <p:spPr>
            <a:xfrm>
              <a:off x="2142425"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2990;p96">
              <a:extLst>
                <a:ext uri="{FF2B5EF4-FFF2-40B4-BE49-F238E27FC236}">
                  <a16:creationId xmlns:a16="http://schemas.microsoft.com/office/drawing/2014/main" id="{64CE6416-B4EA-9937-B35F-0D16A71397BD}"/>
                </a:ext>
              </a:extLst>
            </p:cNvPr>
            <p:cNvSpPr/>
            <p:nvPr/>
          </p:nvSpPr>
          <p:spPr>
            <a:xfrm>
              <a:off x="2142425"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2991;p96">
              <a:extLst>
                <a:ext uri="{FF2B5EF4-FFF2-40B4-BE49-F238E27FC236}">
                  <a16:creationId xmlns:a16="http://schemas.microsoft.com/office/drawing/2014/main" id="{6EF98563-6110-FB67-E2C7-3CA28E682A4F}"/>
                </a:ext>
              </a:extLst>
            </p:cNvPr>
            <p:cNvSpPr/>
            <p:nvPr/>
          </p:nvSpPr>
          <p:spPr>
            <a:xfrm>
              <a:off x="2142425"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2992;p96">
              <a:extLst>
                <a:ext uri="{FF2B5EF4-FFF2-40B4-BE49-F238E27FC236}">
                  <a16:creationId xmlns:a16="http://schemas.microsoft.com/office/drawing/2014/main" id="{641A653B-9145-7C80-4423-2BB422A01F50}"/>
                </a:ext>
              </a:extLst>
            </p:cNvPr>
            <p:cNvSpPr/>
            <p:nvPr/>
          </p:nvSpPr>
          <p:spPr>
            <a:xfrm>
              <a:off x="2142425"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2993;p96">
              <a:extLst>
                <a:ext uri="{FF2B5EF4-FFF2-40B4-BE49-F238E27FC236}">
                  <a16:creationId xmlns:a16="http://schemas.microsoft.com/office/drawing/2014/main" id="{00855026-9015-8CE4-E750-15673B2A9D2B}"/>
                </a:ext>
              </a:extLst>
            </p:cNvPr>
            <p:cNvSpPr/>
            <p:nvPr/>
          </p:nvSpPr>
          <p:spPr>
            <a:xfrm>
              <a:off x="2142425" y="1038125"/>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2994;p96">
              <a:extLst>
                <a:ext uri="{FF2B5EF4-FFF2-40B4-BE49-F238E27FC236}">
                  <a16:creationId xmlns:a16="http://schemas.microsoft.com/office/drawing/2014/main" id="{E9DF0783-B2C5-127C-F7F2-E2EC6D35BFC3}"/>
                </a:ext>
              </a:extLst>
            </p:cNvPr>
            <p:cNvSpPr/>
            <p:nvPr/>
          </p:nvSpPr>
          <p:spPr>
            <a:xfrm>
              <a:off x="2066425" y="4618300"/>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2995;p96">
              <a:extLst>
                <a:ext uri="{FF2B5EF4-FFF2-40B4-BE49-F238E27FC236}">
                  <a16:creationId xmlns:a16="http://schemas.microsoft.com/office/drawing/2014/main" id="{39386AFE-7042-DC1F-6D9D-45A934FD9A53}"/>
                </a:ext>
              </a:extLst>
            </p:cNvPr>
            <p:cNvSpPr/>
            <p:nvPr/>
          </p:nvSpPr>
          <p:spPr>
            <a:xfrm>
              <a:off x="2066425" y="4542300"/>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2996;p96">
              <a:extLst>
                <a:ext uri="{FF2B5EF4-FFF2-40B4-BE49-F238E27FC236}">
                  <a16:creationId xmlns:a16="http://schemas.microsoft.com/office/drawing/2014/main" id="{4B6BFE8C-C98E-F806-D9E3-D71E074F5FF5}"/>
                </a:ext>
              </a:extLst>
            </p:cNvPr>
            <p:cNvSpPr/>
            <p:nvPr/>
          </p:nvSpPr>
          <p:spPr>
            <a:xfrm>
              <a:off x="2066425" y="446607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2997;p96">
              <a:extLst>
                <a:ext uri="{FF2B5EF4-FFF2-40B4-BE49-F238E27FC236}">
                  <a16:creationId xmlns:a16="http://schemas.microsoft.com/office/drawing/2014/main" id="{AB7DEEC8-7912-E5BF-AD01-855C3F4D7C05}"/>
                </a:ext>
              </a:extLst>
            </p:cNvPr>
            <p:cNvSpPr/>
            <p:nvPr/>
          </p:nvSpPr>
          <p:spPr>
            <a:xfrm>
              <a:off x="2066425" y="438987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2998;p96">
              <a:extLst>
                <a:ext uri="{FF2B5EF4-FFF2-40B4-BE49-F238E27FC236}">
                  <a16:creationId xmlns:a16="http://schemas.microsoft.com/office/drawing/2014/main" id="{A1E51F82-E0F6-8D7C-B876-E161BB09C269}"/>
                </a:ext>
              </a:extLst>
            </p:cNvPr>
            <p:cNvSpPr/>
            <p:nvPr/>
          </p:nvSpPr>
          <p:spPr>
            <a:xfrm>
              <a:off x="2066425" y="43136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2999;p96">
              <a:extLst>
                <a:ext uri="{FF2B5EF4-FFF2-40B4-BE49-F238E27FC236}">
                  <a16:creationId xmlns:a16="http://schemas.microsoft.com/office/drawing/2014/main" id="{C4B4DA3E-9FBF-935D-DA76-B11ED1412109}"/>
                </a:ext>
              </a:extLst>
            </p:cNvPr>
            <p:cNvSpPr/>
            <p:nvPr/>
          </p:nvSpPr>
          <p:spPr>
            <a:xfrm>
              <a:off x="2066425" y="42374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3000;p96">
              <a:extLst>
                <a:ext uri="{FF2B5EF4-FFF2-40B4-BE49-F238E27FC236}">
                  <a16:creationId xmlns:a16="http://schemas.microsoft.com/office/drawing/2014/main" id="{1EE5D2AA-939A-E044-2E77-E6E7947B250F}"/>
                </a:ext>
              </a:extLst>
            </p:cNvPr>
            <p:cNvSpPr/>
            <p:nvPr/>
          </p:nvSpPr>
          <p:spPr>
            <a:xfrm>
              <a:off x="2066425" y="416142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3001;p96">
              <a:extLst>
                <a:ext uri="{FF2B5EF4-FFF2-40B4-BE49-F238E27FC236}">
                  <a16:creationId xmlns:a16="http://schemas.microsoft.com/office/drawing/2014/main" id="{4FCF863F-483E-F951-7E9C-C1BEB5B66404}"/>
                </a:ext>
              </a:extLst>
            </p:cNvPr>
            <p:cNvSpPr/>
            <p:nvPr/>
          </p:nvSpPr>
          <p:spPr>
            <a:xfrm>
              <a:off x="2066425" y="37041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3002;p96">
              <a:extLst>
                <a:ext uri="{FF2B5EF4-FFF2-40B4-BE49-F238E27FC236}">
                  <a16:creationId xmlns:a16="http://schemas.microsoft.com/office/drawing/2014/main" id="{D57B1C5F-37DA-48A0-FBF7-04D8EEC554FC}"/>
                </a:ext>
              </a:extLst>
            </p:cNvPr>
            <p:cNvSpPr/>
            <p:nvPr/>
          </p:nvSpPr>
          <p:spPr>
            <a:xfrm>
              <a:off x="2066425" y="36279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3003;p96">
              <a:extLst>
                <a:ext uri="{FF2B5EF4-FFF2-40B4-BE49-F238E27FC236}">
                  <a16:creationId xmlns:a16="http://schemas.microsoft.com/office/drawing/2014/main" id="{136A40B1-9052-05ED-3B6B-A592A02D282C}"/>
                </a:ext>
              </a:extLst>
            </p:cNvPr>
            <p:cNvSpPr/>
            <p:nvPr/>
          </p:nvSpPr>
          <p:spPr>
            <a:xfrm>
              <a:off x="2066425" y="3551925"/>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3004;p96">
              <a:extLst>
                <a:ext uri="{FF2B5EF4-FFF2-40B4-BE49-F238E27FC236}">
                  <a16:creationId xmlns:a16="http://schemas.microsoft.com/office/drawing/2014/main" id="{F7FEF0BC-D746-2AB9-E66A-C3935030E0AD}"/>
                </a:ext>
              </a:extLst>
            </p:cNvPr>
            <p:cNvSpPr/>
            <p:nvPr/>
          </p:nvSpPr>
          <p:spPr>
            <a:xfrm>
              <a:off x="2066425"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3005;p96">
              <a:extLst>
                <a:ext uri="{FF2B5EF4-FFF2-40B4-BE49-F238E27FC236}">
                  <a16:creationId xmlns:a16="http://schemas.microsoft.com/office/drawing/2014/main" id="{C707C97F-BC9C-B50A-6772-D1C5C361814E}"/>
                </a:ext>
              </a:extLst>
            </p:cNvPr>
            <p:cNvSpPr/>
            <p:nvPr/>
          </p:nvSpPr>
          <p:spPr>
            <a:xfrm>
              <a:off x="2066275" y="3399500"/>
              <a:ext cx="62375" cy="53350"/>
            </a:xfrm>
            <a:custGeom>
              <a:avLst/>
              <a:gdLst/>
              <a:ahLst/>
              <a:cxnLst/>
              <a:rect l="l" t="t" r="r" b="b"/>
              <a:pathLst>
                <a:path w="2495" h="2134" extrusionOk="0">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3006;p96">
              <a:extLst>
                <a:ext uri="{FF2B5EF4-FFF2-40B4-BE49-F238E27FC236}">
                  <a16:creationId xmlns:a16="http://schemas.microsoft.com/office/drawing/2014/main" id="{C49B6809-9230-F47F-0A1B-9E5BA89F3282}"/>
                </a:ext>
              </a:extLst>
            </p:cNvPr>
            <p:cNvSpPr/>
            <p:nvPr/>
          </p:nvSpPr>
          <p:spPr>
            <a:xfrm>
              <a:off x="2066275" y="3323300"/>
              <a:ext cx="62375" cy="53425"/>
            </a:xfrm>
            <a:custGeom>
              <a:avLst/>
              <a:gdLst/>
              <a:ahLst/>
              <a:cxnLst/>
              <a:rect l="l" t="t" r="r" b="b"/>
              <a:pathLst>
                <a:path w="2495" h="2137" extrusionOk="0">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3007;p96">
              <a:extLst>
                <a:ext uri="{FF2B5EF4-FFF2-40B4-BE49-F238E27FC236}">
                  <a16:creationId xmlns:a16="http://schemas.microsoft.com/office/drawing/2014/main" id="{DC075D84-2C81-0EE8-711C-067634198048}"/>
                </a:ext>
              </a:extLst>
            </p:cNvPr>
            <p:cNvSpPr/>
            <p:nvPr/>
          </p:nvSpPr>
          <p:spPr>
            <a:xfrm>
              <a:off x="2066275" y="3247075"/>
              <a:ext cx="62375" cy="53450"/>
            </a:xfrm>
            <a:custGeom>
              <a:avLst/>
              <a:gdLst/>
              <a:ahLst/>
              <a:cxnLst/>
              <a:rect l="l" t="t" r="r" b="b"/>
              <a:pathLst>
                <a:path w="2495"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3008;p96">
              <a:extLst>
                <a:ext uri="{FF2B5EF4-FFF2-40B4-BE49-F238E27FC236}">
                  <a16:creationId xmlns:a16="http://schemas.microsoft.com/office/drawing/2014/main" id="{E82B8763-83B8-1249-418B-822224157910}"/>
                </a:ext>
              </a:extLst>
            </p:cNvPr>
            <p:cNvSpPr/>
            <p:nvPr/>
          </p:nvSpPr>
          <p:spPr>
            <a:xfrm>
              <a:off x="206642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3009;p96">
              <a:extLst>
                <a:ext uri="{FF2B5EF4-FFF2-40B4-BE49-F238E27FC236}">
                  <a16:creationId xmlns:a16="http://schemas.microsoft.com/office/drawing/2014/main" id="{783D0C03-ACE3-9C84-7B9B-E963A1A801CD}"/>
                </a:ext>
              </a:extLst>
            </p:cNvPr>
            <p:cNvSpPr/>
            <p:nvPr/>
          </p:nvSpPr>
          <p:spPr>
            <a:xfrm>
              <a:off x="206642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3010;p96">
              <a:extLst>
                <a:ext uri="{FF2B5EF4-FFF2-40B4-BE49-F238E27FC236}">
                  <a16:creationId xmlns:a16="http://schemas.microsoft.com/office/drawing/2014/main" id="{D7F9A181-96B1-FA0B-82E2-B08FBCC51F5A}"/>
                </a:ext>
              </a:extLst>
            </p:cNvPr>
            <p:cNvSpPr/>
            <p:nvPr/>
          </p:nvSpPr>
          <p:spPr>
            <a:xfrm>
              <a:off x="2066425" y="2942425"/>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3011;p96">
              <a:extLst>
                <a:ext uri="{FF2B5EF4-FFF2-40B4-BE49-F238E27FC236}">
                  <a16:creationId xmlns:a16="http://schemas.microsoft.com/office/drawing/2014/main" id="{4F87EDDE-8BF3-C97C-3DA0-6CEA220A875B}"/>
                </a:ext>
              </a:extLst>
            </p:cNvPr>
            <p:cNvSpPr/>
            <p:nvPr/>
          </p:nvSpPr>
          <p:spPr>
            <a:xfrm>
              <a:off x="206642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3012;p96">
              <a:extLst>
                <a:ext uri="{FF2B5EF4-FFF2-40B4-BE49-F238E27FC236}">
                  <a16:creationId xmlns:a16="http://schemas.microsoft.com/office/drawing/2014/main" id="{F8A24E08-2FD0-5E3B-9354-DBAB81A67A71}"/>
                </a:ext>
              </a:extLst>
            </p:cNvPr>
            <p:cNvSpPr/>
            <p:nvPr/>
          </p:nvSpPr>
          <p:spPr>
            <a:xfrm>
              <a:off x="206642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3013;p96">
              <a:extLst>
                <a:ext uri="{FF2B5EF4-FFF2-40B4-BE49-F238E27FC236}">
                  <a16:creationId xmlns:a16="http://schemas.microsoft.com/office/drawing/2014/main" id="{39DF7D55-1D94-AA29-7B67-8C0338140C2F}"/>
                </a:ext>
              </a:extLst>
            </p:cNvPr>
            <p:cNvSpPr/>
            <p:nvPr/>
          </p:nvSpPr>
          <p:spPr>
            <a:xfrm>
              <a:off x="206642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3014;p96">
              <a:extLst>
                <a:ext uri="{FF2B5EF4-FFF2-40B4-BE49-F238E27FC236}">
                  <a16:creationId xmlns:a16="http://schemas.microsoft.com/office/drawing/2014/main" id="{6D590892-DE2A-38DE-20E1-1BC7C14DA544}"/>
                </a:ext>
              </a:extLst>
            </p:cNvPr>
            <p:cNvSpPr/>
            <p:nvPr/>
          </p:nvSpPr>
          <p:spPr>
            <a:xfrm>
              <a:off x="206642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3015;p96">
              <a:extLst>
                <a:ext uri="{FF2B5EF4-FFF2-40B4-BE49-F238E27FC236}">
                  <a16:creationId xmlns:a16="http://schemas.microsoft.com/office/drawing/2014/main" id="{2FB750B3-8456-FFA4-0A2C-7116E945182A}"/>
                </a:ext>
              </a:extLst>
            </p:cNvPr>
            <p:cNvSpPr/>
            <p:nvPr/>
          </p:nvSpPr>
          <p:spPr>
            <a:xfrm>
              <a:off x="2066425"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3016;p96">
              <a:extLst>
                <a:ext uri="{FF2B5EF4-FFF2-40B4-BE49-F238E27FC236}">
                  <a16:creationId xmlns:a16="http://schemas.microsoft.com/office/drawing/2014/main" id="{D22BDA9C-BE52-45A0-BC06-44CE9E6C5BD4}"/>
                </a:ext>
              </a:extLst>
            </p:cNvPr>
            <p:cNvSpPr/>
            <p:nvPr/>
          </p:nvSpPr>
          <p:spPr>
            <a:xfrm>
              <a:off x="2066425"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3017;p96">
              <a:extLst>
                <a:ext uri="{FF2B5EF4-FFF2-40B4-BE49-F238E27FC236}">
                  <a16:creationId xmlns:a16="http://schemas.microsoft.com/office/drawing/2014/main" id="{3F677F77-1C59-C578-82F5-A0BEE9B09001}"/>
                </a:ext>
              </a:extLst>
            </p:cNvPr>
            <p:cNvSpPr/>
            <p:nvPr/>
          </p:nvSpPr>
          <p:spPr>
            <a:xfrm>
              <a:off x="2066425" y="1571400"/>
              <a:ext cx="62225" cy="53250"/>
            </a:xfrm>
            <a:custGeom>
              <a:avLst/>
              <a:gdLst/>
              <a:ahLst/>
              <a:cxnLst/>
              <a:rect l="l" t="t" r="r" b="b"/>
              <a:pathLst>
                <a:path w="2489"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3018;p96">
              <a:extLst>
                <a:ext uri="{FF2B5EF4-FFF2-40B4-BE49-F238E27FC236}">
                  <a16:creationId xmlns:a16="http://schemas.microsoft.com/office/drawing/2014/main" id="{8FB9D636-776C-D896-B720-7D7BD30285BC}"/>
                </a:ext>
              </a:extLst>
            </p:cNvPr>
            <p:cNvSpPr/>
            <p:nvPr/>
          </p:nvSpPr>
          <p:spPr>
            <a:xfrm>
              <a:off x="2066425"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3019;p96">
              <a:extLst>
                <a:ext uri="{FF2B5EF4-FFF2-40B4-BE49-F238E27FC236}">
                  <a16:creationId xmlns:a16="http://schemas.microsoft.com/office/drawing/2014/main" id="{A282AF43-FF96-F5C9-D3F9-C27771A71F0B}"/>
                </a:ext>
              </a:extLst>
            </p:cNvPr>
            <p:cNvSpPr/>
            <p:nvPr/>
          </p:nvSpPr>
          <p:spPr>
            <a:xfrm>
              <a:off x="206642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3020;p96">
              <a:extLst>
                <a:ext uri="{FF2B5EF4-FFF2-40B4-BE49-F238E27FC236}">
                  <a16:creationId xmlns:a16="http://schemas.microsoft.com/office/drawing/2014/main" id="{5FDBCEAA-44C2-67C1-88D2-69E9E624C0BE}"/>
                </a:ext>
              </a:extLst>
            </p:cNvPr>
            <p:cNvSpPr/>
            <p:nvPr/>
          </p:nvSpPr>
          <p:spPr>
            <a:xfrm>
              <a:off x="206642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3021;p96">
              <a:extLst>
                <a:ext uri="{FF2B5EF4-FFF2-40B4-BE49-F238E27FC236}">
                  <a16:creationId xmlns:a16="http://schemas.microsoft.com/office/drawing/2014/main" id="{BD80DE83-7E56-2CCE-5E33-717E8EC5ECBA}"/>
                </a:ext>
              </a:extLst>
            </p:cNvPr>
            <p:cNvSpPr/>
            <p:nvPr/>
          </p:nvSpPr>
          <p:spPr>
            <a:xfrm>
              <a:off x="2066425" y="1038125"/>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3022;p96">
              <a:extLst>
                <a:ext uri="{FF2B5EF4-FFF2-40B4-BE49-F238E27FC236}">
                  <a16:creationId xmlns:a16="http://schemas.microsoft.com/office/drawing/2014/main" id="{99D5A0D9-6599-6F2B-E035-A85FF137AB7C}"/>
                </a:ext>
              </a:extLst>
            </p:cNvPr>
            <p:cNvSpPr/>
            <p:nvPr/>
          </p:nvSpPr>
          <p:spPr>
            <a:xfrm>
              <a:off x="1990200" y="4542300"/>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3023;p96">
              <a:extLst>
                <a:ext uri="{FF2B5EF4-FFF2-40B4-BE49-F238E27FC236}">
                  <a16:creationId xmlns:a16="http://schemas.microsoft.com/office/drawing/2014/main" id="{D8C49B40-E25A-798C-3D45-8594B82E7FBC}"/>
                </a:ext>
              </a:extLst>
            </p:cNvPr>
            <p:cNvSpPr/>
            <p:nvPr/>
          </p:nvSpPr>
          <p:spPr>
            <a:xfrm>
              <a:off x="1990200" y="4466075"/>
              <a:ext cx="62225" cy="53300"/>
            </a:xfrm>
            <a:custGeom>
              <a:avLst/>
              <a:gdLst/>
              <a:ahLst/>
              <a:cxnLst/>
              <a:rect l="l" t="t" r="r" b="b"/>
              <a:pathLst>
                <a:path w="2489" h="2132" extrusionOk="0">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3024;p96">
              <a:extLst>
                <a:ext uri="{FF2B5EF4-FFF2-40B4-BE49-F238E27FC236}">
                  <a16:creationId xmlns:a16="http://schemas.microsoft.com/office/drawing/2014/main" id="{2D446CD9-BA69-55C7-8036-C0DEA083A9FC}"/>
                </a:ext>
              </a:extLst>
            </p:cNvPr>
            <p:cNvSpPr/>
            <p:nvPr/>
          </p:nvSpPr>
          <p:spPr>
            <a:xfrm>
              <a:off x="1990200" y="438987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3025;p96">
              <a:extLst>
                <a:ext uri="{FF2B5EF4-FFF2-40B4-BE49-F238E27FC236}">
                  <a16:creationId xmlns:a16="http://schemas.microsoft.com/office/drawing/2014/main" id="{DDEEE6E6-EF6E-9A36-FE8A-FB35E4A9803A}"/>
                </a:ext>
              </a:extLst>
            </p:cNvPr>
            <p:cNvSpPr/>
            <p:nvPr/>
          </p:nvSpPr>
          <p:spPr>
            <a:xfrm>
              <a:off x="1990200"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3026;p96">
              <a:extLst>
                <a:ext uri="{FF2B5EF4-FFF2-40B4-BE49-F238E27FC236}">
                  <a16:creationId xmlns:a16="http://schemas.microsoft.com/office/drawing/2014/main" id="{87BDFCF4-F8CD-49B4-16E1-BA6165216D4B}"/>
                </a:ext>
              </a:extLst>
            </p:cNvPr>
            <p:cNvSpPr/>
            <p:nvPr/>
          </p:nvSpPr>
          <p:spPr>
            <a:xfrm>
              <a:off x="1990200" y="3551925"/>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3027;p96">
              <a:extLst>
                <a:ext uri="{FF2B5EF4-FFF2-40B4-BE49-F238E27FC236}">
                  <a16:creationId xmlns:a16="http://schemas.microsoft.com/office/drawing/2014/main" id="{C75D9684-C715-CE81-EAE1-D558C7BD19B1}"/>
                </a:ext>
              </a:extLst>
            </p:cNvPr>
            <p:cNvSpPr/>
            <p:nvPr/>
          </p:nvSpPr>
          <p:spPr>
            <a:xfrm>
              <a:off x="19902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3028;p96">
              <a:extLst>
                <a:ext uri="{FF2B5EF4-FFF2-40B4-BE49-F238E27FC236}">
                  <a16:creationId xmlns:a16="http://schemas.microsoft.com/office/drawing/2014/main" id="{EAB16748-B2F2-8F8B-C395-F9282F970728}"/>
                </a:ext>
              </a:extLst>
            </p:cNvPr>
            <p:cNvSpPr/>
            <p:nvPr/>
          </p:nvSpPr>
          <p:spPr>
            <a:xfrm>
              <a:off x="1990200"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3029;p96">
              <a:extLst>
                <a:ext uri="{FF2B5EF4-FFF2-40B4-BE49-F238E27FC236}">
                  <a16:creationId xmlns:a16="http://schemas.microsoft.com/office/drawing/2014/main" id="{577D6A15-DB0B-57FB-E923-3BC8B1F12586}"/>
                </a:ext>
              </a:extLst>
            </p:cNvPr>
            <p:cNvSpPr/>
            <p:nvPr/>
          </p:nvSpPr>
          <p:spPr>
            <a:xfrm>
              <a:off x="1990075" y="3323300"/>
              <a:ext cx="62350" cy="53425"/>
            </a:xfrm>
            <a:custGeom>
              <a:avLst/>
              <a:gdLst/>
              <a:ahLst/>
              <a:cxnLst/>
              <a:rect l="l" t="t" r="r" b="b"/>
              <a:pathLst>
                <a:path w="2494" h="2137" extrusionOk="0">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3030;p96">
              <a:extLst>
                <a:ext uri="{FF2B5EF4-FFF2-40B4-BE49-F238E27FC236}">
                  <a16:creationId xmlns:a16="http://schemas.microsoft.com/office/drawing/2014/main" id="{D0D24E5D-4AFA-8C31-0AD4-4E468D394520}"/>
                </a:ext>
              </a:extLst>
            </p:cNvPr>
            <p:cNvSpPr/>
            <p:nvPr/>
          </p:nvSpPr>
          <p:spPr>
            <a:xfrm>
              <a:off x="1990075" y="3247075"/>
              <a:ext cx="62350" cy="53450"/>
            </a:xfrm>
            <a:custGeom>
              <a:avLst/>
              <a:gdLst/>
              <a:ahLst/>
              <a:cxnLst/>
              <a:rect l="l" t="t" r="r" b="b"/>
              <a:pathLst>
                <a:path w="2494" h="2138" extrusionOk="0">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3031;p96">
              <a:extLst>
                <a:ext uri="{FF2B5EF4-FFF2-40B4-BE49-F238E27FC236}">
                  <a16:creationId xmlns:a16="http://schemas.microsoft.com/office/drawing/2014/main" id="{08EF5E80-E647-A242-0D90-22EA2F6D522F}"/>
                </a:ext>
              </a:extLst>
            </p:cNvPr>
            <p:cNvSpPr/>
            <p:nvPr/>
          </p:nvSpPr>
          <p:spPr>
            <a:xfrm>
              <a:off x="1990200"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3032;p96">
              <a:extLst>
                <a:ext uri="{FF2B5EF4-FFF2-40B4-BE49-F238E27FC236}">
                  <a16:creationId xmlns:a16="http://schemas.microsoft.com/office/drawing/2014/main" id="{34892C7D-4818-A44E-72F9-DA4FF514D4DD}"/>
                </a:ext>
              </a:extLst>
            </p:cNvPr>
            <p:cNvSpPr/>
            <p:nvPr/>
          </p:nvSpPr>
          <p:spPr>
            <a:xfrm>
              <a:off x="1990200"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3033;p96">
              <a:extLst>
                <a:ext uri="{FF2B5EF4-FFF2-40B4-BE49-F238E27FC236}">
                  <a16:creationId xmlns:a16="http://schemas.microsoft.com/office/drawing/2014/main" id="{A0BE525B-EF9B-D8F7-292F-083FE3733514}"/>
                </a:ext>
              </a:extLst>
            </p:cNvPr>
            <p:cNvSpPr/>
            <p:nvPr/>
          </p:nvSpPr>
          <p:spPr>
            <a:xfrm>
              <a:off x="1990200"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3034;p96">
              <a:extLst>
                <a:ext uri="{FF2B5EF4-FFF2-40B4-BE49-F238E27FC236}">
                  <a16:creationId xmlns:a16="http://schemas.microsoft.com/office/drawing/2014/main" id="{0A28860A-E81C-4C44-02F5-26323248BFA5}"/>
                </a:ext>
              </a:extLst>
            </p:cNvPr>
            <p:cNvSpPr/>
            <p:nvPr/>
          </p:nvSpPr>
          <p:spPr>
            <a:xfrm>
              <a:off x="1990200" y="2333125"/>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3035;p96">
              <a:extLst>
                <a:ext uri="{FF2B5EF4-FFF2-40B4-BE49-F238E27FC236}">
                  <a16:creationId xmlns:a16="http://schemas.microsoft.com/office/drawing/2014/main" id="{CC56B055-6A32-C6DD-1376-F69E0B5E91FA}"/>
                </a:ext>
              </a:extLst>
            </p:cNvPr>
            <p:cNvSpPr/>
            <p:nvPr/>
          </p:nvSpPr>
          <p:spPr>
            <a:xfrm>
              <a:off x="199020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3036;p96">
              <a:extLst>
                <a:ext uri="{FF2B5EF4-FFF2-40B4-BE49-F238E27FC236}">
                  <a16:creationId xmlns:a16="http://schemas.microsoft.com/office/drawing/2014/main" id="{354FF8AC-9B68-DEEB-6E6A-44AC51CC0AE4}"/>
                </a:ext>
              </a:extLst>
            </p:cNvPr>
            <p:cNvSpPr/>
            <p:nvPr/>
          </p:nvSpPr>
          <p:spPr>
            <a:xfrm>
              <a:off x="1990200" y="2180700"/>
              <a:ext cx="62225" cy="53350"/>
            </a:xfrm>
            <a:custGeom>
              <a:avLst/>
              <a:gdLst/>
              <a:ahLst/>
              <a:cxnLst/>
              <a:rect l="l" t="t" r="r" b="b"/>
              <a:pathLst>
                <a:path w="2489" h="2134" extrusionOk="0">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3037;p96">
              <a:extLst>
                <a:ext uri="{FF2B5EF4-FFF2-40B4-BE49-F238E27FC236}">
                  <a16:creationId xmlns:a16="http://schemas.microsoft.com/office/drawing/2014/main" id="{AA581A73-6DB0-9B48-DE62-9FBD74A59577}"/>
                </a:ext>
              </a:extLst>
            </p:cNvPr>
            <p:cNvSpPr/>
            <p:nvPr/>
          </p:nvSpPr>
          <p:spPr>
            <a:xfrm>
              <a:off x="1990200"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3038;p96">
              <a:extLst>
                <a:ext uri="{FF2B5EF4-FFF2-40B4-BE49-F238E27FC236}">
                  <a16:creationId xmlns:a16="http://schemas.microsoft.com/office/drawing/2014/main" id="{809EB686-D5A9-FD7A-2387-FD29DDDAC49B}"/>
                </a:ext>
              </a:extLst>
            </p:cNvPr>
            <p:cNvSpPr/>
            <p:nvPr/>
          </p:nvSpPr>
          <p:spPr>
            <a:xfrm>
              <a:off x="1990200"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3039;p96">
              <a:extLst>
                <a:ext uri="{FF2B5EF4-FFF2-40B4-BE49-F238E27FC236}">
                  <a16:creationId xmlns:a16="http://schemas.microsoft.com/office/drawing/2014/main" id="{F6C6CB85-8A47-E964-D63E-D3AF7EDFC5F1}"/>
                </a:ext>
              </a:extLst>
            </p:cNvPr>
            <p:cNvSpPr/>
            <p:nvPr/>
          </p:nvSpPr>
          <p:spPr>
            <a:xfrm>
              <a:off x="1990200"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3040;p96">
              <a:extLst>
                <a:ext uri="{FF2B5EF4-FFF2-40B4-BE49-F238E27FC236}">
                  <a16:creationId xmlns:a16="http://schemas.microsoft.com/office/drawing/2014/main" id="{D7709B1F-D11F-60D1-B7D0-F312BFA3A5AD}"/>
                </a:ext>
              </a:extLst>
            </p:cNvPr>
            <p:cNvSpPr/>
            <p:nvPr/>
          </p:nvSpPr>
          <p:spPr>
            <a:xfrm>
              <a:off x="1990200"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3041;p96">
              <a:extLst>
                <a:ext uri="{FF2B5EF4-FFF2-40B4-BE49-F238E27FC236}">
                  <a16:creationId xmlns:a16="http://schemas.microsoft.com/office/drawing/2014/main" id="{179ABD7A-9BD4-E3A4-31C0-D4F182E93A15}"/>
                </a:ext>
              </a:extLst>
            </p:cNvPr>
            <p:cNvSpPr/>
            <p:nvPr/>
          </p:nvSpPr>
          <p:spPr>
            <a:xfrm>
              <a:off x="1990200"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3042;p96">
              <a:extLst>
                <a:ext uri="{FF2B5EF4-FFF2-40B4-BE49-F238E27FC236}">
                  <a16:creationId xmlns:a16="http://schemas.microsoft.com/office/drawing/2014/main" id="{6346A042-DCEC-5317-19CB-42638446C4CB}"/>
                </a:ext>
              </a:extLst>
            </p:cNvPr>
            <p:cNvSpPr/>
            <p:nvPr/>
          </p:nvSpPr>
          <p:spPr>
            <a:xfrm>
              <a:off x="1990200"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3043;p96">
              <a:extLst>
                <a:ext uri="{FF2B5EF4-FFF2-40B4-BE49-F238E27FC236}">
                  <a16:creationId xmlns:a16="http://schemas.microsoft.com/office/drawing/2014/main" id="{AA065850-373B-4727-5B5E-5126028BD6AF}"/>
                </a:ext>
              </a:extLst>
            </p:cNvPr>
            <p:cNvSpPr/>
            <p:nvPr/>
          </p:nvSpPr>
          <p:spPr>
            <a:xfrm>
              <a:off x="1990200" y="1571400"/>
              <a:ext cx="62225" cy="53250"/>
            </a:xfrm>
            <a:custGeom>
              <a:avLst/>
              <a:gdLst/>
              <a:ahLst/>
              <a:cxnLst/>
              <a:rect l="l" t="t" r="r" b="b"/>
              <a:pathLst>
                <a:path w="2489" h="2130" extrusionOk="0">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3044;p96">
              <a:extLst>
                <a:ext uri="{FF2B5EF4-FFF2-40B4-BE49-F238E27FC236}">
                  <a16:creationId xmlns:a16="http://schemas.microsoft.com/office/drawing/2014/main" id="{02B6DA81-85F7-85ED-244A-AAB6C5F233DE}"/>
                </a:ext>
              </a:extLst>
            </p:cNvPr>
            <p:cNvSpPr/>
            <p:nvPr/>
          </p:nvSpPr>
          <p:spPr>
            <a:xfrm>
              <a:off x="1990200"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3045;p96">
              <a:extLst>
                <a:ext uri="{FF2B5EF4-FFF2-40B4-BE49-F238E27FC236}">
                  <a16:creationId xmlns:a16="http://schemas.microsoft.com/office/drawing/2014/main" id="{39D1BE24-6C8C-1A2A-83B6-2D4A842407CD}"/>
                </a:ext>
              </a:extLst>
            </p:cNvPr>
            <p:cNvSpPr/>
            <p:nvPr/>
          </p:nvSpPr>
          <p:spPr>
            <a:xfrm>
              <a:off x="1990200"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3046;p96">
              <a:extLst>
                <a:ext uri="{FF2B5EF4-FFF2-40B4-BE49-F238E27FC236}">
                  <a16:creationId xmlns:a16="http://schemas.microsoft.com/office/drawing/2014/main" id="{13644A70-A8DD-79F1-640D-612C405617FE}"/>
                </a:ext>
              </a:extLst>
            </p:cNvPr>
            <p:cNvSpPr/>
            <p:nvPr/>
          </p:nvSpPr>
          <p:spPr>
            <a:xfrm>
              <a:off x="1990200"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3047;p96">
              <a:extLst>
                <a:ext uri="{FF2B5EF4-FFF2-40B4-BE49-F238E27FC236}">
                  <a16:creationId xmlns:a16="http://schemas.microsoft.com/office/drawing/2014/main" id="{853207CF-C386-8092-A714-0C22E2AB685D}"/>
                </a:ext>
              </a:extLst>
            </p:cNvPr>
            <p:cNvSpPr/>
            <p:nvPr/>
          </p:nvSpPr>
          <p:spPr>
            <a:xfrm>
              <a:off x="1990200" y="1038125"/>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3048;p96">
              <a:extLst>
                <a:ext uri="{FF2B5EF4-FFF2-40B4-BE49-F238E27FC236}">
                  <a16:creationId xmlns:a16="http://schemas.microsoft.com/office/drawing/2014/main" id="{4EC78251-DC38-D7E7-5DFC-722790D47D62}"/>
                </a:ext>
              </a:extLst>
            </p:cNvPr>
            <p:cNvSpPr/>
            <p:nvPr/>
          </p:nvSpPr>
          <p:spPr>
            <a:xfrm>
              <a:off x="1914000" y="3551925"/>
              <a:ext cx="62225" cy="53300"/>
            </a:xfrm>
            <a:custGeom>
              <a:avLst/>
              <a:gdLst/>
              <a:ahLst/>
              <a:cxnLst/>
              <a:rect l="l" t="t" r="r" b="b"/>
              <a:pathLst>
                <a:path w="2489" h="2132" extrusionOk="0">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3049;p96">
              <a:extLst>
                <a:ext uri="{FF2B5EF4-FFF2-40B4-BE49-F238E27FC236}">
                  <a16:creationId xmlns:a16="http://schemas.microsoft.com/office/drawing/2014/main" id="{DF6C59A4-1362-8EAB-DB22-1C0B731BEC1A}"/>
                </a:ext>
              </a:extLst>
            </p:cNvPr>
            <p:cNvSpPr/>
            <p:nvPr/>
          </p:nvSpPr>
          <p:spPr>
            <a:xfrm>
              <a:off x="1914000"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3050;p96">
              <a:extLst>
                <a:ext uri="{FF2B5EF4-FFF2-40B4-BE49-F238E27FC236}">
                  <a16:creationId xmlns:a16="http://schemas.microsoft.com/office/drawing/2014/main" id="{4D79DE60-E65F-51C5-12CB-AD2A95474F6C}"/>
                </a:ext>
              </a:extLst>
            </p:cNvPr>
            <p:cNvSpPr/>
            <p:nvPr/>
          </p:nvSpPr>
          <p:spPr>
            <a:xfrm>
              <a:off x="1914000"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3051;p96">
              <a:extLst>
                <a:ext uri="{FF2B5EF4-FFF2-40B4-BE49-F238E27FC236}">
                  <a16:creationId xmlns:a16="http://schemas.microsoft.com/office/drawing/2014/main" id="{5C1D8683-D006-0797-20B7-D8F49FE53072}"/>
                </a:ext>
              </a:extLst>
            </p:cNvPr>
            <p:cNvSpPr/>
            <p:nvPr/>
          </p:nvSpPr>
          <p:spPr>
            <a:xfrm>
              <a:off x="1914000" y="3323300"/>
              <a:ext cx="62225" cy="53425"/>
            </a:xfrm>
            <a:custGeom>
              <a:avLst/>
              <a:gdLst/>
              <a:ahLst/>
              <a:cxnLst/>
              <a:rect l="l" t="t" r="r" b="b"/>
              <a:pathLst>
                <a:path w="2489" h="2137" extrusionOk="0">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3052;p96">
              <a:extLst>
                <a:ext uri="{FF2B5EF4-FFF2-40B4-BE49-F238E27FC236}">
                  <a16:creationId xmlns:a16="http://schemas.microsoft.com/office/drawing/2014/main" id="{77081415-FC28-EF2C-7EA0-936E4B473826}"/>
                </a:ext>
              </a:extLst>
            </p:cNvPr>
            <p:cNvSpPr/>
            <p:nvPr/>
          </p:nvSpPr>
          <p:spPr>
            <a:xfrm>
              <a:off x="1914000" y="3247075"/>
              <a:ext cx="62425" cy="53450"/>
            </a:xfrm>
            <a:custGeom>
              <a:avLst/>
              <a:gdLst/>
              <a:ahLst/>
              <a:cxnLst/>
              <a:rect l="l" t="t" r="r" b="b"/>
              <a:pathLst>
                <a:path w="2497" h="2138" extrusionOk="0">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3053;p96">
              <a:extLst>
                <a:ext uri="{FF2B5EF4-FFF2-40B4-BE49-F238E27FC236}">
                  <a16:creationId xmlns:a16="http://schemas.microsoft.com/office/drawing/2014/main" id="{C305DA27-9705-9583-19F6-BDA63E90ED59}"/>
                </a:ext>
              </a:extLst>
            </p:cNvPr>
            <p:cNvSpPr/>
            <p:nvPr/>
          </p:nvSpPr>
          <p:spPr>
            <a:xfrm>
              <a:off x="1914000"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3054;p96">
              <a:extLst>
                <a:ext uri="{FF2B5EF4-FFF2-40B4-BE49-F238E27FC236}">
                  <a16:creationId xmlns:a16="http://schemas.microsoft.com/office/drawing/2014/main" id="{A21C90BC-8172-8E8E-5DC5-D8A7AB7A71FC}"/>
                </a:ext>
              </a:extLst>
            </p:cNvPr>
            <p:cNvSpPr/>
            <p:nvPr/>
          </p:nvSpPr>
          <p:spPr>
            <a:xfrm>
              <a:off x="1914000"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3055;p96">
              <a:extLst>
                <a:ext uri="{FF2B5EF4-FFF2-40B4-BE49-F238E27FC236}">
                  <a16:creationId xmlns:a16="http://schemas.microsoft.com/office/drawing/2014/main" id="{C02513F4-0539-F69F-5509-20A2B4F66476}"/>
                </a:ext>
              </a:extLst>
            </p:cNvPr>
            <p:cNvSpPr/>
            <p:nvPr/>
          </p:nvSpPr>
          <p:spPr>
            <a:xfrm>
              <a:off x="1914000"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3056;p96">
              <a:extLst>
                <a:ext uri="{FF2B5EF4-FFF2-40B4-BE49-F238E27FC236}">
                  <a16:creationId xmlns:a16="http://schemas.microsoft.com/office/drawing/2014/main" id="{54534917-84DB-272E-7939-7563B6DAB444}"/>
                </a:ext>
              </a:extLst>
            </p:cNvPr>
            <p:cNvSpPr/>
            <p:nvPr/>
          </p:nvSpPr>
          <p:spPr>
            <a:xfrm>
              <a:off x="1914000"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3057;p96">
              <a:extLst>
                <a:ext uri="{FF2B5EF4-FFF2-40B4-BE49-F238E27FC236}">
                  <a16:creationId xmlns:a16="http://schemas.microsoft.com/office/drawing/2014/main" id="{7CF80EEE-9E0E-CB03-58E9-AD26C2D1593E}"/>
                </a:ext>
              </a:extLst>
            </p:cNvPr>
            <p:cNvSpPr/>
            <p:nvPr/>
          </p:nvSpPr>
          <p:spPr>
            <a:xfrm>
              <a:off x="1914000"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3058;p96">
              <a:extLst>
                <a:ext uri="{FF2B5EF4-FFF2-40B4-BE49-F238E27FC236}">
                  <a16:creationId xmlns:a16="http://schemas.microsoft.com/office/drawing/2014/main" id="{54B4C584-0BBA-A358-11A1-173A903B5CF3}"/>
                </a:ext>
              </a:extLst>
            </p:cNvPr>
            <p:cNvSpPr/>
            <p:nvPr/>
          </p:nvSpPr>
          <p:spPr>
            <a:xfrm>
              <a:off x="191400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3059;p96">
              <a:extLst>
                <a:ext uri="{FF2B5EF4-FFF2-40B4-BE49-F238E27FC236}">
                  <a16:creationId xmlns:a16="http://schemas.microsoft.com/office/drawing/2014/main" id="{F3B4A061-5BEF-ABAD-3021-B3F5DBF3DA00}"/>
                </a:ext>
              </a:extLst>
            </p:cNvPr>
            <p:cNvSpPr/>
            <p:nvPr/>
          </p:nvSpPr>
          <p:spPr>
            <a:xfrm>
              <a:off x="1914000"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3060;p96">
              <a:extLst>
                <a:ext uri="{FF2B5EF4-FFF2-40B4-BE49-F238E27FC236}">
                  <a16:creationId xmlns:a16="http://schemas.microsoft.com/office/drawing/2014/main" id="{123CE6AD-A4E0-741F-3AEA-5048C25BE35B}"/>
                </a:ext>
              </a:extLst>
            </p:cNvPr>
            <p:cNvSpPr/>
            <p:nvPr/>
          </p:nvSpPr>
          <p:spPr>
            <a:xfrm>
              <a:off x="1914000"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3061;p96">
              <a:extLst>
                <a:ext uri="{FF2B5EF4-FFF2-40B4-BE49-F238E27FC236}">
                  <a16:creationId xmlns:a16="http://schemas.microsoft.com/office/drawing/2014/main" id="{251C0BB6-09B8-3145-D064-3088CFC7B4D2}"/>
                </a:ext>
              </a:extLst>
            </p:cNvPr>
            <p:cNvSpPr/>
            <p:nvPr/>
          </p:nvSpPr>
          <p:spPr>
            <a:xfrm>
              <a:off x="1914000"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3062;p96">
              <a:extLst>
                <a:ext uri="{FF2B5EF4-FFF2-40B4-BE49-F238E27FC236}">
                  <a16:creationId xmlns:a16="http://schemas.microsoft.com/office/drawing/2014/main" id="{9A6352F4-B0A8-84E7-E9D5-9BAB1579D2B5}"/>
                </a:ext>
              </a:extLst>
            </p:cNvPr>
            <p:cNvSpPr/>
            <p:nvPr/>
          </p:nvSpPr>
          <p:spPr>
            <a:xfrm>
              <a:off x="1914000"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3063;p96">
              <a:extLst>
                <a:ext uri="{FF2B5EF4-FFF2-40B4-BE49-F238E27FC236}">
                  <a16:creationId xmlns:a16="http://schemas.microsoft.com/office/drawing/2014/main" id="{EE318D9A-AEC8-0084-BCC8-620F91C9E190}"/>
                </a:ext>
              </a:extLst>
            </p:cNvPr>
            <p:cNvSpPr/>
            <p:nvPr/>
          </p:nvSpPr>
          <p:spPr>
            <a:xfrm>
              <a:off x="1914000"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3064;p96">
              <a:extLst>
                <a:ext uri="{FF2B5EF4-FFF2-40B4-BE49-F238E27FC236}">
                  <a16:creationId xmlns:a16="http://schemas.microsoft.com/office/drawing/2014/main" id="{3A98F91B-C6F7-715F-F5DA-F48C19ED6742}"/>
                </a:ext>
              </a:extLst>
            </p:cNvPr>
            <p:cNvSpPr/>
            <p:nvPr/>
          </p:nvSpPr>
          <p:spPr>
            <a:xfrm>
              <a:off x="1914000"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3065;p96">
              <a:extLst>
                <a:ext uri="{FF2B5EF4-FFF2-40B4-BE49-F238E27FC236}">
                  <a16:creationId xmlns:a16="http://schemas.microsoft.com/office/drawing/2014/main" id="{3C1CCCC5-220B-AAB9-0F18-A75455165686}"/>
                </a:ext>
              </a:extLst>
            </p:cNvPr>
            <p:cNvSpPr/>
            <p:nvPr/>
          </p:nvSpPr>
          <p:spPr>
            <a:xfrm>
              <a:off x="1914000"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3066;p96">
              <a:extLst>
                <a:ext uri="{FF2B5EF4-FFF2-40B4-BE49-F238E27FC236}">
                  <a16:creationId xmlns:a16="http://schemas.microsoft.com/office/drawing/2014/main" id="{68C8CC1C-0C44-E78E-1570-D3CC207318D5}"/>
                </a:ext>
              </a:extLst>
            </p:cNvPr>
            <p:cNvSpPr/>
            <p:nvPr/>
          </p:nvSpPr>
          <p:spPr>
            <a:xfrm>
              <a:off x="1837775"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3067;p96">
              <a:extLst>
                <a:ext uri="{FF2B5EF4-FFF2-40B4-BE49-F238E27FC236}">
                  <a16:creationId xmlns:a16="http://schemas.microsoft.com/office/drawing/2014/main" id="{58981860-FCE0-8EF8-49C1-9B5F3B4CBC7F}"/>
                </a:ext>
              </a:extLst>
            </p:cNvPr>
            <p:cNvSpPr/>
            <p:nvPr/>
          </p:nvSpPr>
          <p:spPr>
            <a:xfrm>
              <a:off x="1837775" y="2866425"/>
              <a:ext cx="62425" cy="53275"/>
            </a:xfrm>
            <a:custGeom>
              <a:avLst/>
              <a:gdLst/>
              <a:ahLst/>
              <a:cxnLst/>
              <a:rect l="l" t="t" r="r" b="b"/>
              <a:pathLst>
                <a:path w="2497" h="2131" extrusionOk="0">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3068;p96">
              <a:extLst>
                <a:ext uri="{FF2B5EF4-FFF2-40B4-BE49-F238E27FC236}">
                  <a16:creationId xmlns:a16="http://schemas.microsoft.com/office/drawing/2014/main" id="{8ADE2C9A-0C4D-2F11-215E-59992195EEDA}"/>
                </a:ext>
              </a:extLst>
            </p:cNvPr>
            <p:cNvSpPr/>
            <p:nvPr/>
          </p:nvSpPr>
          <p:spPr>
            <a:xfrm>
              <a:off x="1837775" y="2714000"/>
              <a:ext cx="62425" cy="53350"/>
            </a:xfrm>
            <a:custGeom>
              <a:avLst/>
              <a:gdLst/>
              <a:ahLst/>
              <a:cxnLst/>
              <a:rect l="l" t="t" r="r" b="b"/>
              <a:pathLst>
                <a:path w="2497" h="2134"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3069;p96">
              <a:extLst>
                <a:ext uri="{FF2B5EF4-FFF2-40B4-BE49-F238E27FC236}">
                  <a16:creationId xmlns:a16="http://schemas.microsoft.com/office/drawing/2014/main" id="{8BF90B87-B251-8DDF-671D-EEEF09150B99}"/>
                </a:ext>
              </a:extLst>
            </p:cNvPr>
            <p:cNvSpPr/>
            <p:nvPr/>
          </p:nvSpPr>
          <p:spPr>
            <a:xfrm>
              <a:off x="1837775" y="2637775"/>
              <a:ext cx="62425" cy="53450"/>
            </a:xfrm>
            <a:custGeom>
              <a:avLst/>
              <a:gdLst/>
              <a:ahLst/>
              <a:cxnLst/>
              <a:rect l="l" t="t" r="r" b="b"/>
              <a:pathLst>
                <a:path w="2497" h="2138" extrusionOk="0">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3070;p96">
              <a:extLst>
                <a:ext uri="{FF2B5EF4-FFF2-40B4-BE49-F238E27FC236}">
                  <a16:creationId xmlns:a16="http://schemas.microsoft.com/office/drawing/2014/main" id="{8C412911-C26D-B5A8-A026-2172CC63B777}"/>
                </a:ext>
              </a:extLst>
            </p:cNvPr>
            <p:cNvSpPr/>
            <p:nvPr/>
          </p:nvSpPr>
          <p:spPr>
            <a:xfrm>
              <a:off x="1837775" y="2561575"/>
              <a:ext cx="62425" cy="53425"/>
            </a:xfrm>
            <a:custGeom>
              <a:avLst/>
              <a:gdLst/>
              <a:ahLst/>
              <a:cxnLst/>
              <a:rect l="l" t="t" r="r" b="b"/>
              <a:pathLst>
                <a:path w="2497" h="2137" extrusionOk="0">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3071;p96">
              <a:extLst>
                <a:ext uri="{FF2B5EF4-FFF2-40B4-BE49-F238E27FC236}">
                  <a16:creationId xmlns:a16="http://schemas.microsoft.com/office/drawing/2014/main" id="{FAE81325-5806-D3D1-C10F-3CED9D240BA2}"/>
                </a:ext>
              </a:extLst>
            </p:cNvPr>
            <p:cNvSpPr/>
            <p:nvPr/>
          </p:nvSpPr>
          <p:spPr>
            <a:xfrm>
              <a:off x="1837775" y="2485550"/>
              <a:ext cx="62425" cy="53300"/>
            </a:xfrm>
            <a:custGeom>
              <a:avLst/>
              <a:gdLst/>
              <a:ahLst/>
              <a:cxnLst/>
              <a:rect l="l" t="t" r="r" b="b"/>
              <a:pathLst>
                <a:path w="2497" h="2132" extrusionOk="0">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3072;p96">
              <a:extLst>
                <a:ext uri="{FF2B5EF4-FFF2-40B4-BE49-F238E27FC236}">
                  <a16:creationId xmlns:a16="http://schemas.microsoft.com/office/drawing/2014/main" id="{5F45E0BC-C604-9578-B1F5-1567F659B2FF}"/>
                </a:ext>
              </a:extLst>
            </p:cNvPr>
            <p:cNvSpPr/>
            <p:nvPr/>
          </p:nvSpPr>
          <p:spPr>
            <a:xfrm>
              <a:off x="1837775" y="2409350"/>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3073;p96">
              <a:extLst>
                <a:ext uri="{FF2B5EF4-FFF2-40B4-BE49-F238E27FC236}">
                  <a16:creationId xmlns:a16="http://schemas.microsoft.com/office/drawing/2014/main" id="{FF2D553F-D344-BC4F-FFD6-CEA8B3937119}"/>
                </a:ext>
              </a:extLst>
            </p:cNvPr>
            <p:cNvSpPr/>
            <p:nvPr/>
          </p:nvSpPr>
          <p:spPr>
            <a:xfrm>
              <a:off x="1837775"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3074;p96">
              <a:extLst>
                <a:ext uri="{FF2B5EF4-FFF2-40B4-BE49-F238E27FC236}">
                  <a16:creationId xmlns:a16="http://schemas.microsoft.com/office/drawing/2014/main" id="{145403C4-219A-31B8-FF53-46D6502F7C59}"/>
                </a:ext>
              </a:extLst>
            </p:cNvPr>
            <p:cNvSpPr/>
            <p:nvPr/>
          </p:nvSpPr>
          <p:spPr>
            <a:xfrm>
              <a:off x="1837775"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3075;p96">
              <a:extLst>
                <a:ext uri="{FF2B5EF4-FFF2-40B4-BE49-F238E27FC236}">
                  <a16:creationId xmlns:a16="http://schemas.microsoft.com/office/drawing/2014/main" id="{3B33AB5F-5055-1C17-3E53-E9F401CA598C}"/>
                </a:ext>
              </a:extLst>
            </p:cNvPr>
            <p:cNvSpPr/>
            <p:nvPr/>
          </p:nvSpPr>
          <p:spPr>
            <a:xfrm>
              <a:off x="1837775"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3076;p96">
              <a:extLst>
                <a:ext uri="{FF2B5EF4-FFF2-40B4-BE49-F238E27FC236}">
                  <a16:creationId xmlns:a16="http://schemas.microsoft.com/office/drawing/2014/main" id="{80115526-BED5-FA8E-BA68-874F845EB897}"/>
                </a:ext>
              </a:extLst>
            </p:cNvPr>
            <p:cNvSpPr/>
            <p:nvPr/>
          </p:nvSpPr>
          <p:spPr>
            <a:xfrm>
              <a:off x="1837775" y="2104500"/>
              <a:ext cx="62425" cy="53325"/>
            </a:xfrm>
            <a:custGeom>
              <a:avLst/>
              <a:gdLst/>
              <a:ahLst/>
              <a:cxnLst/>
              <a:rect l="l" t="t" r="r" b="b"/>
              <a:pathLst>
                <a:path w="2497" h="2133"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3077;p96">
              <a:extLst>
                <a:ext uri="{FF2B5EF4-FFF2-40B4-BE49-F238E27FC236}">
                  <a16:creationId xmlns:a16="http://schemas.microsoft.com/office/drawing/2014/main" id="{7605F7FD-FCFC-7247-FC23-9CDE53C3F49E}"/>
                </a:ext>
              </a:extLst>
            </p:cNvPr>
            <p:cNvSpPr/>
            <p:nvPr/>
          </p:nvSpPr>
          <p:spPr>
            <a:xfrm>
              <a:off x="1837775"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3078;p96">
              <a:extLst>
                <a:ext uri="{FF2B5EF4-FFF2-40B4-BE49-F238E27FC236}">
                  <a16:creationId xmlns:a16="http://schemas.microsoft.com/office/drawing/2014/main" id="{7018BD79-4315-2836-58C1-CD2A44283330}"/>
                </a:ext>
              </a:extLst>
            </p:cNvPr>
            <p:cNvSpPr/>
            <p:nvPr/>
          </p:nvSpPr>
          <p:spPr>
            <a:xfrm>
              <a:off x="1837775"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3079;p96">
              <a:extLst>
                <a:ext uri="{FF2B5EF4-FFF2-40B4-BE49-F238E27FC236}">
                  <a16:creationId xmlns:a16="http://schemas.microsoft.com/office/drawing/2014/main" id="{3092524D-43A7-7338-3532-2119B796C3D3}"/>
                </a:ext>
              </a:extLst>
            </p:cNvPr>
            <p:cNvSpPr/>
            <p:nvPr/>
          </p:nvSpPr>
          <p:spPr>
            <a:xfrm>
              <a:off x="1837775"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3080;p96">
              <a:extLst>
                <a:ext uri="{FF2B5EF4-FFF2-40B4-BE49-F238E27FC236}">
                  <a16:creationId xmlns:a16="http://schemas.microsoft.com/office/drawing/2014/main" id="{0DED82E4-6027-C228-C64B-A35997B1BCAB}"/>
                </a:ext>
              </a:extLst>
            </p:cNvPr>
            <p:cNvSpPr/>
            <p:nvPr/>
          </p:nvSpPr>
          <p:spPr>
            <a:xfrm>
              <a:off x="1837775"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3081;p96">
              <a:extLst>
                <a:ext uri="{FF2B5EF4-FFF2-40B4-BE49-F238E27FC236}">
                  <a16:creationId xmlns:a16="http://schemas.microsoft.com/office/drawing/2014/main" id="{EF1C49C9-6DB1-31D7-021C-C832CEFE22CE}"/>
                </a:ext>
              </a:extLst>
            </p:cNvPr>
            <p:cNvSpPr/>
            <p:nvPr/>
          </p:nvSpPr>
          <p:spPr>
            <a:xfrm>
              <a:off x="1837775"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3082;p96">
              <a:extLst>
                <a:ext uri="{FF2B5EF4-FFF2-40B4-BE49-F238E27FC236}">
                  <a16:creationId xmlns:a16="http://schemas.microsoft.com/office/drawing/2014/main" id="{41798842-C6CE-77A8-0679-219E5EB75F53}"/>
                </a:ext>
              </a:extLst>
            </p:cNvPr>
            <p:cNvSpPr/>
            <p:nvPr/>
          </p:nvSpPr>
          <p:spPr>
            <a:xfrm>
              <a:off x="1837775" y="11905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3083;p96">
              <a:extLst>
                <a:ext uri="{FF2B5EF4-FFF2-40B4-BE49-F238E27FC236}">
                  <a16:creationId xmlns:a16="http://schemas.microsoft.com/office/drawing/2014/main" id="{D01D5D92-4E91-8F55-A3CC-CE23F4F9A772}"/>
                </a:ext>
              </a:extLst>
            </p:cNvPr>
            <p:cNvSpPr/>
            <p:nvPr/>
          </p:nvSpPr>
          <p:spPr>
            <a:xfrm>
              <a:off x="1837775" y="1114325"/>
              <a:ext cx="62425" cy="53350"/>
            </a:xfrm>
            <a:custGeom>
              <a:avLst/>
              <a:gdLst/>
              <a:ahLst/>
              <a:cxnLst/>
              <a:rect l="l" t="t" r="r" b="b"/>
              <a:pathLst>
                <a:path w="2497" h="2134" extrusionOk="0">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3084;p96">
              <a:extLst>
                <a:ext uri="{FF2B5EF4-FFF2-40B4-BE49-F238E27FC236}">
                  <a16:creationId xmlns:a16="http://schemas.microsoft.com/office/drawing/2014/main" id="{DA74073C-8D67-BF3B-59F7-5A72C5EBD4D0}"/>
                </a:ext>
              </a:extLst>
            </p:cNvPr>
            <p:cNvSpPr/>
            <p:nvPr/>
          </p:nvSpPr>
          <p:spPr>
            <a:xfrm>
              <a:off x="176177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3085;p96">
              <a:extLst>
                <a:ext uri="{FF2B5EF4-FFF2-40B4-BE49-F238E27FC236}">
                  <a16:creationId xmlns:a16="http://schemas.microsoft.com/office/drawing/2014/main" id="{0AD51A47-52E9-8092-D70E-3CD0AB82368F}"/>
                </a:ext>
              </a:extLst>
            </p:cNvPr>
            <p:cNvSpPr/>
            <p:nvPr/>
          </p:nvSpPr>
          <p:spPr>
            <a:xfrm>
              <a:off x="176177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3086;p96">
              <a:extLst>
                <a:ext uri="{FF2B5EF4-FFF2-40B4-BE49-F238E27FC236}">
                  <a16:creationId xmlns:a16="http://schemas.microsoft.com/office/drawing/2014/main" id="{3D0948C1-98BA-4782-E03B-236E13DC87C4}"/>
                </a:ext>
              </a:extLst>
            </p:cNvPr>
            <p:cNvSpPr/>
            <p:nvPr/>
          </p:nvSpPr>
          <p:spPr>
            <a:xfrm>
              <a:off x="1761775"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3087;p96">
              <a:extLst>
                <a:ext uri="{FF2B5EF4-FFF2-40B4-BE49-F238E27FC236}">
                  <a16:creationId xmlns:a16="http://schemas.microsoft.com/office/drawing/2014/main" id="{FE6BEC35-CEC1-F8B0-8F39-AEA2F1D6077E}"/>
                </a:ext>
              </a:extLst>
            </p:cNvPr>
            <p:cNvSpPr/>
            <p:nvPr/>
          </p:nvSpPr>
          <p:spPr>
            <a:xfrm>
              <a:off x="1761775"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3088;p96">
              <a:extLst>
                <a:ext uri="{FF2B5EF4-FFF2-40B4-BE49-F238E27FC236}">
                  <a16:creationId xmlns:a16="http://schemas.microsoft.com/office/drawing/2014/main" id="{7317C215-2F57-FDAD-74E9-EA564B4FDA34}"/>
                </a:ext>
              </a:extLst>
            </p:cNvPr>
            <p:cNvSpPr/>
            <p:nvPr/>
          </p:nvSpPr>
          <p:spPr>
            <a:xfrm>
              <a:off x="1761775" y="2485550"/>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3089;p96">
              <a:extLst>
                <a:ext uri="{FF2B5EF4-FFF2-40B4-BE49-F238E27FC236}">
                  <a16:creationId xmlns:a16="http://schemas.microsoft.com/office/drawing/2014/main" id="{04EC1EDB-6248-A512-30BD-EC8B28D0C95D}"/>
                </a:ext>
              </a:extLst>
            </p:cNvPr>
            <p:cNvSpPr/>
            <p:nvPr/>
          </p:nvSpPr>
          <p:spPr>
            <a:xfrm>
              <a:off x="1761775"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3090;p96">
              <a:extLst>
                <a:ext uri="{FF2B5EF4-FFF2-40B4-BE49-F238E27FC236}">
                  <a16:creationId xmlns:a16="http://schemas.microsoft.com/office/drawing/2014/main" id="{8A444329-9D7A-A6FF-81C5-AB1D49793C18}"/>
                </a:ext>
              </a:extLst>
            </p:cNvPr>
            <p:cNvSpPr/>
            <p:nvPr/>
          </p:nvSpPr>
          <p:spPr>
            <a:xfrm>
              <a:off x="1761775"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3091;p96">
              <a:extLst>
                <a:ext uri="{FF2B5EF4-FFF2-40B4-BE49-F238E27FC236}">
                  <a16:creationId xmlns:a16="http://schemas.microsoft.com/office/drawing/2014/main" id="{CDD2DD62-5EB7-D60E-F1CC-61D609351376}"/>
                </a:ext>
              </a:extLst>
            </p:cNvPr>
            <p:cNvSpPr/>
            <p:nvPr/>
          </p:nvSpPr>
          <p:spPr>
            <a:xfrm>
              <a:off x="176177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3092;p96">
              <a:extLst>
                <a:ext uri="{FF2B5EF4-FFF2-40B4-BE49-F238E27FC236}">
                  <a16:creationId xmlns:a16="http://schemas.microsoft.com/office/drawing/2014/main" id="{3BAC46C4-358F-AA6D-0948-ACD70D98C36B}"/>
                </a:ext>
              </a:extLst>
            </p:cNvPr>
            <p:cNvSpPr/>
            <p:nvPr/>
          </p:nvSpPr>
          <p:spPr>
            <a:xfrm>
              <a:off x="176177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3093;p96">
              <a:extLst>
                <a:ext uri="{FF2B5EF4-FFF2-40B4-BE49-F238E27FC236}">
                  <a16:creationId xmlns:a16="http://schemas.microsoft.com/office/drawing/2014/main" id="{F69FD9ED-9F2F-A6A6-CDF6-722B7B4007B6}"/>
                </a:ext>
              </a:extLst>
            </p:cNvPr>
            <p:cNvSpPr/>
            <p:nvPr/>
          </p:nvSpPr>
          <p:spPr>
            <a:xfrm>
              <a:off x="176177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3094;p96">
              <a:extLst>
                <a:ext uri="{FF2B5EF4-FFF2-40B4-BE49-F238E27FC236}">
                  <a16:creationId xmlns:a16="http://schemas.microsoft.com/office/drawing/2014/main" id="{68871E5B-8167-FE1A-F54B-115CB5EEA0C4}"/>
                </a:ext>
              </a:extLst>
            </p:cNvPr>
            <p:cNvSpPr/>
            <p:nvPr/>
          </p:nvSpPr>
          <p:spPr>
            <a:xfrm>
              <a:off x="176177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3095;p96">
              <a:extLst>
                <a:ext uri="{FF2B5EF4-FFF2-40B4-BE49-F238E27FC236}">
                  <a16:creationId xmlns:a16="http://schemas.microsoft.com/office/drawing/2014/main" id="{26637207-95A5-6330-F8F8-F5FF137DDE0F}"/>
                </a:ext>
              </a:extLst>
            </p:cNvPr>
            <p:cNvSpPr/>
            <p:nvPr/>
          </p:nvSpPr>
          <p:spPr>
            <a:xfrm>
              <a:off x="1761775"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3096;p96">
              <a:extLst>
                <a:ext uri="{FF2B5EF4-FFF2-40B4-BE49-F238E27FC236}">
                  <a16:creationId xmlns:a16="http://schemas.microsoft.com/office/drawing/2014/main" id="{43A91350-AB31-55AF-13E5-B734D967423A}"/>
                </a:ext>
              </a:extLst>
            </p:cNvPr>
            <p:cNvSpPr/>
            <p:nvPr/>
          </p:nvSpPr>
          <p:spPr>
            <a:xfrm>
              <a:off x="1761775" y="164740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3097;p96">
              <a:extLst>
                <a:ext uri="{FF2B5EF4-FFF2-40B4-BE49-F238E27FC236}">
                  <a16:creationId xmlns:a16="http://schemas.microsoft.com/office/drawing/2014/main" id="{49DF9B62-629C-29C5-04FB-0D7AE90D602B}"/>
                </a:ext>
              </a:extLst>
            </p:cNvPr>
            <p:cNvSpPr/>
            <p:nvPr/>
          </p:nvSpPr>
          <p:spPr>
            <a:xfrm>
              <a:off x="176177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3098;p96">
              <a:extLst>
                <a:ext uri="{FF2B5EF4-FFF2-40B4-BE49-F238E27FC236}">
                  <a16:creationId xmlns:a16="http://schemas.microsoft.com/office/drawing/2014/main" id="{18E29ABD-C00D-D072-D00D-A8F75FE69F49}"/>
                </a:ext>
              </a:extLst>
            </p:cNvPr>
            <p:cNvSpPr/>
            <p:nvPr/>
          </p:nvSpPr>
          <p:spPr>
            <a:xfrm>
              <a:off x="1761775" y="11905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3099;p96">
              <a:extLst>
                <a:ext uri="{FF2B5EF4-FFF2-40B4-BE49-F238E27FC236}">
                  <a16:creationId xmlns:a16="http://schemas.microsoft.com/office/drawing/2014/main" id="{A63DE6FC-DF3C-DDFB-3FE5-10D503C39504}"/>
                </a:ext>
              </a:extLst>
            </p:cNvPr>
            <p:cNvSpPr/>
            <p:nvPr/>
          </p:nvSpPr>
          <p:spPr>
            <a:xfrm>
              <a:off x="176177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3100;p96">
              <a:extLst>
                <a:ext uri="{FF2B5EF4-FFF2-40B4-BE49-F238E27FC236}">
                  <a16:creationId xmlns:a16="http://schemas.microsoft.com/office/drawing/2014/main" id="{65C23713-E2F9-B89B-D2E5-EC57A144242A}"/>
                </a:ext>
              </a:extLst>
            </p:cNvPr>
            <p:cNvSpPr/>
            <p:nvPr/>
          </p:nvSpPr>
          <p:spPr>
            <a:xfrm>
              <a:off x="1685550" y="3018650"/>
              <a:ext cx="62225" cy="53425"/>
            </a:xfrm>
            <a:custGeom>
              <a:avLst/>
              <a:gdLst/>
              <a:ahLst/>
              <a:cxnLst/>
              <a:rect l="l" t="t" r="r" b="b"/>
              <a:pathLst>
                <a:path w="2489" h="2137" extrusionOk="0">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3101;p96">
              <a:extLst>
                <a:ext uri="{FF2B5EF4-FFF2-40B4-BE49-F238E27FC236}">
                  <a16:creationId xmlns:a16="http://schemas.microsoft.com/office/drawing/2014/main" id="{C7791CA9-05FF-6193-127F-6E9A0C0D79EC}"/>
                </a:ext>
              </a:extLst>
            </p:cNvPr>
            <p:cNvSpPr/>
            <p:nvPr/>
          </p:nvSpPr>
          <p:spPr>
            <a:xfrm>
              <a:off x="168555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3102;p96">
              <a:extLst>
                <a:ext uri="{FF2B5EF4-FFF2-40B4-BE49-F238E27FC236}">
                  <a16:creationId xmlns:a16="http://schemas.microsoft.com/office/drawing/2014/main" id="{D1A93D8A-CE8A-DF06-3319-9F819A3A9E6E}"/>
                </a:ext>
              </a:extLst>
            </p:cNvPr>
            <p:cNvSpPr/>
            <p:nvPr/>
          </p:nvSpPr>
          <p:spPr>
            <a:xfrm>
              <a:off x="168555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3103;p96">
              <a:extLst>
                <a:ext uri="{FF2B5EF4-FFF2-40B4-BE49-F238E27FC236}">
                  <a16:creationId xmlns:a16="http://schemas.microsoft.com/office/drawing/2014/main" id="{17BF8AD5-DB0C-1CBC-E82C-CD2FAF677FF3}"/>
                </a:ext>
              </a:extLst>
            </p:cNvPr>
            <p:cNvSpPr/>
            <p:nvPr/>
          </p:nvSpPr>
          <p:spPr>
            <a:xfrm>
              <a:off x="168555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3104;p96">
              <a:extLst>
                <a:ext uri="{FF2B5EF4-FFF2-40B4-BE49-F238E27FC236}">
                  <a16:creationId xmlns:a16="http://schemas.microsoft.com/office/drawing/2014/main" id="{985E5801-75B7-04D2-55AE-23C9766520D7}"/>
                </a:ext>
              </a:extLst>
            </p:cNvPr>
            <p:cNvSpPr/>
            <p:nvPr/>
          </p:nvSpPr>
          <p:spPr>
            <a:xfrm>
              <a:off x="168555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3105;p96">
              <a:extLst>
                <a:ext uri="{FF2B5EF4-FFF2-40B4-BE49-F238E27FC236}">
                  <a16:creationId xmlns:a16="http://schemas.microsoft.com/office/drawing/2014/main" id="{DE299E0E-F14E-CA43-B5E7-12997905188B}"/>
                </a:ext>
              </a:extLst>
            </p:cNvPr>
            <p:cNvSpPr/>
            <p:nvPr/>
          </p:nvSpPr>
          <p:spPr>
            <a:xfrm>
              <a:off x="16855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3106;p96">
              <a:extLst>
                <a:ext uri="{FF2B5EF4-FFF2-40B4-BE49-F238E27FC236}">
                  <a16:creationId xmlns:a16="http://schemas.microsoft.com/office/drawing/2014/main" id="{F76DE124-568E-2065-BD89-F47B31DAE34D}"/>
                </a:ext>
              </a:extLst>
            </p:cNvPr>
            <p:cNvSpPr/>
            <p:nvPr/>
          </p:nvSpPr>
          <p:spPr>
            <a:xfrm>
              <a:off x="16855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3107;p96">
              <a:extLst>
                <a:ext uri="{FF2B5EF4-FFF2-40B4-BE49-F238E27FC236}">
                  <a16:creationId xmlns:a16="http://schemas.microsoft.com/office/drawing/2014/main" id="{A59886FB-2968-C1E3-4751-8AB9228BF9E7}"/>
                </a:ext>
              </a:extLst>
            </p:cNvPr>
            <p:cNvSpPr/>
            <p:nvPr/>
          </p:nvSpPr>
          <p:spPr>
            <a:xfrm>
              <a:off x="168555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3108;p96">
              <a:extLst>
                <a:ext uri="{FF2B5EF4-FFF2-40B4-BE49-F238E27FC236}">
                  <a16:creationId xmlns:a16="http://schemas.microsoft.com/office/drawing/2014/main" id="{7EF89B42-53FF-7541-EF89-D888587BB0BA}"/>
                </a:ext>
              </a:extLst>
            </p:cNvPr>
            <p:cNvSpPr/>
            <p:nvPr/>
          </p:nvSpPr>
          <p:spPr>
            <a:xfrm>
              <a:off x="168555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3109;p96">
              <a:extLst>
                <a:ext uri="{FF2B5EF4-FFF2-40B4-BE49-F238E27FC236}">
                  <a16:creationId xmlns:a16="http://schemas.microsoft.com/office/drawing/2014/main" id="{D5BA8620-DDFF-25F6-E82D-C1E9FA48FAE6}"/>
                </a:ext>
              </a:extLst>
            </p:cNvPr>
            <p:cNvSpPr/>
            <p:nvPr/>
          </p:nvSpPr>
          <p:spPr>
            <a:xfrm>
              <a:off x="168555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3110;p96">
              <a:extLst>
                <a:ext uri="{FF2B5EF4-FFF2-40B4-BE49-F238E27FC236}">
                  <a16:creationId xmlns:a16="http://schemas.microsoft.com/office/drawing/2014/main" id="{DFD0C8BB-9E56-230B-291C-7C34A5CC1C68}"/>
                </a:ext>
              </a:extLst>
            </p:cNvPr>
            <p:cNvSpPr/>
            <p:nvPr/>
          </p:nvSpPr>
          <p:spPr>
            <a:xfrm>
              <a:off x="168555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3111;p96">
              <a:extLst>
                <a:ext uri="{FF2B5EF4-FFF2-40B4-BE49-F238E27FC236}">
                  <a16:creationId xmlns:a16="http://schemas.microsoft.com/office/drawing/2014/main" id="{B34617A1-385F-0876-9885-AACD7B7C0D60}"/>
                </a:ext>
              </a:extLst>
            </p:cNvPr>
            <p:cNvSpPr/>
            <p:nvPr/>
          </p:nvSpPr>
          <p:spPr>
            <a:xfrm>
              <a:off x="16855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3112;p96">
              <a:extLst>
                <a:ext uri="{FF2B5EF4-FFF2-40B4-BE49-F238E27FC236}">
                  <a16:creationId xmlns:a16="http://schemas.microsoft.com/office/drawing/2014/main" id="{CC8FE6DE-FEDD-AF94-6AC1-39EC583246A2}"/>
                </a:ext>
              </a:extLst>
            </p:cNvPr>
            <p:cNvSpPr/>
            <p:nvPr/>
          </p:nvSpPr>
          <p:spPr>
            <a:xfrm>
              <a:off x="1685550"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3113;p96">
              <a:extLst>
                <a:ext uri="{FF2B5EF4-FFF2-40B4-BE49-F238E27FC236}">
                  <a16:creationId xmlns:a16="http://schemas.microsoft.com/office/drawing/2014/main" id="{5CC6AE72-AA0D-F827-7888-71736C67FC89}"/>
                </a:ext>
              </a:extLst>
            </p:cNvPr>
            <p:cNvSpPr/>
            <p:nvPr/>
          </p:nvSpPr>
          <p:spPr>
            <a:xfrm>
              <a:off x="16855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3114;p96">
              <a:extLst>
                <a:ext uri="{FF2B5EF4-FFF2-40B4-BE49-F238E27FC236}">
                  <a16:creationId xmlns:a16="http://schemas.microsoft.com/office/drawing/2014/main" id="{EFA29B0C-56C4-CE89-F2B4-1DCF3A98BA4D}"/>
                </a:ext>
              </a:extLst>
            </p:cNvPr>
            <p:cNvSpPr/>
            <p:nvPr/>
          </p:nvSpPr>
          <p:spPr>
            <a:xfrm>
              <a:off x="16855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3115;p96">
              <a:extLst>
                <a:ext uri="{FF2B5EF4-FFF2-40B4-BE49-F238E27FC236}">
                  <a16:creationId xmlns:a16="http://schemas.microsoft.com/office/drawing/2014/main" id="{83180F2E-8954-4701-4E3C-30A32C828513}"/>
                </a:ext>
              </a:extLst>
            </p:cNvPr>
            <p:cNvSpPr/>
            <p:nvPr/>
          </p:nvSpPr>
          <p:spPr>
            <a:xfrm>
              <a:off x="1685550"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3116;p96">
              <a:extLst>
                <a:ext uri="{FF2B5EF4-FFF2-40B4-BE49-F238E27FC236}">
                  <a16:creationId xmlns:a16="http://schemas.microsoft.com/office/drawing/2014/main" id="{92BB7778-6055-3DBF-29F3-D59BADE3536E}"/>
                </a:ext>
              </a:extLst>
            </p:cNvPr>
            <p:cNvSpPr/>
            <p:nvPr/>
          </p:nvSpPr>
          <p:spPr>
            <a:xfrm>
              <a:off x="160935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3117;p96">
              <a:extLst>
                <a:ext uri="{FF2B5EF4-FFF2-40B4-BE49-F238E27FC236}">
                  <a16:creationId xmlns:a16="http://schemas.microsoft.com/office/drawing/2014/main" id="{EF28DBAC-87BA-44CF-6D65-B8C15DDAE4EF}"/>
                </a:ext>
              </a:extLst>
            </p:cNvPr>
            <p:cNvSpPr/>
            <p:nvPr/>
          </p:nvSpPr>
          <p:spPr>
            <a:xfrm>
              <a:off x="160935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3118;p96">
              <a:extLst>
                <a:ext uri="{FF2B5EF4-FFF2-40B4-BE49-F238E27FC236}">
                  <a16:creationId xmlns:a16="http://schemas.microsoft.com/office/drawing/2014/main" id="{16D2DA31-E22F-F130-27F3-A893430E1C72}"/>
                </a:ext>
              </a:extLst>
            </p:cNvPr>
            <p:cNvSpPr/>
            <p:nvPr/>
          </p:nvSpPr>
          <p:spPr>
            <a:xfrm>
              <a:off x="16093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3119;p96">
              <a:extLst>
                <a:ext uri="{FF2B5EF4-FFF2-40B4-BE49-F238E27FC236}">
                  <a16:creationId xmlns:a16="http://schemas.microsoft.com/office/drawing/2014/main" id="{E6AB7423-C4AB-157E-EE11-361E1F049CB5}"/>
                </a:ext>
              </a:extLst>
            </p:cNvPr>
            <p:cNvSpPr/>
            <p:nvPr/>
          </p:nvSpPr>
          <p:spPr>
            <a:xfrm>
              <a:off x="160935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3120;p96">
              <a:extLst>
                <a:ext uri="{FF2B5EF4-FFF2-40B4-BE49-F238E27FC236}">
                  <a16:creationId xmlns:a16="http://schemas.microsoft.com/office/drawing/2014/main" id="{C06A9256-1AC0-B000-BF45-0254A82E44D0}"/>
                </a:ext>
              </a:extLst>
            </p:cNvPr>
            <p:cNvSpPr/>
            <p:nvPr/>
          </p:nvSpPr>
          <p:spPr>
            <a:xfrm>
              <a:off x="160935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3121;p96">
              <a:extLst>
                <a:ext uri="{FF2B5EF4-FFF2-40B4-BE49-F238E27FC236}">
                  <a16:creationId xmlns:a16="http://schemas.microsoft.com/office/drawing/2014/main" id="{0010284A-ABF7-8509-738F-59EF142D3A29}"/>
                </a:ext>
              </a:extLst>
            </p:cNvPr>
            <p:cNvSpPr/>
            <p:nvPr/>
          </p:nvSpPr>
          <p:spPr>
            <a:xfrm>
              <a:off x="1609350" y="2333125"/>
              <a:ext cx="62200" cy="53450"/>
            </a:xfrm>
            <a:custGeom>
              <a:avLst/>
              <a:gdLst/>
              <a:ahLst/>
              <a:cxnLst/>
              <a:rect l="l" t="t" r="r" b="b"/>
              <a:pathLst>
                <a:path w="2488"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3122;p96">
              <a:extLst>
                <a:ext uri="{FF2B5EF4-FFF2-40B4-BE49-F238E27FC236}">
                  <a16:creationId xmlns:a16="http://schemas.microsoft.com/office/drawing/2014/main" id="{B04C5A9C-E20C-F24A-3B92-6937BA3CF603}"/>
                </a:ext>
              </a:extLst>
            </p:cNvPr>
            <p:cNvSpPr/>
            <p:nvPr/>
          </p:nvSpPr>
          <p:spPr>
            <a:xfrm>
              <a:off x="160935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3123;p96">
              <a:extLst>
                <a:ext uri="{FF2B5EF4-FFF2-40B4-BE49-F238E27FC236}">
                  <a16:creationId xmlns:a16="http://schemas.microsoft.com/office/drawing/2014/main" id="{3E976D52-9841-039C-A80D-92575534C0F9}"/>
                </a:ext>
              </a:extLst>
            </p:cNvPr>
            <p:cNvSpPr/>
            <p:nvPr/>
          </p:nvSpPr>
          <p:spPr>
            <a:xfrm>
              <a:off x="160935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3124;p96">
              <a:extLst>
                <a:ext uri="{FF2B5EF4-FFF2-40B4-BE49-F238E27FC236}">
                  <a16:creationId xmlns:a16="http://schemas.microsoft.com/office/drawing/2014/main" id="{5095B164-8F97-97EA-7593-418AA84DCA54}"/>
                </a:ext>
              </a:extLst>
            </p:cNvPr>
            <p:cNvSpPr/>
            <p:nvPr/>
          </p:nvSpPr>
          <p:spPr>
            <a:xfrm>
              <a:off x="160935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3125;p96">
              <a:extLst>
                <a:ext uri="{FF2B5EF4-FFF2-40B4-BE49-F238E27FC236}">
                  <a16:creationId xmlns:a16="http://schemas.microsoft.com/office/drawing/2014/main" id="{59E82FE8-37B3-E5B0-3926-0F869FE9BB33}"/>
                </a:ext>
              </a:extLst>
            </p:cNvPr>
            <p:cNvSpPr/>
            <p:nvPr/>
          </p:nvSpPr>
          <p:spPr>
            <a:xfrm>
              <a:off x="160935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3126;p96">
              <a:extLst>
                <a:ext uri="{FF2B5EF4-FFF2-40B4-BE49-F238E27FC236}">
                  <a16:creationId xmlns:a16="http://schemas.microsoft.com/office/drawing/2014/main" id="{380F8CA4-3A46-D208-1A72-E7242FE3D85A}"/>
                </a:ext>
              </a:extLst>
            </p:cNvPr>
            <p:cNvSpPr/>
            <p:nvPr/>
          </p:nvSpPr>
          <p:spPr>
            <a:xfrm>
              <a:off x="16093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3127;p96">
              <a:extLst>
                <a:ext uri="{FF2B5EF4-FFF2-40B4-BE49-F238E27FC236}">
                  <a16:creationId xmlns:a16="http://schemas.microsoft.com/office/drawing/2014/main" id="{3F78621E-83D6-994B-FCF3-2780A7817109}"/>
                </a:ext>
              </a:extLst>
            </p:cNvPr>
            <p:cNvSpPr/>
            <p:nvPr/>
          </p:nvSpPr>
          <p:spPr>
            <a:xfrm>
              <a:off x="160935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3128;p96">
              <a:extLst>
                <a:ext uri="{FF2B5EF4-FFF2-40B4-BE49-F238E27FC236}">
                  <a16:creationId xmlns:a16="http://schemas.microsoft.com/office/drawing/2014/main" id="{53AB0919-0848-BDAD-0B84-35BA4CF2EF95}"/>
                </a:ext>
              </a:extLst>
            </p:cNvPr>
            <p:cNvSpPr/>
            <p:nvPr/>
          </p:nvSpPr>
          <p:spPr>
            <a:xfrm>
              <a:off x="16093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3129;p96">
              <a:extLst>
                <a:ext uri="{FF2B5EF4-FFF2-40B4-BE49-F238E27FC236}">
                  <a16:creationId xmlns:a16="http://schemas.microsoft.com/office/drawing/2014/main" id="{B326C55E-39A0-9905-4D46-05C9A4CB65BC}"/>
                </a:ext>
              </a:extLst>
            </p:cNvPr>
            <p:cNvSpPr/>
            <p:nvPr/>
          </p:nvSpPr>
          <p:spPr>
            <a:xfrm>
              <a:off x="1609350" y="1647400"/>
              <a:ext cx="62200" cy="53450"/>
            </a:xfrm>
            <a:custGeom>
              <a:avLst/>
              <a:gdLst/>
              <a:ahLst/>
              <a:cxnLst/>
              <a:rect l="l" t="t" r="r" b="b"/>
              <a:pathLst>
                <a:path w="2488" h="2138" extrusionOk="0">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3130;p96">
              <a:extLst>
                <a:ext uri="{FF2B5EF4-FFF2-40B4-BE49-F238E27FC236}">
                  <a16:creationId xmlns:a16="http://schemas.microsoft.com/office/drawing/2014/main" id="{F58CA87D-2EE5-AAAA-6ECF-B66D098BD643}"/>
                </a:ext>
              </a:extLst>
            </p:cNvPr>
            <p:cNvSpPr/>
            <p:nvPr/>
          </p:nvSpPr>
          <p:spPr>
            <a:xfrm>
              <a:off x="16093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3131;p96">
              <a:extLst>
                <a:ext uri="{FF2B5EF4-FFF2-40B4-BE49-F238E27FC236}">
                  <a16:creationId xmlns:a16="http://schemas.microsoft.com/office/drawing/2014/main" id="{DCAB44ED-AA98-9CF3-F8B7-1885348A4295}"/>
                </a:ext>
              </a:extLst>
            </p:cNvPr>
            <p:cNvSpPr/>
            <p:nvPr/>
          </p:nvSpPr>
          <p:spPr>
            <a:xfrm>
              <a:off x="16093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3132;p96">
              <a:extLst>
                <a:ext uri="{FF2B5EF4-FFF2-40B4-BE49-F238E27FC236}">
                  <a16:creationId xmlns:a16="http://schemas.microsoft.com/office/drawing/2014/main" id="{31BF33E7-96B9-7849-1247-1279A469B55D}"/>
                </a:ext>
              </a:extLst>
            </p:cNvPr>
            <p:cNvSpPr/>
            <p:nvPr/>
          </p:nvSpPr>
          <p:spPr>
            <a:xfrm>
              <a:off x="16093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3133;p96">
              <a:extLst>
                <a:ext uri="{FF2B5EF4-FFF2-40B4-BE49-F238E27FC236}">
                  <a16:creationId xmlns:a16="http://schemas.microsoft.com/office/drawing/2014/main" id="{E5035999-6A45-2A59-317A-27B26488A683}"/>
                </a:ext>
              </a:extLst>
            </p:cNvPr>
            <p:cNvSpPr/>
            <p:nvPr/>
          </p:nvSpPr>
          <p:spPr>
            <a:xfrm>
              <a:off x="160935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3134;p96">
              <a:extLst>
                <a:ext uri="{FF2B5EF4-FFF2-40B4-BE49-F238E27FC236}">
                  <a16:creationId xmlns:a16="http://schemas.microsoft.com/office/drawing/2014/main" id="{43A0A1C6-81D7-F02C-FC54-AAABDC60D39A}"/>
                </a:ext>
              </a:extLst>
            </p:cNvPr>
            <p:cNvSpPr/>
            <p:nvPr/>
          </p:nvSpPr>
          <p:spPr>
            <a:xfrm>
              <a:off x="1533125" y="2942425"/>
              <a:ext cx="62425" cy="53450"/>
            </a:xfrm>
            <a:custGeom>
              <a:avLst/>
              <a:gdLst/>
              <a:ahLst/>
              <a:cxnLst/>
              <a:rect l="l" t="t" r="r" b="b"/>
              <a:pathLst>
                <a:path w="2497" h="2138" extrusionOk="0">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3135;p96">
              <a:extLst>
                <a:ext uri="{FF2B5EF4-FFF2-40B4-BE49-F238E27FC236}">
                  <a16:creationId xmlns:a16="http://schemas.microsoft.com/office/drawing/2014/main" id="{73A3CD86-FDFE-7585-1C80-707421C6BA06}"/>
                </a:ext>
              </a:extLst>
            </p:cNvPr>
            <p:cNvSpPr/>
            <p:nvPr/>
          </p:nvSpPr>
          <p:spPr>
            <a:xfrm>
              <a:off x="1533125"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3136;p96">
              <a:extLst>
                <a:ext uri="{FF2B5EF4-FFF2-40B4-BE49-F238E27FC236}">
                  <a16:creationId xmlns:a16="http://schemas.microsoft.com/office/drawing/2014/main" id="{8D25F20D-E4D2-BDF8-4B10-E8AA6653A05D}"/>
                </a:ext>
              </a:extLst>
            </p:cNvPr>
            <p:cNvSpPr/>
            <p:nvPr/>
          </p:nvSpPr>
          <p:spPr>
            <a:xfrm>
              <a:off x="1533125" y="2561575"/>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3137;p96">
              <a:extLst>
                <a:ext uri="{FF2B5EF4-FFF2-40B4-BE49-F238E27FC236}">
                  <a16:creationId xmlns:a16="http://schemas.microsoft.com/office/drawing/2014/main" id="{55312523-78C5-35B9-BAC7-984F330DD893}"/>
                </a:ext>
              </a:extLst>
            </p:cNvPr>
            <p:cNvSpPr/>
            <p:nvPr/>
          </p:nvSpPr>
          <p:spPr>
            <a:xfrm>
              <a:off x="1533125"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3138;p96">
              <a:extLst>
                <a:ext uri="{FF2B5EF4-FFF2-40B4-BE49-F238E27FC236}">
                  <a16:creationId xmlns:a16="http://schemas.microsoft.com/office/drawing/2014/main" id="{A8C1A9D6-47AC-6358-1129-6EBD16775140}"/>
                </a:ext>
              </a:extLst>
            </p:cNvPr>
            <p:cNvSpPr/>
            <p:nvPr/>
          </p:nvSpPr>
          <p:spPr>
            <a:xfrm>
              <a:off x="1533125" y="2409350"/>
              <a:ext cx="62425" cy="53350"/>
            </a:xfrm>
            <a:custGeom>
              <a:avLst/>
              <a:gdLst/>
              <a:ahLst/>
              <a:cxnLst/>
              <a:rect l="l" t="t" r="r" b="b"/>
              <a:pathLst>
                <a:path w="2497" h="2134"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3139;p96">
              <a:extLst>
                <a:ext uri="{FF2B5EF4-FFF2-40B4-BE49-F238E27FC236}">
                  <a16:creationId xmlns:a16="http://schemas.microsoft.com/office/drawing/2014/main" id="{3556297E-2A42-A13E-C4E4-0B5A7D838EC2}"/>
                </a:ext>
              </a:extLst>
            </p:cNvPr>
            <p:cNvSpPr/>
            <p:nvPr/>
          </p:nvSpPr>
          <p:spPr>
            <a:xfrm>
              <a:off x="1533125" y="2333125"/>
              <a:ext cx="62425" cy="53450"/>
            </a:xfrm>
            <a:custGeom>
              <a:avLst/>
              <a:gdLst/>
              <a:ahLst/>
              <a:cxnLst/>
              <a:rect l="l" t="t" r="r" b="b"/>
              <a:pathLst>
                <a:path w="2497" h="2138" extrusionOk="0">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3140;p96">
              <a:extLst>
                <a:ext uri="{FF2B5EF4-FFF2-40B4-BE49-F238E27FC236}">
                  <a16:creationId xmlns:a16="http://schemas.microsoft.com/office/drawing/2014/main" id="{B19A5838-4830-4A05-6DC1-3949711A9329}"/>
                </a:ext>
              </a:extLst>
            </p:cNvPr>
            <p:cNvSpPr/>
            <p:nvPr/>
          </p:nvSpPr>
          <p:spPr>
            <a:xfrm>
              <a:off x="1533125" y="2256925"/>
              <a:ext cx="62575" cy="53425"/>
            </a:xfrm>
            <a:custGeom>
              <a:avLst/>
              <a:gdLst/>
              <a:ahLst/>
              <a:cxnLst/>
              <a:rect l="l" t="t" r="r" b="b"/>
              <a:pathLst>
                <a:path w="2503" h="2137" extrusionOk="0">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3141;p96">
              <a:extLst>
                <a:ext uri="{FF2B5EF4-FFF2-40B4-BE49-F238E27FC236}">
                  <a16:creationId xmlns:a16="http://schemas.microsoft.com/office/drawing/2014/main" id="{C6FF7657-3A09-5D96-2675-907F02F8FC6B}"/>
                </a:ext>
              </a:extLst>
            </p:cNvPr>
            <p:cNvSpPr/>
            <p:nvPr/>
          </p:nvSpPr>
          <p:spPr>
            <a:xfrm>
              <a:off x="1533125" y="2180700"/>
              <a:ext cx="62425" cy="53350"/>
            </a:xfrm>
            <a:custGeom>
              <a:avLst/>
              <a:gdLst/>
              <a:ahLst/>
              <a:cxnLst/>
              <a:rect l="l" t="t" r="r" b="b"/>
              <a:pathLst>
                <a:path w="2497" h="2134" extrusionOk="0">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3142;p96">
              <a:extLst>
                <a:ext uri="{FF2B5EF4-FFF2-40B4-BE49-F238E27FC236}">
                  <a16:creationId xmlns:a16="http://schemas.microsoft.com/office/drawing/2014/main" id="{5927C483-05FE-1EB7-EFB7-9141ACBDED15}"/>
                </a:ext>
              </a:extLst>
            </p:cNvPr>
            <p:cNvSpPr/>
            <p:nvPr/>
          </p:nvSpPr>
          <p:spPr>
            <a:xfrm>
              <a:off x="1533125" y="21045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3143;p96">
              <a:extLst>
                <a:ext uri="{FF2B5EF4-FFF2-40B4-BE49-F238E27FC236}">
                  <a16:creationId xmlns:a16="http://schemas.microsoft.com/office/drawing/2014/main" id="{74C8B978-DB5A-26DC-E7A0-C42CC15FA7C9}"/>
                </a:ext>
              </a:extLst>
            </p:cNvPr>
            <p:cNvSpPr/>
            <p:nvPr/>
          </p:nvSpPr>
          <p:spPr>
            <a:xfrm>
              <a:off x="1533125" y="2028275"/>
              <a:ext cx="62425" cy="53450"/>
            </a:xfrm>
            <a:custGeom>
              <a:avLst/>
              <a:gdLst/>
              <a:ahLst/>
              <a:cxnLst/>
              <a:rect l="l" t="t" r="r" b="b"/>
              <a:pathLst>
                <a:path w="2497" h="2138" extrusionOk="0">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3144;p96">
              <a:extLst>
                <a:ext uri="{FF2B5EF4-FFF2-40B4-BE49-F238E27FC236}">
                  <a16:creationId xmlns:a16="http://schemas.microsoft.com/office/drawing/2014/main" id="{A49F59FD-8CDF-1ADD-8CDD-A02773470C06}"/>
                </a:ext>
              </a:extLst>
            </p:cNvPr>
            <p:cNvSpPr/>
            <p:nvPr/>
          </p:nvSpPr>
          <p:spPr>
            <a:xfrm>
              <a:off x="1533125" y="1952050"/>
              <a:ext cx="62425" cy="53450"/>
            </a:xfrm>
            <a:custGeom>
              <a:avLst/>
              <a:gdLst/>
              <a:ahLst/>
              <a:cxnLst/>
              <a:rect l="l" t="t" r="r" b="b"/>
              <a:pathLst>
                <a:path w="2497" h="2138" extrusionOk="0">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3145;p96">
              <a:extLst>
                <a:ext uri="{FF2B5EF4-FFF2-40B4-BE49-F238E27FC236}">
                  <a16:creationId xmlns:a16="http://schemas.microsoft.com/office/drawing/2014/main" id="{F974B2DC-4F20-D03F-5185-9AB3F8E2B4C9}"/>
                </a:ext>
              </a:extLst>
            </p:cNvPr>
            <p:cNvSpPr/>
            <p:nvPr/>
          </p:nvSpPr>
          <p:spPr>
            <a:xfrm>
              <a:off x="1533125" y="1876050"/>
              <a:ext cx="62425" cy="53275"/>
            </a:xfrm>
            <a:custGeom>
              <a:avLst/>
              <a:gdLst/>
              <a:ahLst/>
              <a:cxnLst/>
              <a:rect l="l" t="t" r="r" b="b"/>
              <a:pathLst>
                <a:path w="2497" h="2131" extrusionOk="0">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3146;p96">
              <a:extLst>
                <a:ext uri="{FF2B5EF4-FFF2-40B4-BE49-F238E27FC236}">
                  <a16:creationId xmlns:a16="http://schemas.microsoft.com/office/drawing/2014/main" id="{F435F1FE-D302-8131-FA68-030C784C531C}"/>
                </a:ext>
              </a:extLst>
            </p:cNvPr>
            <p:cNvSpPr/>
            <p:nvPr/>
          </p:nvSpPr>
          <p:spPr>
            <a:xfrm>
              <a:off x="1533125"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3147;p96">
              <a:extLst>
                <a:ext uri="{FF2B5EF4-FFF2-40B4-BE49-F238E27FC236}">
                  <a16:creationId xmlns:a16="http://schemas.microsoft.com/office/drawing/2014/main" id="{E834A074-9150-F624-4CC9-3C7D201E3858}"/>
                </a:ext>
              </a:extLst>
            </p:cNvPr>
            <p:cNvSpPr/>
            <p:nvPr/>
          </p:nvSpPr>
          <p:spPr>
            <a:xfrm>
              <a:off x="1533125"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3148;p96">
              <a:extLst>
                <a:ext uri="{FF2B5EF4-FFF2-40B4-BE49-F238E27FC236}">
                  <a16:creationId xmlns:a16="http://schemas.microsoft.com/office/drawing/2014/main" id="{7CDA49AE-6098-4D5D-2C3E-91173244D967}"/>
                </a:ext>
              </a:extLst>
            </p:cNvPr>
            <p:cNvSpPr/>
            <p:nvPr/>
          </p:nvSpPr>
          <p:spPr>
            <a:xfrm>
              <a:off x="1533125" y="164740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3149;p96">
              <a:extLst>
                <a:ext uri="{FF2B5EF4-FFF2-40B4-BE49-F238E27FC236}">
                  <a16:creationId xmlns:a16="http://schemas.microsoft.com/office/drawing/2014/main" id="{CD9DEBAE-43EB-8462-F64B-DB8FCB3A5D66}"/>
                </a:ext>
              </a:extLst>
            </p:cNvPr>
            <p:cNvSpPr/>
            <p:nvPr/>
          </p:nvSpPr>
          <p:spPr>
            <a:xfrm>
              <a:off x="1533125" y="134275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3150;p96">
              <a:extLst>
                <a:ext uri="{FF2B5EF4-FFF2-40B4-BE49-F238E27FC236}">
                  <a16:creationId xmlns:a16="http://schemas.microsoft.com/office/drawing/2014/main" id="{05DE56FD-6F75-7623-11C6-067D7677F0F0}"/>
                </a:ext>
              </a:extLst>
            </p:cNvPr>
            <p:cNvSpPr/>
            <p:nvPr/>
          </p:nvSpPr>
          <p:spPr>
            <a:xfrm>
              <a:off x="1456925"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3151;p96">
              <a:extLst>
                <a:ext uri="{FF2B5EF4-FFF2-40B4-BE49-F238E27FC236}">
                  <a16:creationId xmlns:a16="http://schemas.microsoft.com/office/drawing/2014/main" id="{1A376C2D-D6E0-4765-A0F8-4BA70C63AB5F}"/>
                </a:ext>
              </a:extLst>
            </p:cNvPr>
            <p:cNvSpPr/>
            <p:nvPr/>
          </p:nvSpPr>
          <p:spPr>
            <a:xfrm>
              <a:off x="1456925" y="2790200"/>
              <a:ext cx="62425" cy="53350"/>
            </a:xfrm>
            <a:custGeom>
              <a:avLst/>
              <a:gdLst/>
              <a:ahLst/>
              <a:cxnLst/>
              <a:rect l="l" t="t" r="r" b="b"/>
              <a:pathLst>
                <a:path w="2497" h="2134" extrusionOk="0">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3152;p96">
              <a:extLst>
                <a:ext uri="{FF2B5EF4-FFF2-40B4-BE49-F238E27FC236}">
                  <a16:creationId xmlns:a16="http://schemas.microsoft.com/office/drawing/2014/main" id="{64EC7CFE-072F-01E9-50F3-C1F802CA2242}"/>
                </a:ext>
              </a:extLst>
            </p:cNvPr>
            <p:cNvSpPr/>
            <p:nvPr/>
          </p:nvSpPr>
          <p:spPr>
            <a:xfrm>
              <a:off x="145692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3153;p96">
              <a:extLst>
                <a:ext uri="{FF2B5EF4-FFF2-40B4-BE49-F238E27FC236}">
                  <a16:creationId xmlns:a16="http://schemas.microsoft.com/office/drawing/2014/main" id="{FA24C70D-BB98-0FAE-1230-96F64C3C5795}"/>
                </a:ext>
              </a:extLst>
            </p:cNvPr>
            <p:cNvSpPr/>
            <p:nvPr/>
          </p:nvSpPr>
          <p:spPr>
            <a:xfrm>
              <a:off x="1456925"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3154;p96">
              <a:extLst>
                <a:ext uri="{FF2B5EF4-FFF2-40B4-BE49-F238E27FC236}">
                  <a16:creationId xmlns:a16="http://schemas.microsoft.com/office/drawing/2014/main" id="{AD2F967E-A3EA-1866-8944-6300F54C5E77}"/>
                </a:ext>
              </a:extLst>
            </p:cNvPr>
            <p:cNvSpPr/>
            <p:nvPr/>
          </p:nvSpPr>
          <p:spPr>
            <a:xfrm>
              <a:off x="1456925" y="2561575"/>
              <a:ext cx="62425" cy="53425"/>
            </a:xfrm>
            <a:custGeom>
              <a:avLst/>
              <a:gdLst/>
              <a:ahLst/>
              <a:cxnLst/>
              <a:rect l="l" t="t" r="r" b="b"/>
              <a:pathLst>
                <a:path w="2497"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3155;p96">
              <a:extLst>
                <a:ext uri="{FF2B5EF4-FFF2-40B4-BE49-F238E27FC236}">
                  <a16:creationId xmlns:a16="http://schemas.microsoft.com/office/drawing/2014/main" id="{EEAEE9A9-77DF-0568-AE47-2963674B2808}"/>
                </a:ext>
              </a:extLst>
            </p:cNvPr>
            <p:cNvSpPr/>
            <p:nvPr/>
          </p:nvSpPr>
          <p:spPr>
            <a:xfrm>
              <a:off x="1456925" y="2485550"/>
              <a:ext cx="62425" cy="53300"/>
            </a:xfrm>
            <a:custGeom>
              <a:avLst/>
              <a:gdLst/>
              <a:ahLst/>
              <a:cxnLst/>
              <a:rect l="l" t="t" r="r" b="b"/>
              <a:pathLst>
                <a:path w="2497"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3156;p96">
              <a:extLst>
                <a:ext uri="{FF2B5EF4-FFF2-40B4-BE49-F238E27FC236}">
                  <a16:creationId xmlns:a16="http://schemas.microsoft.com/office/drawing/2014/main" id="{A7C83144-7857-39C0-A0D4-03E7A7B27B68}"/>
                </a:ext>
              </a:extLst>
            </p:cNvPr>
            <p:cNvSpPr/>
            <p:nvPr/>
          </p:nvSpPr>
          <p:spPr>
            <a:xfrm>
              <a:off x="1456925" y="2409350"/>
              <a:ext cx="62425" cy="53350"/>
            </a:xfrm>
            <a:custGeom>
              <a:avLst/>
              <a:gdLst/>
              <a:ahLst/>
              <a:cxnLst/>
              <a:rect l="l" t="t" r="r" b="b"/>
              <a:pathLst>
                <a:path w="2497"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3157;p96">
              <a:extLst>
                <a:ext uri="{FF2B5EF4-FFF2-40B4-BE49-F238E27FC236}">
                  <a16:creationId xmlns:a16="http://schemas.microsoft.com/office/drawing/2014/main" id="{92C69AA8-242D-08AE-8040-FE3301006B9E}"/>
                </a:ext>
              </a:extLst>
            </p:cNvPr>
            <p:cNvSpPr/>
            <p:nvPr/>
          </p:nvSpPr>
          <p:spPr>
            <a:xfrm>
              <a:off x="1456925"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3158;p96">
              <a:extLst>
                <a:ext uri="{FF2B5EF4-FFF2-40B4-BE49-F238E27FC236}">
                  <a16:creationId xmlns:a16="http://schemas.microsoft.com/office/drawing/2014/main" id="{80A89266-1002-B49C-C70B-20BA05527124}"/>
                </a:ext>
              </a:extLst>
            </p:cNvPr>
            <p:cNvSpPr/>
            <p:nvPr/>
          </p:nvSpPr>
          <p:spPr>
            <a:xfrm>
              <a:off x="145692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3159;p96">
              <a:extLst>
                <a:ext uri="{FF2B5EF4-FFF2-40B4-BE49-F238E27FC236}">
                  <a16:creationId xmlns:a16="http://schemas.microsoft.com/office/drawing/2014/main" id="{3EFDC275-1160-0E3E-02B9-11C6D2A2A709}"/>
                </a:ext>
              </a:extLst>
            </p:cNvPr>
            <p:cNvSpPr/>
            <p:nvPr/>
          </p:nvSpPr>
          <p:spPr>
            <a:xfrm>
              <a:off x="1456925" y="2180700"/>
              <a:ext cx="62425" cy="53350"/>
            </a:xfrm>
            <a:custGeom>
              <a:avLst/>
              <a:gdLst/>
              <a:ahLst/>
              <a:cxnLst/>
              <a:rect l="l" t="t" r="r" b="b"/>
              <a:pathLst>
                <a:path w="2497" h="2134" extrusionOk="0">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3160;p96">
              <a:extLst>
                <a:ext uri="{FF2B5EF4-FFF2-40B4-BE49-F238E27FC236}">
                  <a16:creationId xmlns:a16="http://schemas.microsoft.com/office/drawing/2014/main" id="{24373D08-357C-055E-9F11-93F6C2044A14}"/>
                </a:ext>
              </a:extLst>
            </p:cNvPr>
            <p:cNvSpPr/>
            <p:nvPr/>
          </p:nvSpPr>
          <p:spPr>
            <a:xfrm>
              <a:off x="145692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3161;p96">
              <a:extLst>
                <a:ext uri="{FF2B5EF4-FFF2-40B4-BE49-F238E27FC236}">
                  <a16:creationId xmlns:a16="http://schemas.microsoft.com/office/drawing/2014/main" id="{128AA34C-F205-F73C-C37A-EF35847867A4}"/>
                </a:ext>
              </a:extLst>
            </p:cNvPr>
            <p:cNvSpPr/>
            <p:nvPr/>
          </p:nvSpPr>
          <p:spPr>
            <a:xfrm>
              <a:off x="1456925" y="2028275"/>
              <a:ext cx="62425" cy="53450"/>
            </a:xfrm>
            <a:custGeom>
              <a:avLst/>
              <a:gdLst/>
              <a:ahLst/>
              <a:cxnLst/>
              <a:rect l="l" t="t" r="r" b="b"/>
              <a:pathLst>
                <a:path w="2497" h="2138" extrusionOk="0">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3162;p96">
              <a:extLst>
                <a:ext uri="{FF2B5EF4-FFF2-40B4-BE49-F238E27FC236}">
                  <a16:creationId xmlns:a16="http://schemas.microsoft.com/office/drawing/2014/main" id="{756A467B-F436-C287-F4D3-8ECEBA1A9348}"/>
                </a:ext>
              </a:extLst>
            </p:cNvPr>
            <p:cNvSpPr/>
            <p:nvPr/>
          </p:nvSpPr>
          <p:spPr>
            <a:xfrm>
              <a:off x="1456925" y="1952050"/>
              <a:ext cx="62425" cy="53450"/>
            </a:xfrm>
            <a:custGeom>
              <a:avLst/>
              <a:gdLst/>
              <a:ahLst/>
              <a:cxnLst/>
              <a:rect l="l" t="t" r="r" b="b"/>
              <a:pathLst>
                <a:path w="2497" h="2138" extrusionOk="0">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3163;p96">
              <a:extLst>
                <a:ext uri="{FF2B5EF4-FFF2-40B4-BE49-F238E27FC236}">
                  <a16:creationId xmlns:a16="http://schemas.microsoft.com/office/drawing/2014/main" id="{D5BB01AC-16AC-C4CB-5570-7D909442DC9D}"/>
                </a:ext>
              </a:extLst>
            </p:cNvPr>
            <p:cNvSpPr/>
            <p:nvPr/>
          </p:nvSpPr>
          <p:spPr>
            <a:xfrm>
              <a:off x="145692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3164;p96">
              <a:extLst>
                <a:ext uri="{FF2B5EF4-FFF2-40B4-BE49-F238E27FC236}">
                  <a16:creationId xmlns:a16="http://schemas.microsoft.com/office/drawing/2014/main" id="{A37C4E68-018D-A77F-B889-6C97AAF2ED18}"/>
                </a:ext>
              </a:extLst>
            </p:cNvPr>
            <p:cNvSpPr/>
            <p:nvPr/>
          </p:nvSpPr>
          <p:spPr>
            <a:xfrm>
              <a:off x="1456925" y="1799850"/>
              <a:ext cx="62425" cy="53325"/>
            </a:xfrm>
            <a:custGeom>
              <a:avLst/>
              <a:gdLst/>
              <a:ahLst/>
              <a:cxnLst/>
              <a:rect l="l" t="t" r="r" b="b"/>
              <a:pathLst>
                <a:path w="2497" h="2133"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3165;p96">
              <a:extLst>
                <a:ext uri="{FF2B5EF4-FFF2-40B4-BE49-F238E27FC236}">
                  <a16:creationId xmlns:a16="http://schemas.microsoft.com/office/drawing/2014/main" id="{89D4870C-007E-BEA6-6496-4543DE6329BC}"/>
                </a:ext>
              </a:extLst>
            </p:cNvPr>
            <p:cNvSpPr/>
            <p:nvPr/>
          </p:nvSpPr>
          <p:spPr>
            <a:xfrm>
              <a:off x="145692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3166;p96">
              <a:extLst>
                <a:ext uri="{FF2B5EF4-FFF2-40B4-BE49-F238E27FC236}">
                  <a16:creationId xmlns:a16="http://schemas.microsoft.com/office/drawing/2014/main" id="{B38EFA9E-917C-99CF-6FEF-CD429C509AA9}"/>
                </a:ext>
              </a:extLst>
            </p:cNvPr>
            <p:cNvSpPr/>
            <p:nvPr/>
          </p:nvSpPr>
          <p:spPr>
            <a:xfrm>
              <a:off x="1456925" y="1647400"/>
              <a:ext cx="62425" cy="53450"/>
            </a:xfrm>
            <a:custGeom>
              <a:avLst/>
              <a:gdLst/>
              <a:ahLst/>
              <a:cxnLst/>
              <a:rect l="l" t="t" r="r" b="b"/>
              <a:pathLst>
                <a:path w="2497"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3167;p96">
              <a:extLst>
                <a:ext uri="{FF2B5EF4-FFF2-40B4-BE49-F238E27FC236}">
                  <a16:creationId xmlns:a16="http://schemas.microsoft.com/office/drawing/2014/main" id="{4CC90D8F-16FE-2181-1F19-00F8A1654928}"/>
                </a:ext>
              </a:extLst>
            </p:cNvPr>
            <p:cNvSpPr/>
            <p:nvPr/>
          </p:nvSpPr>
          <p:spPr>
            <a:xfrm>
              <a:off x="1456925" y="1571400"/>
              <a:ext cx="62425" cy="53250"/>
            </a:xfrm>
            <a:custGeom>
              <a:avLst/>
              <a:gdLst/>
              <a:ahLst/>
              <a:cxnLst/>
              <a:rect l="l" t="t" r="r" b="b"/>
              <a:pathLst>
                <a:path w="2497"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3168;p96">
              <a:extLst>
                <a:ext uri="{FF2B5EF4-FFF2-40B4-BE49-F238E27FC236}">
                  <a16:creationId xmlns:a16="http://schemas.microsoft.com/office/drawing/2014/main" id="{24DBB8D5-DB33-CE78-661F-FD023E71E597}"/>
                </a:ext>
              </a:extLst>
            </p:cNvPr>
            <p:cNvSpPr/>
            <p:nvPr/>
          </p:nvSpPr>
          <p:spPr>
            <a:xfrm>
              <a:off x="1456925" y="1266550"/>
              <a:ext cx="62425" cy="53450"/>
            </a:xfrm>
            <a:custGeom>
              <a:avLst/>
              <a:gdLst/>
              <a:ahLst/>
              <a:cxnLst/>
              <a:rect l="l" t="t" r="r" b="b"/>
              <a:pathLst>
                <a:path w="2497"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3169;p96">
              <a:extLst>
                <a:ext uri="{FF2B5EF4-FFF2-40B4-BE49-F238E27FC236}">
                  <a16:creationId xmlns:a16="http://schemas.microsoft.com/office/drawing/2014/main" id="{84CEDE15-DDCF-DEEA-4D23-BF0DE13FA9FD}"/>
                </a:ext>
              </a:extLst>
            </p:cNvPr>
            <p:cNvSpPr/>
            <p:nvPr/>
          </p:nvSpPr>
          <p:spPr>
            <a:xfrm>
              <a:off x="1380900"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3170;p96">
              <a:extLst>
                <a:ext uri="{FF2B5EF4-FFF2-40B4-BE49-F238E27FC236}">
                  <a16:creationId xmlns:a16="http://schemas.microsoft.com/office/drawing/2014/main" id="{5BC472EB-5E65-BF81-8ED0-3EEDC395729D}"/>
                </a:ext>
              </a:extLst>
            </p:cNvPr>
            <p:cNvSpPr/>
            <p:nvPr/>
          </p:nvSpPr>
          <p:spPr>
            <a:xfrm>
              <a:off x="1380900"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3171;p96">
              <a:extLst>
                <a:ext uri="{FF2B5EF4-FFF2-40B4-BE49-F238E27FC236}">
                  <a16:creationId xmlns:a16="http://schemas.microsoft.com/office/drawing/2014/main" id="{1175582B-B546-98A5-549A-A56F47523C28}"/>
                </a:ext>
              </a:extLst>
            </p:cNvPr>
            <p:cNvSpPr/>
            <p:nvPr/>
          </p:nvSpPr>
          <p:spPr>
            <a:xfrm>
              <a:off x="1380900"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3172;p96">
              <a:extLst>
                <a:ext uri="{FF2B5EF4-FFF2-40B4-BE49-F238E27FC236}">
                  <a16:creationId xmlns:a16="http://schemas.microsoft.com/office/drawing/2014/main" id="{1D192285-8B74-C20D-F42B-289D03C6342F}"/>
                </a:ext>
              </a:extLst>
            </p:cNvPr>
            <p:cNvSpPr/>
            <p:nvPr/>
          </p:nvSpPr>
          <p:spPr>
            <a:xfrm>
              <a:off x="13809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3173;p96">
              <a:extLst>
                <a:ext uri="{FF2B5EF4-FFF2-40B4-BE49-F238E27FC236}">
                  <a16:creationId xmlns:a16="http://schemas.microsoft.com/office/drawing/2014/main" id="{932C5C24-E693-C5DB-F16C-43DD1D96EEA4}"/>
                </a:ext>
              </a:extLst>
            </p:cNvPr>
            <p:cNvSpPr/>
            <p:nvPr/>
          </p:nvSpPr>
          <p:spPr>
            <a:xfrm>
              <a:off x="1380900"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3174;p96">
              <a:extLst>
                <a:ext uri="{FF2B5EF4-FFF2-40B4-BE49-F238E27FC236}">
                  <a16:creationId xmlns:a16="http://schemas.microsoft.com/office/drawing/2014/main" id="{357B8F04-EE30-6BFF-36EE-7F5D3853A780}"/>
                </a:ext>
              </a:extLst>
            </p:cNvPr>
            <p:cNvSpPr/>
            <p:nvPr/>
          </p:nvSpPr>
          <p:spPr>
            <a:xfrm>
              <a:off x="13809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3175;p96">
              <a:extLst>
                <a:ext uri="{FF2B5EF4-FFF2-40B4-BE49-F238E27FC236}">
                  <a16:creationId xmlns:a16="http://schemas.microsoft.com/office/drawing/2014/main" id="{6ABEA89B-1C49-8401-B19D-DA9BCBBEB30C}"/>
                </a:ext>
              </a:extLst>
            </p:cNvPr>
            <p:cNvSpPr/>
            <p:nvPr/>
          </p:nvSpPr>
          <p:spPr>
            <a:xfrm>
              <a:off x="13809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3176;p96">
              <a:extLst>
                <a:ext uri="{FF2B5EF4-FFF2-40B4-BE49-F238E27FC236}">
                  <a16:creationId xmlns:a16="http://schemas.microsoft.com/office/drawing/2014/main" id="{58467777-C706-CC0B-8EA3-C24798A17C6E}"/>
                </a:ext>
              </a:extLst>
            </p:cNvPr>
            <p:cNvSpPr/>
            <p:nvPr/>
          </p:nvSpPr>
          <p:spPr>
            <a:xfrm>
              <a:off x="1380900"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3177;p96">
              <a:extLst>
                <a:ext uri="{FF2B5EF4-FFF2-40B4-BE49-F238E27FC236}">
                  <a16:creationId xmlns:a16="http://schemas.microsoft.com/office/drawing/2014/main" id="{7C35C50E-C14B-65E1-345D-EFE1D201BD6F}"/>
                </a:ext>
              </a:extLst>
            </p:cNvPr>
            <p:cNvSpPr/>
            <p:nvPr/>
          </p:nvSpPr>
          <p:spPr>
            <a:xfrm>
              <a:off x="13809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3178;p96">
              <a:extLst>
                <a:ext uri="{FF2B5EF4-FFF2-40B4-BE49-F238E27FC236}">
                  <a16:creationId xmlns:a16="http://schemas.microsoft.com/office/drawing/2014/main" id="{09C24282-CB80-C50C-E7AE-9147CAB9E80B}"/>
                </a:ext>
              </a:extLst>
            </p:cNvPr>
            <p:cNvSpPr/>
            <p:nvPr/>
          </p:nvSpPr>
          <p:spPr>
            <a:xfrm>
              <a:off x="13809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3179;p96">
              <a:extLst>
                <a:ext uri="{FF2B5EF4-FFF2-40B4-BE49-F238E27FC236}">
                  <a16:creationId xmlns:a16="http://schemas.microsoft.com/office/drawing/2014/main" id="{9420DCD0-4972-26EB-DA8A-196B52EA507C}"/>
                </a:ext>
              </a:extLst>
            </p:cNvPr>
            <p:cNvSpPr/>
            <p:nvPr/>
          </p:nvSpPr>
          <p:spPr>
            <a:xfrm>
              <a:off x="13809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3180;p96">
              <a:extLst>
                <a:ext uri="{FF2B5EF4-FFF2-40B4-BE49-F238E27FC236}">
                  <a16:creationId xmlns:a16="http://schemas.microsoft.com/office/drawing/2014/main" id="{AD679334-0C09-0D7F-DAF2-AC63B2EC18A0}"/>
                </a:ext>
              </a:extLst>
            </p:cNvPr>
            <p:cNvSpPr/>
            <p:nvPr/>
          </p:nvSpPr>
          <p:spPr>
            <a:xfrm>
              <a:off x="13809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3181;p96">
              <a:extLst>
                <a:ext uri="{FF2B5EF4-FFF2-40B4-BE49-F238E27FC236}">
                  <a16:creationId xmlns:a16="http://schemas.microsoft.com/office/drawing/2014/main" id="{337E4311-1085-CE61-5AB0-BF7E8F1BEB8A}"/>
                </a:ext>
              </a:extLst>
            </p:cNvPr>
            <p:cNvSpPr/>
            <p:nvPr/>
          </p:nvSpPr>
          <p:spPr>
            <a:xfrm>
              <a:off x="13809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3182;p96">
              <a:extLst>
                <a:ext uri="{FF2B5EF4-FFF2-40B4-BE49-F238E27FC236}">
                  <a16:creationId xmlns:a16="http://schemas.microsoft.com/office/drawing/2014/main" id="{1AB7E4DB-E523-4BE2-EC94-1BFBFE3450A7}"/>
                </a:ext>
              </a:extLst>
            </p:cNvPr>
            <p:cNvSpPr/>
            <p:nvPr/>
          </p:nvSpPr>
          <p:spPr>
            <a:xfrm>
              <a:off x="13809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3183;p96">
              <a:extLst>
                <a:ext uri="{FF2B5EF4-FFF2-40B4-BE49-F238E27FC236}">
                  <a16:creationId xmlns:a16="http://schemas.microsoft.com/office/drawing/2014/main" id="{6E0946AF-25F1-AD4D-9629-7D8B8BA36E1C}"/>
                </a:ext>
              </a:extLst>
            </p:cNvPr>
            <p:cNvSpPr/>
            <p:nvPr/>
          </p:nvSpPr>
          <p:spPr>
            <a:xfrm>
              <a:off x="13809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3184;p96">
              <a:extLst>
                <a:ext uri="{FF2B5EF4-FFF2-40B4-BE49-F238E27FC236}">
                  <a16:creationId xmlns:a16="http://schemas.microsoft.com/office/drawing/2014/main" id="{7C799E41-06C9-31E8-7B4B-9E88A167430E}"/>
                </a:ext>
              </a:extLst>
            </p:cNvPr>
            <p:cNvSpPr/>
            <p:nvPr/>
          </p:nvSpPr>
          <p:spPr>
            <a:xfrm>
              <a:off x="138090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3185;p96">
              <a:extLst>
                <a:ext uri="{FF2B5EF4-FFF2-40B4-BE49-F238E27FC236}">
                  <a16:creationId xmlns:a16="http://schemas.microsoft.com/office/drawing/2014/main" id="{F3B4AFB9-384F-895A-DD98-484EBDD1403D}"/>
                </a:ext>
              </a:extLst>
            </p:cNvPr>
            <p:cNvSpPr/>
            <p:nvPr/>
          </p:nvSpPr>
          <p:spPr>
            <a:xfrm>
              <a:off x="13809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3186;p96">
              <a:extLst>
                <a:ext uri="{FF2B5EF4-FFF2-40B4-BE49-F238E27FC236}">
                  <a16:creationId xmlns:a16="http://schemas.microsoft.com/office/drawing/2014/main" id="{572181AC-8836-11D4-18D4-7337522B188E}"/>
                </a:ext>
              </a:extLst>
            </p:cNvPr>
            <p:cNvSpPr/>
            <p:nvPr/>
          </p:nvSpPr>
          <p:spPr>
            <a:xfrm>
              <a:off x="13809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3187;p96">
              <a:extLst>
                <a:ext uri="{FF2B5EF4-FFF2-40B4-BE49-F238E27FC236}">
                  <a16:creationId xmlns:a16="http://schemas.microsoft.com/office/drawing/2014/main" id="{D74D096D-73A6-E0A7-FD73-E6F016D98250}"/>
                </a:ext>
              </a:extLst>
            </p:cNvPr>
            <p:cNvSpPr/>
            <p:nvPr/>
          </p:nvSpPr>
          <p:spPr>
            <a:xfrm>
              <a:off x="13047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3188;p96">
              <a:extLst>
                <a:ext uri="{FF2B5EF4-FFF2-40B4-BE49-F238E27FC236}">
                  <a16:creationId xmlns:a16="http://schemas.microsoft.com/office/drawing/2014/main" id="{3E53741D-103C-8BA2-E875-B4BF6397B8BA}"/>
                </a:ext>
              </a:extLst>
            </p:cNvPr>
            <p:cNvSpPr/>
            <p:nvPr/>
          </p:nvSpPr>
          <p:spPr>
            <a:xfrm>
              <a:off x="130470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3189;p96">
              <a:extLst>
                <a:ext uri="{FF2B5EF4-FFF2-40B4-BE49-F238E27FC236}">
                  <a16:creationId xmlns:a16="http://schemas.microsoft.com/office/drawing/2014/main" id="{3D8B75E8-D02B-247C-B250-1C1DA8C58176}"/>
                </a:ext>
              </a:extLst>
            </p:cNvPr>
            <p:cNvSpPr/>
            <p:nvPr/>
          </p:nvSpPr>
          <p:spPr>
            <a:xfrm>
              <a:off x="130470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3190;p96">
              <a:extLst>
                <a:ext uri="{FF2B5EF4-FFF2-40B4-BE49-F238E27FC236}">
                  <a16:creationId xmlns:a16="http://schemas.microsoft.com/office/drawing/2014/main" id="{7BE319A5-6962-482E-8559-91E528698F0A}"/>
                </a:ext>
              </a:extLst>
            </p:cNvPr>
            <p:cNvSpPr/>
            <p:nvPr/>
          </p:nvSpPr>
          <p:spPr>
            <a:xfrm>
              <a:off x="13047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3191;p96">
              <a:extLst>
                <a:ext uri="{FF2B5EF4-FFF2-40B4-BE49-F238E27FC236}">
                  <a16:creationId xmlns:a16="http://schemas.microsoft.com/office/drawing/2014/main" id="{CA44F555-7A6A-C2E3-6D6F-35DA6C2FAFF4}"/>
                </a:ext>
              </a:extLst>
            </p:cNvPr>
            <p:cNvSpPr/>
            <p:nvPr/>
          </p:nvSpPr>
          <p:spPr>
            <a:xfrm>
              <a:off x="130470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3192;p96">
              <a:extLst>
                <a:ext uri="{FF2B5EF4-FFF2-40B4-BE49-F238E27FC236}">
                  <a16:creationId xmlns:a16="http://schemas.microsoft.com/office/drawing/2014/main" id="{60740FB7-43C1-3C27-0296-47CBF96C0C6C}"/>
                </a:ext>
              </a:extLst>
            </p:cNvPr>
            <p:cNvSpPr/>
            <p:nvPr/>
          </p:nvSpPr>
          <p:spPr>
            <a:xfrm>
              <a:off x="130470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3193;p96">
              <a:extLst>
                <a:ext uri="{FF2B5EF4-FFF2-40B4-BE49-F238E27FC236}">
                  <a16:creationId xmlns:a16="http://schemas.microsoft.com/office/drawing/2014/main" id="{6BD17976-6458-954E-6F53-E24556B07BFA}"/>
                </a:ext>
              </a:extLst>
            </p:cNvPr>
            <p:cNvSpPr/>
            <p:nvPr/>
          </p:nvSpPr>
          <p:spPr>
            <a:xfrm>
              <a:off x="13047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3194;p96">
              <a:extLst>
                <a:ext uri="{FF2B5EF4-FFF2-40B4-BE49-F238E27FC236}">
                  <a16:creationId xmlns:a16="http://schemas.microsoft.com/office/drawing/2014/main" id="{9F072D72-ED08-8667-0355-B53C1E18D27C}"/>
                </a:ext>
              </a:extLst>
            </p:cNvPr>
            <p:cNvSpPr/>
            <p:nvPr/>
          </p:nvSpPr>
          <p:spPr>
            <a:xfrm>
              <a:off x="13047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3195;p96">
              <a:extLst>
                <a:ext uri="{FF2B5EF4-FFF2-40B4-BE49-F238E27FC236}">
                  <a16:creationId xmlns:a16="http://schemas.microsoft.com/office/drawing/2014/main" id="{A79FBAC1-14B3-4E8C-020C-ADBDE853F0E0}"/>
                </a:ext>
              </a:extLst>
            </p:cNvPr>
            <p:cNvSpPr/>
            <p:nvPr/>
          </p:nvSpPr>
          <p:spPr>
            <a:xfrm>
              <a:off x="13047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3196;p96">
              <a:extLst>
                <a:ext uri="{FF2B5EF4-FFF2-40B4-BE49-F238E27FC236}">
                  <a16:creationId xmlns:a16="http://schemas.microsoft.com/office/drawing/2014/main" id="{E429FCE5-E081-FCEF-8B29-29C826DEAFC0}"/>
                </a:ext>
              </a:extLst>
            </p:cNvPr>
            <p:cNvSpPr/>
            <p:nvPr/>
          </p:nvSpPr>
          <p:spPr>
            <a:xfrm>
              <a:off x="13047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3197;p96">
              <a:extLst>
                <a:ext uri="{FF2B5EF4-FFF2-40B4-BE49-F238E27FC236}">
                  <a16:creationId xmlns:a16="http://schemas.microsoft.com/office/drawing/2014/main" id="{1326439E-5825-F95F-32AC-1E8F5874539E}"/>
                </a:ext>
              </a:extLst>
            </p:cNvPr>
            <p:cNvSpPr/>
            <p:nvPr/>
          </p:nvSpPr>
          <p:spPr>
            <a:xfrm>
              <a:off x="1304700" y="17998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3198;p96">
              <a:extLst>
                <a:ext uri="{FF2B5EF4-FFF2-40B4-BE49-F238E27FC236}">
                  <a16:creationId xmlns:a16="http://schemas.microsoft.com/office/drawing/2014/main" id="{5462D364-86E5-8C9D-96B9-9C759297B4BE}"/>
                </a:ext>
              </a:extLst>
            </p:cNvPr>
            <p:cNvSpPr/>
            <p:nvPr/>
          </p:nvSpPr>
          <p:spPr>
            <a:xfrm>
              <a:off x="13047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3199;p96">
              <a:extLst>
                <a:ext uri="{FF2B5EF4-FFF2-40B4-BE49-F238E27FC236}">
                  <a16:creationId xmlns:a16="http://schemas.microsoft.com/office/drawing/2014/main" id="{74494CB8-55E7-1853-5985-67ABBCE59122}"/>
                </a:ext>
              </a:extLst>
            </p:cNvPr>
            <p:cNvSpPr/>
            <p:nvPr/>
          </p:nvSpPr>
          <p:spPr>
            <a:xfrm>
              <a:off x="130470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3200;p96">
              <a:extLst>
                <a:ext uri="{FF2B5EF4-FFF2-40B4-BE49-F238E27FC236}">
                  <a16:creationId xmlns:a16="http://schemas.microsoft.com/office/drawing/2014/main" id="{2C938123-4FBF-FF5D-1F78-D5C4A39D07B0}"/>
                </a:ext>
              </a:extLst>
            </p:cNvPr>
            <p:cNvSpPr/>
            <p:nvPr/>
          </p:nvSpPr>
          <p:spPr>
            <a:xfrm>
              <a:off x="130470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3201;p96">
              <a:extLst>
                <a:ext uri="{FF2B5EF4-FFF2-40B4-BE49-F238E27FC236}">
                  <a16:creationId xmlns:a16="http://schemas.microsoft.com/office/drawing/2014/main" id="{134AD617-9581-4E43-4F7C-094BB5D711FC}"/>
                </a:ext>
              </a:extLst>
            </p:cNvPr>
            <p:cNvSpPr/>
            <p:nvPr/>
          </p:nvSpPr>
          <p:spPr>
            <a:xfrm>
              <a:off x="13047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3202;p96">
              <a:extLst>
                <a:ext uri="{FF2B5EF4-FFF2-40B4-BE49-F238E27FC236}">
                  <a16:creationId xmlns:a16="http://schemas.microsoft.com/office/drawing/2014/main" id="{C73C7F87-90DA-B0AB-0F9E-1F3784B9249D}"/>
                </a:ext>
              </a:extLst>
            </p:cNvPr>
            <p:cNvSpPr/>
            <p:nvPr/>
          </p:nvSpPr>
          <p:spPr>
            <a:xfrm>
              <a:off x="13047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3203;p96">
              <a:extLst>
                <a:ext uri="{FF2B5EF4-FFF2-40B4-BE49-F238E27FC236}">
                  <a16:creationId xmlns:a16="http://schemas.microsoft.com/office/drawing/2014/main" id="{58E723D3-17C7-A3B4-2B45-34A007952F75}"/>
                </a:ext>
              </a:extLst>
            </p:cNvPr>
            <p:cNvSpPr/>
            <p:nvPr/>
          </p:nvSpPr>
          <p:spPr>
            <a:xfrm>
              <a:off x="1304700" y="11905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3204;p96">
              <a:extLst>
                <a:ext uri="{FF2B5EF4-FFF2-40B4-BE49-F238E27FC236}">
                  <a16:creationId xmlns:a16="http://schemas.microsoft.com/office/drawing/2014/main" id="{18C15425-63D5-FC01-52E4-48B57D90E6AD}"/>
                </a:ext>
              </a:extLst>
            </p:cNvPr>
            <p:cNvSpPr/>
            <p:nvPr/>
          </p:nvSpPr>
          <p:spPr>
            <a:xfrm>
              <a:off x="12284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3205;p96">
              <a:extLst>
                <a:ext uri="{FF2B5EF4-FFF2-40B4-BE49-F238E27FC236}">
                  <a16:creationId xmlns:a16="http://schemas.microsoft.com/office/drawing/2014/main" id="{CA25C6D7-157C-F849-6804-3E958C48F34E}"/>
                </a:ext>
              </a:extLst>
            </p:cNvPr>
            <p:cNvSpPr/>
            <p:nvPr/>
          </p:nvSpPr>
          <p:spPr>
            <a:xfrm>
              <a:off x="12284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3206;p96">
              <a:extLst>
                <a:ext uri="{FF2B5EF4-FFF2-40B4-BE49-F238E27FC236}">
                  <a16:creationId xmlns:a16="http://schemas.microsoft.com/office/drawing/2014/main" id="{84397640-5D87-934D-2742-427E7036FC5E}"/>
                </a:ext>
              </a:extLst>
            </p:cNvPr>
            <p:cNvSpPr/>
            <p:nvPr/>
          </p:nvSpPr>
          <p:spPr>
            <a:xfrm>
              <a:off x="12284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3207;p96">
              <a:extLst>
                <a:ext uri="{FF2B5EF4-FFF2-40B4-BE49-F238E27FC236}">
                  <a16:creationId xmlns:a16="http://schemas.microsoft.com/office/drawing/2014/main" id="{A4600ED4-2B15-54A1-323E-10051E6C02EA}"/>
                </a:ext>
              </a:extLst>
            </p:cNvPr>
            <p:cNvSpPr/>
            <p:nvPr/>
          </p:nvSpPr>
          <p:spPr>
            <a:xfrm>
              <a:off x="12284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3208;p96">
              <a:extLst>
                <a:ext uri="{FF2B5EF4-FFF2-40B4-BE49-F238E27FC236}">
                  <a16:creationId xmlns:a16="http://schemas.microsoft.com/office/drawing/2014/main" id="{EF81183E-3F99-CD1F-8F9A-69A85BEDEBF5}"/>
                </a:ext>
              </a:extLst>
            </p:cNvPr>
            <p:cNvSpPr/>
            <p:nvPr/>
          </p:nvSpPr>
          <p:spPr>
            <a:xfrm>
              <a:off x="1228475"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3209;p96">
              <a:extLst>
                <a:ext uri="{FF2B5EF4-FFF2-40B4-BE49-F238E27FC236}">
                  <a16:creationId xmlns:a16="http://schemas.microsoft.com/office/drawing/2014/main" id="{DEE478B9-52CC-BD76-F4AC-EEEDCA62F40C}"/>
                </a:ext>
              </a:extLst>
            </p:cNvPr>
            <p:cNvSpPr/>
            <p:nvPr/>
          </p:nvSpPr>
          <p:spPr>
            <a:xfrm>
              <a:off x="1228475"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3210;p96">
              <a:extLst>
                <a:ext uri="{FF2B5EF4-FFF2-40B4-BE49-F238E27FC236}">
                  <a16:creationId xmlns:a16="http://schemas.microsoft.com/office/drawing/2014/main" id="{BD5AAB3A-31F7-F8C6-05FD-913716EFD08B}"/>
                </a:ext>
              </a:extLst>
            </p:cNvPr>
            <p:cNvSpPr/>
            <p:nvPr/>
          </p:nvSpPr>
          <p:spPr>
            <a:xfrm>
              <a:off x="1228475"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3211;p96">
              <a:extLst>
                <a:ext uri="{FF2B5EF4-FFF2-40B4-BE49-F238E27FC236}">
                  <a16:creationId xmlns:a16="http://schemas.microsoft.com/office/drawing/2014/main" id="{48B22047-4671-A88F-FC08-BAD7FAABC8F0}"/>
                </a:ext>
              </a:extLst>
            </p:cNvPr>
            <p:cNvSpPr/>
            <p:nvPr/>
          </p:nvSpPr>
          <p:spPr>
            <a:xfrm>
              <a:off x="12284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3212;p96">
              <a:extLst>
                <a:ext uri="{FF2B5EF4-FFF2-40B4-BE49-F238E27FC236}">
                  <a16:creationId xmlns:a16="http://schemas.microsoft.com/office/drawing/2014/main" id="{A1252807-CA09-7CF5-F47E-8360F430ACED}"/>
                </a:ext>
              </a:extLst>
            </p:cNvPr>
            <p:cNvSpPr/>
            <p:nvPr/>
          </p:nvSpPr>
          <p:spPr>
            <a:xfrm>
              <a:off x="12284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3213;p96">
              <a:extLst>
                <a:ext uri="{FF2B5EF4-FFF2-40B4-BE49-F238E27FC236}">
                  <a16:creationId xmlns:a16="http://schemas.microsoft.com/office/drawing/2014/main" id="{29212DAF-0A0E-E812-69A4-C3A7E2C2176B}"/>
                </a:ext>
              </a:extLst>
            </p:cNvPr>
            <p:cNvSpPr/>
            <p:nvPr/>
          </p:nvSpPr>
          <p:spPr>
            <a:xfrm>
              <a:off x="12284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3214;p96">
              <a:extLst>
                <a:ext uri="{FF2B5EF4-FFF2-40B4-BE49-F238E27FC236}">
                  <a16:creationId xmlns:a16="http://schemas.microsoft.com/office/drawing/2014/main" id="{406FF5E6-F52D-792E-E7D3-A3E1C7578D28}"/>
                </a:ext>
              </a:extLst>
            </p:cNvPr>
            <p:cNvSpPr/>
            <p:nvPr/>
          </p:nvSpPr>
          <p:spPr>
            <a:xfrm>
              <a:off x="12284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3215;p96">
              <a:extLst>
                <a:ext uri="{FF2B5EF4-FFF2-40B4-BE49-F238E27FC236}">
                  <a16:creationId xmlns:a16="http://schemas.microsoft.com/office/drawing/2014/main" id="{AF4D2CFC-3658-6220-98CA-1B72C787FC3A}"/>
                </a:ext>
              </a:extLst>
            </p:cNvPr>
            <p:cNvSpPr/>
            <p:nvPr/>
          </p:nvSpPr>
          <p:spPr>
            <a:xfrm>
              <a:off x="122847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3216;p96">
              <a:extLst>
                <a:ext uri="{FF2B5EF4-FFF2-40B4-BE49-F238E27FC236}">
                  <a16:creationId xmlns:a16="http://schemas.microsoft.com/office/drawing/2014/main" id="{D9DAEFBB-9319-AB5E-5291-789B4E5441BD}"/>
                </a:ext>
              </a:extLst>
            </p:cNvPr>
            <p:cNvSpPr/>
            <p:nvPr/>
          </p:nvSpPr>
          <p:spPr>
            <a:xfrm>
              <a:off x="12284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3217;p96">
              <a:extLst>
                <a:ext uri="{FF2B5EF4-FFF2-40B4-BE49-F238E27FC236}">
                  <a16:creationId xmlns:a16="http://schemas.microsoft.com/office/drawing/2014/main" id="{294F469A-DA80-15B5-77BD-87747CEF5DB2}"/>
                </a:ext>
              </a:extLst>
            </p:cNvPr>
            <p:cNvSpPr/>
            <p:nvPr/>
          </p:nvSpPr>
          <p:spPr>
            <a:xfrm>
              <a:off x="12284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3218;p96">
              <a:extLst>
                <a:ext uri="{FF2B5EF4-FFF2-40B4-BE49-F238E27FC236}">
                  <a16:creationId xmlns:a16="http://schemas.microsoft.com/office/drawing/2014/main" id="{BD721B15-713B-3A0F-3CC0-FBFEEBBDA378}"/>
                </a:ext>
              </a:extLst>
            </p:cNvPr>
            <p:cNvSpPr/>
            <p:nvPr/>
          </p:nvSpPr>
          <p:spPr>
            <a:xfrm>
              <a:off x="12284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3219;p96">
              <a:extLst>
                <a:ext uri="{FF2B5EF4-FFF2-40B4-BE49-F238E27FC236}">
                  <a16:creationId xmlns:a16="http://schemas.microsoft.com/office/drawing/2014/main" id="{ECF9B7B3-7572-135E-7B7D-00D994CE2A3B}"/>
                </a:ext>
              </a:extLst>
            </p:cNvPr>
            <p:cNvSpPr/>
            <p:nvPr/>
          </p:nvSpPr>
          <p:spPr>
            <a:xfrm>
              <a:off x="12284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3220;p96">
              <a:extLst>
                <a:ext uri="{FF2B5EF4-FFF2-40B4-BE49-F238E27FC236}">
                  <a16:creationId xmlns:a16="http://schemas.microsoft.com/office/drawing/2014/main" id="{9006981D-C9ED-2C58-E289-DF7182A1DC63}"/>
                </a:ext>
              </a:extLst>
            </p:cNvPr>
            <p:cNvSpPr/>
            <p:nvPr/>
          </p:nvSpPr>
          <p:spPr>
            <a:xfrm>
              <a:off x="1228475"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3221;p96">
              <a:extLst>
                <a:ext uri="{FF2B5EF4-FFF2-40B4-BE49-F238E27FC236}">
                  <a16:creationId xmlns:a16="http://schemas.microsoft.com/office/drawing/2014/main" id="{FF63747E-3042-3076-37A9-E8894C604715}"/>
                </a:ext>
              </a:extLst>
            </p:cNvPr>
            <p:cNvSpPr/>
            <p:nvPr/>
          </p:nvSpPr>
          <p:spPr>
            <a:xfrm>
              <a:off x="12284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3222;p96">
              <a:extLst>
                <a:ext uri="{FF2B5EF4-FFF2-40B4-BE49-F238E27FC236}">
                  <a16:creationId xmlns:a16="http://schemas.microsoft.com/office/drawing/2014/main" id="{6441E1BA-D706-48EF-2450-89B0080D0DD1}"/>
                </a:ext>
              </a:extLst>
            </p:cNvPr>
            <p:cNvSpPr/>
            <p:nvPr/>
          </p:nvSpPr>
          <p:spPr>
            <a:xfrm>
              <a:off x="1152275" y="2561575"/>
              <a:ext cx="62400" cy="53425"/>
            </a:xfrm>
            <a:custGeom>
              <a:avLst/>
              <a:gdLst/>
              <a:ahLst/>
              <a:cxnLst/>
              <a:rect l="l" t="t" r="r" b="b"/>
              <a:pathLst>
                <a:path w="2496"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3223;p96">
              <a:extLst>
                <a:ext uri="{FF2B5EF4-FFF2-40B4-BE49-F238E27FC236}">
                  <a16:creationId xmlns:a16="http://schemas.microsoft.com/office/drawing/2014/main" id="{CDCE93E4-05CF-A9A7-B7C4-82EF41E3153E}"/>
                </a:ext>
              </a:extLst>
            </p:cNvPr>
            <p:cNvSpPr/>
            <p:nvPr/>
          </p:nvSpPr>
          <p:spPr>
            <a:xfrm>
              <a:off x="1152275" y="2485550"/>
              <a:ext cx="62400" cy="53300"/>
            </a:xfrm>
            <a:custGeom>
              <a:avLst/>
              <a:gdLst/>
              <a:ahLst/>
              <a:cxnLst/>
              <a:rect l="l" t="t" r="r" b="b"/>
              <a:pathLst>
                <a:path w="2496"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3224;p96">
              <a:extLst>
                <a:ext uri="{FF2B5EF4-FFF2-40B4-BE49-F238E27FC236}">
                  <a16:creationId xmlns:a16="http://schemas.microsoft.com/office/drawing/2014/main" id="{D3701A93-2096-9AB2-83B6-DC8A3E4A6D47}"/>
                </a:ext>
              </a:extLst>
            </p:cNvPr>
            <p:cNvSpPr/>
            <p:nvPr/>
          </p:nvSpPr>
          <p:spPr>
            <a:xfrm>
              <a:off x="1152275" y="2409350"/>
              <a:ext cx="62400" cy="53350"/>
            </a:xfrm>
            <a:custGeom>
              <a:avLst/>
              <a:gdLst/>
              <a:ahLst/>
              <a:cxnLst/>
              <a:rect l="l" t="t" r="r" b="b"/>
              <a:pathLst>
                <a:path w="2496"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3225;p96">
              <a:extLst>
                <a:ext uri="{FF2B5EF4-FFF2-40B4-BE49-F238E27FC236}">
                  <a16:creationId xmlns:a16="http://schemas.microsoft.com/office/drawing/2014/main" id="{A5487566-4128-1D4D-6E80-9D69A730FF00}"/>
                </a:ext>
              </a:extLst>
            </p:cNvPr>
            <p:cNvSpPr/>
            <p:nvPr/>
          </p:nvSpPr>
          <p:spPr>
            <a:xfrm>
              <a:off x="1152275"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3226;p96">
              <a:extLst>
                <a:ext uri="{FF2B5EF4-FFF2-40B4-BE49-F238E27FC236}">
                  <a16:creationId xmlns:a16="http://schemas.microsoft.com/office/drawing/2014/main" id="{3B6D253B-0110-1D1C-33F8-796BDE72E771}"/>
                </a:ext>
              </a:extLst>
            </p:cNvPr>
            <p:cNvSpPr/>
            <p:nvPr/>
          </p:nvSpPr>
          <p:spPr>
            <a:xfrm>
              <a:off x="11522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3227;p96">
              <a:extLst>
                <a:ext uri="{FF2B5EF4-FFF2-40B4-BE49-F238E27FC236}">
                  <a16:creationId xmlns:a16="http://schemas.microsoft.com/office/drawing/2014/main" id="{0ED61BAA-2CC2-4427-DADB-19EEC3D4EB91}"/>
                </a:ext>
              </a:extLst>
            </p:cNvPr>
            <p:cNvSpPr/>
            <p:nvPr/>
          </p:nvSpPr>
          <p:spPr>
            <a:xfrm>
              <a:off x="1152275" y="2180700"/>
              <a:ext cx="62400" cy="53350"/>
            </a:xfrm>
            <a:custGeom>
              <a:avLst/>
              <a:gdLst/>
              <a:ahLst/>
              <a:cxnLst/>
              <a:rect l="l" t="t" r="r" b="b"/>
              <a:pathLst>
                <a:path w="2496"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3228;p96">
              <a:extLst>
                <a:ext uri="{FF2B5EF4-FFF2-40B4-BE49-F238E27FC236}">
                  <a16:creationId xmlns:a16="http://schemas.microsoft.com/office/drawing/2014/main" id="{D5898116-1F12-1894-7FAC-E818C12FD5F7}"/>
                </a:ext>
              </a:extLst>
            </p:cNvPr>
            <p:cNvSpPr/>
            <p:nvPr/>
          </p:nvSpPr>
          <p:spPr>
            <a:xfrm>
              <a:off x="1152275" y="210450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3229;p96">
              <a:extLst>
                <a:ext uri="{FF2B5EF4-FFF2-40B4-BE49-F238E27FC236}">
                  <a16:creationId xmlns:a16="http://schemas.microsoft.com/office/drawing/2014/main" id="{D60D098E-23DD-921D-973E-FD05A9B97B53}"/>
                </a:ext>
              </a:extLst>
            </p:cNvPr>
            <p:cNvSpPr/>
            <p:nvPr/>
          </p:nvSpPr>
          <p:spPr>
            <a:xfrm>
              <a:off x="1152275"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3230;p96">
              <a:extLst>
                <a:ext uri="{FF2B5EF4-FFF2-40B4-BE49-F238E27FC236}">
                  <a16:creationId xmlns:a16="http://schemas.microsoft.com/office/drawing/2014/main" id="{A56FF78D-24F1-C6BA-580D-A8725DE757A4}"/>
                </a:ext>
              </a:extLst>
            </p:cNvPr>
            <p:cNvSpPr/>
            <p:nvPr/>
          </p:nvSpPr>
          <p:spPr>
            <a:xfrm>
              <a:off x="1152275"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3231;p96">
              <a:extLst>
                <a:ext uri="{FF2B5EF4-FFF2-40B4-BE49-F238E27FC236}">
                  <a16:creationId xmlns:a16="http://schemas.microsoft.com/office/drawing/2014/main" id="{5A9E3BE5-2CC7-74D2-7AD4-E421A7D4F21B}"/>
                </a:ext>
              </a:extLst>
            </p:cNvPr>
            <p:cNvSpPr/>
            <p:nvPr/>
          </p:nvSpPr>
          <p:spPr>
            <a:xfrm>
              <a:off x="1152275"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3232;p96">
              <a:extLst>
                <a:ext uri="{FF2B5EF4-FFF2-40B4-BE49-F238E27FC236}">
                  <a16:creationId xmlns:a16="http://schemas.microsoft.com/office/drawing/2014/main" id="{F6AD6BEE-1DF0-0CA3-8F58-A055D67412EA}"/>
                </a:ext>
              </a:extLst>
            </p:cNvPr>
            <p:cNvSpPr/>
            <p:nvPr/>
          </p:nvSpPr>
          <p:spPr>
            <a:xfrm>
              <a:off x="1152275" y="179985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3233;p96">
              <a:extLst>
                <a:ext uri="{FF2B5EF4-FFF2-40B4-BE49-F238E27FC236}">
                  <a16:creationId xmlns:a16="http://schemas.microsoft.com/office/drawing/2014/main" id="{6137BC2C-D772-D7AE-7425-54604D629515}"/>
                </a:ext>
              </a:extLst>
            </p:cNvPr>
            <p:cNvSpPr/>
            <p:nvPr/>
          </p:nvSpPr>
          <p:spPr>
            <a:xfrm>
              <a:off x="1152275" y="1723625"/>
              <a:ext cx="62400" cy="53350"/>
            </a:xfrm>
            <a:custGeom>
              <a:avLst/>
              <a:gdLst/>
              <a:ahLst/>
              <a:cxnLst/>
              <a:rect l="l" t="t" r="r" b="b"/>
              <a:pathLst>
                <a:path w="2496"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3234;p96">
              <a:extLst>
                <a:ext uri="{FF2B5EF4-FFF2-40B4-BE49-F238E27FC236}">
                  <a16:creationId xmlns:a16="http://schemas.microsoft.com/office/drawing/2014/main" id="{5187143B-DE43-1D69-05B6-4AD75FFFAC3F}"/>
                </a:ext>
              </a:extLst>
            </p:cNvPr>
            <p:cNvSpPr/>
            <p:nvPr/>
          </p:nvSpPr>
          <p:spPr>
            <a:xfrm>
              <a:off x="11522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3235;p96">
              <a:extLst>
                <a:ext uri="{FF2B5EF4-FFF2-40B4-BE49-F238E27FC236}">
                  <a16:creationId xmlns:a16="http://schemas.microsoft.com/office/drawing/2014/main" id="{2F31A405-C09F-5C44-A9EA-CF3CE8402771}"/>
                </a:ext>
              </a:extLst>
            </p:cNvPr>
            <p:cNvSpPr/>
            <p:nvPr/>
          </p:nvSpPr>
          <p:spPr>
            <a:xfrm>
              <a:off x="1152275"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3236;p96">
              <a:extLst>
                <a:ext uri="{FF2B5EF4-FFF2-40B4-BE49-F238E27FC236}">
                  <a16:creationId xmlns:a16="http://schemas.microsoft.com/office/drawing/2014/main" id="{6205EFA6-6271-9FD5-1E59-3C783446C7EB}"/>
                </a:ext>
              </a:extLst>
            </p:cNvPr>
            <p:cNvSpPr/>
            <p:nvPr/>
          </p:nvSpPr>
          <p:spPr>
            <a:xfrm>
              <a:off x="1152275"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3237;p96">
              <a:extLst>
                <a:ext uri="{FF2B5EF4-FFF2-40B4-BE49-F238E27FC236}">
                  <a16:creationId xmlns:a16="http://schemas.microsoft.com/office/drawing/2014/main" id="{2955F931-7A02-16A0-4D60-6E5D78015271}"/>
                </a:ext>
              </a:extLst>
            </p:cNvPr>
            <p:cNvSpPr/>
            <p:nvPr/>
          </p:nvSpPr>
          <p:spPr>
            <a:xfrm>
              <a:off x="1076050"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3238;p96">
              <a:extLst>
                <a:ext uri="{FF2B5EF4-FFF2-40B4-BE49-F238E27FC236}">
                  <a16:creationId xmlns:a16="http://schemas.microsoft.com/office/drawing/2014/main" id="{F0CDC828-6AB7-4192-2FC5-68B34EDC2AFE}"/>
                </a:ext>
              </a:extLst>
            </p:cNvPr>
            <p:cNvSpPr/>
            <p:nvPr/>
          </p:nvSpPr>
          <p:spPr>
            <a:xfrm>
              <a:off x="10760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3239;p96">
              <a:extLst>
                <a:ext uri="{FF2B5EF4-FFF2-40B4-BE49-F238E27FC236}">
                  <a16:creationId xmlns:a16="http://schemas.microsoft.com/office/drawing/2014/main" id="{8B2C76B8-FA03-BB8E-3C47-E08AA861FD77}"/>
                </a:ext>
              </a:extLst>
            </p:cNvPr>
            <p:cNvSpPr/>
            <p:nvPr/>
          </p:nvSpPr>
          <p:spPr>
            <a:xfrm>
              <a:off x="10760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3240;p96">
              <a:extLst>
                <a:ext uri="{FF2B5EF4-FFF2-40B4-BE49-F238E27FC236}">
                  <a16:creationId xmlns:a16="http://schemas.microsoft.com/office/drawing/2014/main" id="{D7E05319-86B8-1F34-A870-C0E8B7C0711F}"/>
                </a:ext>
              </a:extLst>
            </p:cNvPr>
            <p:cNvSpPr/>
            <p:nvPr/>
          </p:nvSpPr>
          <p:spPr>
            <a:xfrm>
              <a:off x="10760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3241;p96">
              <a:extLst>
                <a:ext uri="{FF2B5EF4-FFF2-40B4-BE49-F238E27FC236}">
                  <a16:creationId xmlns:a16="http://schemas.microsoft.com/office/drawing/2014/main" id="{4A01675A-EE7A-10F2-9807-58C146ACA78A}"/>
                </a:ext>
              </a:extLst>
            </p:cNvPr>
            <p:cNvSpPr/>
            <p:nvPr/>
          </p:nvSpPr>
          <p:spPr>
            <a:xfrm>
              <a:off x="1076050"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3242;p96">
              <a:extLst>
                <a:ext uri="{FF2B5EF4-FFF2-40B4-BE49-F238E27FC236}">
                  <a16:creationId xmlns:a16="http://schemas.microsoft.com/office/drawing/2014/main" id="{BCB79153-B8D0-34DC-13B6-492505FD093A}"/>
                </a:ext>
              </a:extLst>
            </p:cNvPr>
            <p:cNvSpPr/>
            <p:nvPr/>
          </p:nvSpPr>
          <p:spPr>
            <a:xfrm>
              <a:off x="10760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3243;p96">
              <a:extLst>
                <a:ext uri="{FF2B5EF4-FFF2-40B4-BE49-F238E27FC236}">
                  <a16:creationId xmlns:a16="http://schemas.microsoft.com/office/drawing/2014/main" id="{D87190DF-0C83-0155-F68D-06A9F0005854}"/>
                </a:ext>
              </a:extLst>
            </p:cNvPr>
            <p:cNvSpPr/>
            <p:nvPr/>
          </p:nvSpPr>
          <p:spPr>
            <a:xfrm>
              <a:off x="1076050"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3244;p96">
              <a:extLst>
                <a:ext uri="{FF2B5EF4-FFF2-40B4-BE49-F238E27FC236}">
                  <a16:creationId xmlns:a16="http://schemas.microsoft.com/office/drawing/2014/main" id="{439CC42F-2815-54CC-9D5E-24A69C7D8209}"/>
                </a:ext>
              </a:extLst>
            </p:cNvPr>
            <p:cNvSpPr/>
            <p:nvPr/>
          </p:nvSpPr>
          <p:spPr>
            <a:xfrm>
              <a:off x="10760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3245;p96">
              <a:extLst>
                <a:ext uri="{FF2B5EF4-FFF2-40B4-BE49-F238E27FC236}">
                  <a16:creationId xmlns:a16="http://schemas.microsoft.com/office/drawing/2014/main" id="{0C28D29A-3A0B-C4C2-711B-9B01D371105E}"/>
                </a:ext>
              </a:extLst>
            </p:cNvPr>
            <p:cNvSpPr/>
            <p:nvPr/>
          </p:nvSpPr>
          <p:spPr>
            <a:xfrm>
              <a:off x="10760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3246;p96">
              <a:extLst>
                <a:ext uri="{FF2B5EF4-FFF2-40B4-BE49-F238E27FC236}">
                  <a16:creationId xmlns:a16="http://schemas.microsoft.com/office/drawing/2014/main" id="{DE940A04-F6B5-2A68-8F35-6FC767F1DEEA}"/>
                </a:ext>
              </a:extLst>
            </p:cNvPr>
            <p:cNvSpPr/>
            <p:nvPr/>
          </p:nvSpPr>
          <p:spPr>
            <a:xfrm>
              <a:off x="10760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3247;p96">
              <a:extLst>
                <a:ext uri="{FF2B5EF4-FFF2-40B4-BE49-F238E27FC236}">
                  <a16:creationId xmlns:a16="http://schemas.microsoft.com/office/drawing/2014/main" id="{C3C26F21-3CCB-3102-2CCF-6FBBC80E8B00}"/>
                </a:ext>
              </a:extLst>
            </p:cNvPr>
            <p:cNvSpPr/>
            <p:nvPr/>
          </p:nvSpPr>
          <p:spPr>
            <a:xfrm>
              <a:off x="1076050"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3248;p96">
              <a:extLst>
                <a:ext uri="{FF2B5EF4-FFF2-40B4-BE49-F238E27FC236}">
                  <a16:creationId xmlns:a16="http://schemas.microsoft.com/office/drawing/2014/main" id="{C8733535-AB63-E84E-AAC8-5257530B2175}"/>
                </a:ext>
              </a:extLst>
            </p:cNvPr>
            <p:cNvSpPr/>
            <p:nvPr/>
          </p:nvSpPr>
          <p:spPr>
            <a:xfrm>
              <a:off x="1076050" y="1571400"/>
              <a:ext cx="62425" cy="53250"/>
            </a:xfrm>
            <a:custGeom>
              <a:avLst/>
              <a:gdLst/>
              <a:ahLst/>
              <a:cxnLst/>
              <a:rect l="l" t="t" r="r" b="b"/>
              <a:pathLst>
                <a:path w="2497" h="2130" extrusionOk="0">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3249;p96">
              <a:extLst>
                <a:ext uri="{FF2B5EF4-FFF2-40B4-BE49-F238E27FC236}">
                  <a16:creationId xmlns:a16="http://schemas.microsoft.com/office/drawing/2014/main" id="{72208BA3-5BED-E55B-3EE4-9F9B82C5D578}"/>
                </a:ext>
              </a:extLst>
            </p:cNvPr>
            <p:cNvSpPr/>
            <p:nvPr/>
          </p:nvSpPr>
          <p:spPr>
            <a:xfrm>
              <a:off x="1076050"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3250;p96">
              <a:extLst>
                <a:ext uri="{FF2B5EF4-FFF2-40B4-BE49-F238E27FC236}">
                  <a16:creationId xmlns:a16="http://schemas.microsoft.com/office/drawing/2014/main" id="{6DF4850D-B81B-DB06-E46A-AF5F29913B7D}"/>
                </a:ext>
              </a:extLst>
            </p:cNvPr>
            <p:cNvSpPr/>
            <p:nvPr/>
          </p:nvSpPr>
          <p:spPr>
            <a:xfrm>
              <a:off x="1076050"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3251;p96">
              <a:extLst>
                <a:ext uri="{FF2B5EF4-FFF2-40B4-BE49-F238E27FC236}">
                  <a16:creationId xmlns:a16="http://schemas.microsoft.com/office/drawing/2014/main" id="{5317BF04-BDB2-A7EE-BF5F-173749A161C6}"/>
                </a:ext>
              </a:extLst>
            </p:cNvPr>
            <p:cNvSpPr/>
            <p:nvPr/>
          </p:nvSpPr>
          <p:spPr>
            <a:xfrm>
              <a:off x="1076050"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3252;p96">
              <a:extLst>
                <a:ext uri="{FF2B5EF4-FFF2-40B4-BE49-F238E27FC236}">
                  <a16:creationId xmlns:a16="http://schemas.microsoft.com/office/drawing/2014/main" id="{40D07DBE-4296-BA74-9E0C-008FE311AE89}"/>
                </a:ext>
              </a:extLst>
            </p:cNvPr>
            <p:cNvSpPr/>
            <p:nvPr/>
          </p:nvSpPr>
          <p:spPr>
            <a:xfrm>
              <a:off x="1000050"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3253;p96">
              <a:extLst>
                <a:ext uri="{FF2B5EF4-FFF2-40B4-BE49-F238E27FC236}">
                  <a16:creationId xmlns:a16="http://schemas.microsoft.com/office/drawing/2014/main" id="{B8D1C801-08BA-33EF-AC83-382705D1DC17}"/>
                </a:ext>
              </a:extLst>
            </p:cNvPr>
            <p:cNvSpPr/>
            <p:nvPr/>
          </p:nvSpPr>
          <p:spPr>
            <a:xfrm>
              <a:off x="1000050" y="2028275"/>
              <a:ext cx="62200" cy="53450"/>
            </a:xfrm>
            <a:custGeom>
              <a:avLst/>
              <a:gdLst/>
              <a:ahLst/>
              <a:cxnLst/>
              <a:rect l="l" t="t" r="r" b="b"/>
              <a:pathLst>
                <a:path w="2488" h="2138" extrusionOk="0">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3254;p96">
              <a:extLst>
                <a:ext uri="{FF2B5EF4-FFF2-40B4-BE49-F238E27FC236}">
                  <a16:creationId xmlns:a16="http://schemas.microsoft.com/office/drawing/2014/main" id="{78AAC376-8BF8-97C3-8C23-424DBFDE90AD}"/>
                </a:ext>
              </a:extLst>
            </p:cNvPr>
            <p:cNvSpPr/>
            <p:nvPr/>
          </p:nvSpPr>
          <p:spPr>
            <a:xfrm>
              <a:off x="1000050"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3255;p96">
              <a:extLst>
                <a:ext uri="{FF2B5EF4-FFF2-40B4-BE49-F238E27FC236}">
                  <a16:creationId xmlns:a16="http://schemas.microsoft.com/office/drawing/2014/main" id="{1FD431EF-B40E-197E-87E0-64B22D36EAE1}"/>
                </a:ext>
              </a:extLst>
            </p:cNvPr>
            <p:cNvSpPr/>
            <p:nvPr/>
          </p:nvSpPr>
          <p:spPr>
            <a:xfrm>
              <a:off x="1000050"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3256;p96">
              <a:extLst>
                <a:ext uri="{FF2B5EF4-FFF2-40B4-BE49-F238E27FC236}">
                  <a16:creationId xmlns:a16="http://schemas.microsoft.com/office/drawing/2014/main" id="{1235A04E-BFE7-26D9-088D-BEBB1F33076A}"/>
                </a:ext>
              </a:extLst>
            </p:cNvPr>
            <p:cNvSpPr/>
            <p:nvPr/>
          </p:nvSpPr>
          <p:spPr>
            <a:xfrm>
              <a:off x="10000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3257;p96">
              <a:extLst>
                <a:ext uri="{FF2B5EF4-FFF2-40B4-BE49-F238E27FC236}">
                  <a16:creationId xmlns:a16="http://schemas.microsoft.com/office/drawing/2014/main" id="{F89C5C5E-71A0-45C5-D0AF-8BA4D2ECDF29}"/>
                </a:ext>
              </a:extLst>
            </p:cNvPr>
            <p:cNvSpPr/>
            <p:nvPr/>
          </p:nvSpPr>
          <p:spPr>
            <a:xfrm>
              <a:off x="1000050"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3258;p96">
              <a:extLst>
                <a:ext uri="{FF2B5EF4-FFF2-40B4-BE49-F238E27FC236}">
                  <a16:creationId xmlns:a16="http://schemas.microsoft.com/office/drawing/2014/main" id="{E91764CF-1562-277C-19A0-54B474854343}"/>
                </a:ext>
              </a:extLst>
            </p:cNvPr>
            <p:cNvSpPr/>
            <p:nvPr/>
          </p:nvSpPr>
          <p:spPr>
            <a:xfrm>
              <a:off x="1000050" y="164740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3259;p96">
              <a:extLst>
                <a:ext uri="{FF2B5EF4-FFF2-40B4-BE49-F238E27FC236}">
                  <a16:creationId xmlns:a16="http://schemas.microsoft.com/office/drawing/2014/main" id="{069ABE0F-38E6-5C8D-7EF8-3C5D89ADF8D0}"/>
                </a:ext>
              </a:extLst>
            </p:cNvPr>
            <p:cNvSpPr/>
            <p:nvPr/>
          </p:nvSpPr>
          <p:spPr>
            <a:xfrm>
              <a:off x="1000050"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3260;p96">
              <a:extLst>
                <a:ext uri="{FF2B5EF4-FFF2-40B4-BE49-F238E27FC236}">
                  <a16:creationId xmlns:a16="http://schemas.microsoft.com/office/drawing/2014/main" id="{7B68718C-D5BE-CFE9-A8F5-F7495D4A35B7}"/>
                </a:ext>
              </a:extLst>
            </p:cNvPr>
            <p:cNvSpPr/>
            <p:nvPr/>
          </p:nvSpPr>
          <p:spPr>
            <a:xfrm>
              <a:off x="1000050" y="134275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3261;p96">
              <a:extLst>
                <a:ext uri="{FF2B5EF4-FFF2-40B4-BE49-F238E27FC236}">
                  <a16:creationId xmlns:a16="http://schemas.microsoft.com/office/drawing/2014/main" id="{CEC9F2BD-6D91-C28C-5A80-FFAC0BF52A53}"/>
                </a:ext>
              </a:extLst>
            </p:cNvPr>
            <p:cNvSpPr/>
            <p:nvPr/>
          </p:nvSpPr>
          <p:spPr>
            <a:xfrm>
              <a:off x="92382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3262;p96">
              <a:extLst>
                <a:ext uri="{FF2B5EF4-FFF2-40B4-BE49-F238E27FC236}">
                  <a16:creationId xmlns:a16="http://schemas.microsoft.com/office/drawing/2014/main" id="{F0B7BB3E-E3C7-9189-8FE3-F487841AC055}"/>
                </a:ext>
              </a:extLst>
            </p:cNvPr>
            <p:cNvSpPr/>
            <p:nvPr/>
          </p:nvSpPr>
          <p:spPr>
            <a:xfrm>
              <a:off x="92382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3263;p96">
              <a:extLst>
                <a:ext uri="{FF2B5EF4-FFF2-40B4-BE49-F238E27FC236}">
                  <a16:creationId xmlns:a16="http://schemas.microsoft.com/office/drawing/2014/main" id="{AA66696F-A8B9-B45E-A4B9-EFEA40189E86}"/>
                </a:ext>
              </a:extLst>
            </p:cNvPr>
            <p:cNvSpPr/>
            <p:nvPr/>
          </p:nvSpPr>
          <p:spPr>
            <a:xfrm>
              <a:off x="923825"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3264;p96">
              <a:extLst>
                <a:ext uri="{FF2B5EF4-FFF2-40B4-BE49-F238E27FC236}">
                  <a16:creationId xmlns:a16="http://schemas.microsoft.com/office/drawing/2014/main" id="{20063630-14A7-C579-EB7B-407C4A59EF01}"/>
                </a:ext>
              </a:extLst>
            </p:cNvPr>
            <p:cNvSpPr/>
            <p:nvPr/>
          </p:nvSpPr>
          <p:spPr>
            <a:xfrm>
              <a:off x="92382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3265;p96">
              <a:extLst>
                <a:ext uri="{FF2B5EF4-FFF2-40B4-BE49-F238E27FC236}">
                  <a16:creationId xmlns:a16="http://schemas.microsoft.com/office/drawing/2014/main" id="{4100BCEE-298D-2C18-FBE0-52686A03B303}"/>
                </a:ext>
              </a:extLst>
            </p:cNvPr>
            <p:cNvSpPr/>
            <p:nvPr/>
          </p:nvSpPr>
          <p:spPr>
            <a:xfrm>
              <a:off x="92382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3266;p96">
              <a:extLst>
                <a:ext uri="{FF2B5EF4-FFF2-40B4-BE49-F238E27FC236}">
                  <a16:creationId xmlns:a16="http://schemas.microsoft.com/office/drawing/2014/main" id="{F9E92E18-E420-FED5-1029-5CD2F281CA71}"/>
                </a:ext>
              </a:extLst>
            </p:cNvPr>
            <p:cNvSpPr/>
            <p:nvPr/>
          </p:nvSpPr>
          <p:spPr>
            <a:xfrm>
              <a:off x="92382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3267;p96">
              <a:extLst>
                <a:ext uri="{FF2B5EF4-FFF2-40B4-BE49-F238E27FC236}">
                  <a16:creationId xmlns:a16="http://schemas.microsoft.com/office/drawing/2014/main" id="{D41E6E6B-97EF-A419-1690-89611B8E26D9}"/>
                </a:ext>
              </a:extLst>
            </p:cNvPr>
            <p:cNvSpPr/>
            <p:nvPr/>
          </p:nvSpPr>
          <p:spPr>
            <a:xfrm>
              <a:off x="92382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3268;p96">
              <a:extLst>
                <a:ext uri="{FF2B5EF4-FFF2-40B4-BE49-F238E27FC236}">
                  <a16:creationId xmlns:a16="http://schemas.microsoft.com/office/drawing/2014/main" id="{74E604BC-7BD7-5161-28AE-B941705512A2}"/>
                </a:ext>
              </a:extLst>
            </p:cNvPr>
            <p:cNvSpPr/>
            <p:nvPr/>
          </p:nvSpPr>
          <p:spPr>
            <a:xfrm>
              <a:off x="8476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3269;p96">
              <a:extLst>
                <a:ext uri="{FF2B5EF4-FFF2-40B4-BE49-F238E27FC236}">
                  <a16:creationId xmlns:a16="http://schemas.microsoft.com/office/drawing/2014/main" id="{65FE2886-AB9F-A8A8-8556-54C7E34C73CE}"/>
                </a:ext>
              </a:extLst>
            </p:cNvPr>
            <p:cNvSpPr/>
            <p:nvPr/>
          </p:nvSpPr>
          <p:spPr>
            <a:xfrm>
              <a:off x="8476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3270;p96">
              <a:extLst>
                <a:ext uri="{FF2B5EF4-FFF2-40B4-BE49-F238E27FC236}">
                  <a16:creationId xmlns:a16="http://schemas.microsoft.com/office/drawing/2014/main" id="{6EAF0851-6A1F-7413-A37E-01CE13478936}"/>
                </a:ext>
              </a:extLst>
            </p:cNvPr>
            <p:cNvSpPr/>
            <p:nvPr/>
          </p:nvSpPr>
          <p:spPr>
            <a:xfrm>
              <a:off x="8476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3271;p96">
              <a:extLst>
                <a:ext uri="{FF2B5EF4-FFF2-40B4-BE49-F238E27FC236}">
                  <a16:creationId xmlns:a16="http://schemas.microsoft.com/office/drawing/2014/main" id="{EAE7E597-9927-BA46-B1BF-6DD29997F32C}"/>
                </a:ext>
              </a:extLst>
            </p:cNvPr>
            <p:cNvSpPr/>
            <p:nvPr/>
          </p:nvSpPr>
          <p:spPr>
            <a:xfrm>
              <a:off x="8476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3272;p96">
              <a:extLst>
                <a:ext uri="{FF2B5EF4-FFF2-40B4-BE49-F238E27FC236}">
                  <a16:creationId xmlns:a16="http://schemas.microsoft.com/office/drawing/2014/main" id="{373B8741-D0FC-9E07-1D45-1F8D2EFE5AB9}"/>
                </a:ext>
              </a:extLst>
            </p:cNvPr>
            <p:cNvSpPr/>
            <p:nvPr/>
          </p:nvSpPr>
          <p:spPr>
            <a:xfrm>
              <a:off x="8476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3273;p96">
              <a:extLst>
                <a:ext uri="{FF2B5EF4-FFF2-40B4-BE49-F238E27FC236}">
                  <a16:creationId xmlns:a16="http://schemas.microsoft.com/office/drawing/2014/main" id="{DBE36B4F-625D-2378-6502-7724EDC0E39D}"/>
                </a:ext>
              </a:extLst>
            </p:cNvPr>
            <p:cNvSpPr/>
            <p:nvPr/>
          </p:nvSpPr>
          <p:spPr>
            <a:xfrm>
              <a:off x="8476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3274;p96">
              <a:extLst>
                <a:ext uri="{FF2B5EF4-FFF2-40B4-BE49-F238E27FC236}">
                  <a16:creationId xmlns:a16="http://schemas.microsoft.com/office/drawing/2014/main" id="{EFC98DD7-B561-F7A6-1DB8-0F341AF83576}"/>
                </a:ext>
              </a:extLst>
            </p:cNvPr>
            <p:cNvSpPr/>
            <p:nvPr/>
          </p:nvSpPr>
          <p:spPr>
            <a:xfrm>
              <a:off x="771400"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3275;p96">
              <a:extLst>
                <a:ext uri="{FF2B5EF4-FFF2-40B4-BE49-F238E27FC236}">
                  <a16:creationId xmlns:a16="http://schemas.microsoft.com/office/drawing/2014/main" id="{913BCBF6-9D1E-FCA4-63A5-90181DE6E887}"/>
                </a:ext>
              </a:extLst>
            </p:cNvPr>
            <p:cNvSpPr/>
            <p:nvPr/>
          </p:nvSpPr>
          <p:spPr>
            <a:xfrm>
              <a:off x="771400"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3276;p96">
              <a:extLst>
                <a:ext uri="{FF2B5EF4-FFF2-40B4-BE49-F238E27FC236}">
                  <a16:creationId xmlns:a16="http://schemas.microsoft.com/office/drawing/2014/main" id="{5D48B143-F330-D5B6-5EE1-6853CF1C5EE2}"/>
                </a:ext>
              </a:extLst>
            </p:cNvPr>
            <p:cNvSpPr/>
            <p:nvPr/>
          </p:nvSpPr>
          <p:spPr>
            <a:xfrm>
              <a:off x="7714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3277;p96">
              <a:extLst>
                <a:ext uri="{FF2B5EF4-FFF2-40B4-BE49-F238E27FC236}">
                  <a16:creationId xmlns:a16="http://schemas.microsoft.com/office/drawing/2014/main" id="{77258243-3A0E-E7A6-B684-05CBE537C8D8}"/>
                </a:ext>
              </a:extLst>
            </p:cNvPr>
            <p:cNvSpPr/>
            <p:nvPr/>
          </p:nvSpPr>
          <p:spPr>
            <a:xfrm>
              <a:off x="771400"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3278;p96">
              <a:extLst>
                <a:ext uri="{FF2B5EF4-FFF2-40B4-BE49-F238E27FC236}">
                  <a16:creationId xmlns:a16="http://schemas.microsoft.com/office/drawing/2014/main" id="{6E8BB5C6-CB2C-0034-FBBD-85AAFC4CB5F1}"/>
                </a:ext>
              </a:extLst>
            </p:cNvPr>
            <p:cNvSpPr/>
            <p:nvPr/>
          </p:nvSpPr>
          <p:spPr>
            <a:xfrm>
              <a:off x="695200" y="1799850"/>
              <a:ext cx="62200" cy="53325"/>
            </a:xfrm>
            <a:custGeom>
              <a:avLst/>
              <a:gdLst/>
              <a:ahLst/>
              <a:cxnLst/>
              <a:rect l="l" t="t" r="r" b="b"/>
              <a:pathLst>
                <a:path w="2488" h="2133" extrusionOk="0">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3279;p96">
              <a:extLst>
                <a:ext uri="{FF2B5EF4-FFF2-40B4-BE49-F238E27FC236}">
                  <a16:creationId xmlns:a16="http://schemas.microsoft.com/office/drawing/2014/main" id="{C9AA8BA0-9C81-FE04-91BE-CABA3533CA2A}"/>
                </a:ext>
              </a:extLst>
            </p:cNvPr>
            <p:cNvSpPr/>
            <p:nvPr/>
          </p:nvSpPr>
          <p:spPr>
            <a:xfrm>
              <a:off x="695200" y="1723625"/>
              <a:ext cx="62200" cy="53350"/>
            </a:xfrm>
            <a:custGeom>
              <a:avLst/>
              <a:gdLst/>
              <a:ahLst/>
              <a:cxnLst/>
              <a:rect l="l" t="t" r="r" b="b"/>
              <a:pathLst>
                <a:path w="2488" h="2134" extrusionOk="0">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3280;p96">
              <a:extLst>
                <a:ext uri="{FF2B5EF4-FFF2-40B4-BE49-F238E27FC236}">
                  <a16:creationId xmlns:a16="http://schemas.microsoft.com/office/drawing/2014/main" id="{3AC1438B-2342-0F13-2AA8-957291D99C51}"/>
                </a:ext>
              </a:extLst>
            </p:cNvPr>
            <p:cNvSpPr/>
            <p:nvPr/>
          </p:nvSpPr>
          <p:spPr>
            <a:xfrm>
              <a:off x="69520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3281;p96">
              <a:extLst>
                <a:ext uri="{FF2B5EF4-FFF2-40B4-BE49-F238E27FC236}">
                  <a16:creationId xmlns:a16="http://schemas.microsoft.com/office/drawing/2014/main" id="{C4CDF5DB-83D5-1D68-A82B-A66EA6264721}"/>
                </a:ext>
              </a:extLst>
            </p:cNvPr>
            <p:cNvSpPr/>
            <p:nvPr/>
          </p:nvSpPr>
          <p:spPr>
            <a:xfrm>
              <a:off x="695200" y="1571400"/>
              <a:ext cx="62200" cy="53250"/>
            </a:xfrm>
            <a:custGeom>
              <a:avLst/>
              <a:gdLst/>
              <a:ahLst/>
              <a:cxnLst/>
              <a:rect l="l" t="t" r="r" b="b"/>
              <a:pathLst>
                <a:path w="2488" h="2130" extrusionOk="0">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3282;p96">
              <a:extLst>
                <a:ext uri="{FF2B5EF4-FFF2-40B4-BE49-F238E27FC236}">
                  <a16:creationId xmlns:a16="http://schemas.microsoft.com/office/drawing/2014/main" id="{C6E3DFB4-5659-7308-E75C-B6DC77D1DF54}"/>
                </a:ext>
              </a:extLst>
            </p:cNvPr>
            <p:cNvSpPr/>
            <p:nvPr/>
          </p:nvSpPr>
          <p:spPr>
            <a:xfrm>
              <a:off x="6189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3283;p96">
              <a:extLst>
                <a:ext uri="{FF2B5EF4-FFF2-40B4-BE49-F238E27FC236}">
                  <a16:creationId xmlns:a16="http://schemas.microsoft.com/office/drawing/2014/main" id="{6EE6B9AC-B8BC-32B8-F76A-5B1E641864A2}"/>
                </a:ext>
              </a:extLst>
            </p:cNvPr>
            <p:cNvSpPr/>
            <p:nvPr/>
          </p:nvSpPr>
          <p:spPr>
            <a:xfrm>
              <a:off x="6189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3284;p96">
              <a:extLst>
                <a:ext uri="{FF2B5EF4-FFF2-40B4-BE49-F238E27FC236}">
                  <a16:creationId xmlns:a16="http://schemas.microsoft.com/office/drawing/2014/main" id="{EDCD297C-419B-AFC9-5E4E-5D5D1FB2C049}"/>
                </a:ext>
              </a:extLst>
            </p:cNvPr>
            <p:cNvSpPr/>
            <p:nvPr/>
          </p:nvSpPr>
          <p:spPr>
            <a:xfrm>
              <a:off x="618975" y="1647400"/>
              <a:ext cx="62225" cy="53450"/>
            </a:xfrm>
            <a:custGeom>
              <a:avLst/>
              <a:gdLst/>
              <a:ahLst/>
              <a:cxnLst/>
              <a:rect l="l" t="t" r="r" b="b"/>
              <a:pathLst>
                <a:path w="2489" h="2138" extrusionOk="0">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3285;p96">
              <a:extLst>
                <a:ext uri="{FF2B5EF4-FFF2-40B4-BE49-F238E27FC236}">
                  <a16:creationId xmlns:a16="http://schemas.microsoft.com/office/drawing/2014/main" id="{2FB89852-E7E4-7CF7-D22B-645AC89ADA9F}"/>
                </a:ext>
              </a:extLst>
            </p:cNvPr>
            <p:cNvSpPr/>
            <p:nvPr/>
          </p:nvSpPr>
          <p:spPr>
            <a:xfrm>
              <a:off x="6189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3286;p96">
              <a:extLst>
                <a:ext uri="{FF2B5EF4-FFF2-40B4-BE49-F238E27FC236}">
                  <a16:creationId xmlns:a16="http://schemas.microsoft.com/office/drawing/2014/main" id="{13888AF7-1B81-C9D0-6C01-F78D9FA209F5}"/>
                </a:ext>
              </a:extLst>
            </p:cNvPr>
            <p:cNvSpPr/>
            <p:nvPr/>
          </p:nvSpPr>
          <p:spPr>
            <a:xfrm>
              <a:off x="542775"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3287;p96">
              <a:extLst>
                <a:ext uri="{FF2B5EF4-FFF2-40B4-BE49-F238E27FC236}">
                  <a16:creationId xmlns:a16="http://schemas.microsoft.com/office/drawing/2014/main" id="{3E693A1D-F93A-3A38-5C9B-A36063826E39}"/>
                </a:ext>
              </a:extLst>
            </p:cNvPr>
            <p:cNvSpPr/>
            <p:nvPr/>
          </p:nvSpPr>
          <p:spPr>
            <a:xfrm>
              <a:off x="542775"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3288;p96">
              <a:extLst>
                <a:ext uri="{FF2B5EF4-FFF2-40B4-BE49-F238E27FC236}">
                  <a16:creationId xmlns:a16="http://schemas.microsoft.com/office/drawing/2014/main" id="{284EE07B-E985-20C6-53C2-011D5324B99E}"/>
                </a:ext>
              </a:extLst>
            </p:cNvPr>
            <p:cNvSpPr/>
            <p:nvPr/>
          </p:nvSpPr>
          <p:spPr>
            <a:xfrm>
              <a:off x="5427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3289;p96">
              <a:extLst>
                <a:ext uri="{FF2B5EF4-FFF2-40B4-BE49-F238E27FC236}">
                  <a16:creationId xmlns:a16="http://schemas.microsoft.com/office/drawing/2014/main" id="{73AF4818-D5D3-3526-D38B-441B2BCA9D8B}"/>
                </a:ext>
              </a:extLst>
            </p:cNvPr>
            <p:cNvSpPr/>
            <p:nvPr/>
          </p:nvSpPr>
          <p:spPr>
            <a:xfrm>
              <a:off x="542775" y="1571400"/>
              <a:ext cx="62400" cy="53250"/>
            </a:xfrm>
            <a:custGeom>
              <a:avLst/>
              <a:gdLst/>
              <a:ahLst/>
              <a:cxnLst/>
              <a:rect l="l" t="t" r="r" b="b"/>
              <a:pathLst>
                <a:path w="2496" h="2130" extrusionOk="0">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3290;p96">
              <a:extLst>
                <a:ext uri="{FF2B5EF4-FFF2-40B4-BE49-F238E27FC236}">
                  <a16:creationId xmlns:a16="http://schemas.microsoft.com/office/drawing/2014/main" id="{3482AFD8-F695-28A2-9AB6-DD1974525C81}"/>
                </a:ext>
              </a:extLst>
            </p:cNvPr>
            <p:cNvSpPr/>
            <p:nvPr/>
          </p:nvSpPr>
          <p:spPr>
            <a:xfrm>
              <a:off x="466550" y="1799850"/>
              <a:ext cx="62425" cy="53325"/>
            </a:xfrm>
            <a:custGeom>
              <a:avLst/>
              <a:gdLst/>
              <a:ahLst/>
              <a:cxnLst/>
              <a:rect l="l" t="t" r="r" b="b"/>
              <a:pathLst>
                <a:path w="2497" h="2133" extrusionOk="0">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3291;p96">
              <a:extLst>
                <a:ext uri="{FF2B5EF4-FFF2-40B4-BE49-F238E27FC236}">
                  <a16:creationId xmlns:a16="http://schemas.microsoft.com/office/drawing/2014/main" id="{A464BB2D-6652-BA8E-EA6D-769A2F2804A1}"/>
                </a:ext>
              </a:extLst>
            </p:cNvPr>
            <p:cNvSpPr/>
            <p:nvPr/>
          </p:nvSpPr>
          <p:spPr>
            <a:xfrm>
              <a:off x="466550" y="1723625"/>
              <a:ext cx="62425" cy="53350"/>
            </a:xfrm>
            <a:custGeom>
              <a:avLst/>
              <a:gdLst/>
              <a:ahLst/>
              <a:cxnLst/>
              <a:rect l="l" t="t" r="r" b="b"/>
              <a:pathLst>
                <a:path w="2497" h="2134" extrusionOk="0">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3292;p96">
              <a:extLst>
                <a:ext uri="{FF2B5EF4-FFF2-40B4-BE49-F238E27FC236}">
                  <a16:creationId xmlns:a16="http://schemas.microsoft.com/office/drawing/2014/main" id="{99915207-CDE8-94B1-0AF6-618319B05C07}"/>
                </a:ext>
              </a:extLst>
            </p:cNvPr>
            <p:cNvSpPr/>
            <p:nvPr/>
          </p:nvSpPr>
          <p:spPr>
            <a:xfrm>
              <a:off x="466550" y="1647400"/>
              <a:ext cx="62425" cy="53450"/>
            </a:xfrm>
            <a:custGeom>
              <a:avLst/>
              <a:gdLst/>
              <a:ahLst/>
              <a:cxnLst/>
              <a:rect l="l" t="t" r="r" b="b"/>
              <a:pathLst>
                <a:path w="2497" h="2138" extrusionOk="0">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3293;p96">
              <a:extLst>
                <a:ext uri="{FF2B5EF4-FFF2-40B4-BE49-F238E27FC236}">
                  <a16:creationId xmlns:a16="http://schemas.microsoft.com/office/drawing/2014/main" id="{BB7FAEA3-1CF9-71E5-1D84-6ACD815EF67B}"/>
                </a:ext>
              </a:extLst>
            </p:cNvPr>
            <p:cNvSpPr/>
            <p:nvPr/>
          </p:nvSpPr>
          <p:spPr>
            <a:xfrm>
              <a:off x="466550" y="1571400"/>
              <a:ext cx="62425" cy="53250"/>
            </a:xfrm>
            <a:custGeom>
              <a:avLst/>
              <a:gdLst/>
              <a:ahLst/>
              <a:cxnLst/>
              <a:rect l="l" t="t" r="r" b="b"/>
              <a:pathLst>
                <a:path w="2497" h="2130" extrusionOk="0">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3294;p96">
              <a:extLst>
                <a:ext uri="{FF2B5EF4-FFF2-40B4-BE49-F238E27FC236}">
                  <a16:creationId xmlns:a16="http://schemas.microsoft.com/office/drawing/2014/main" id="{96D8848D-F2B0-25D2-8DC1-A9FC4689A505}"/>
                </a:ext>
              </a:extLst>
            </p:cNvPr>
            <p:cNvSpPr/>
            <p:nvPr/>
          </p:nvSpPr>
          <p:spPr>
            <a:xfrm>
              <a:off x="390550" y="1876050"/>
              <a:ext cx="62350" cy="53275"/>
            </a:xfrm>
            <a:custGeom>
              <a:avLst/>
              <a:gdLst/>
              <a:ahLst/>
              <a:cxnLst/>
              <a:rect l="l" t="t" r="r" b="b"/>
              <a:pathLst>
                <a:path w="2494" h="2131" extrusionOk="0">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3295;p96">
              <a:extLst>
                <a:ext uri="{FF2B5EF4-FFF2-40B4-BE49-F238E27FC236}">
                  <a16:creationId xmlns:a16="http://schemas.microsoft.com/office/drawing/2014/main" id="{061BC700-357F-CCCB-7459-573257B608F1}"/>
                </a:ext>
              </a:extLst>
            </p:cNvPr>
            <p:cNvSpPr/>
            <p:nvPr/>
          </p:nvSpPr>
          <p:spPr>
            <a:xfrm>
              <a:off x="390550" y="1799825"/>
              <a:ext cx="62350" cy="53300"/>
            </a:xfrm>
            <a:custGeom>
              <a:avLst/>
              <a:gdLst/>
              <a:ahLst/>
              <a:cxnLst/>
              <a:rect l="l" t="t" r="r" b="b"/>
              <a:pathLst>
                <a:path w="2494" h="2132" extrusionOk="0">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3296;p96">
              <a:extLst>
                <a:ext uri="{FF2B5EF4-FFF2-40B4-BE49-F238E27FC236}">
                  <a16:creationId xmlns:a16="http://schemas.microsoft.com/office/drawing/2014/main" id="{5DF603B5-2F5C-BA07-B134-254B6E7EBE4D}"/>
                </a:ext>
              </a:extLst>
            </p:cNvPr>
            <p:cNvSpPr/>
            <p:nvPr/>
          </p:nvSpPr>
          <p:spPr>
            <a:xfrm>
              <a:off x="390550" y="1723625"/>
              <a:ext cx="62400" cy="53350"/>
            </a:xfrm>
            <a:custGeom>
              <a:avLst/>
              <a:gdLst/>
              <a:ahLst/>
              <a:cxnLst/>
              <a:rect l="l" t="t" r="r" b="b"/>
              <a:pathLst>
                <a:path w="2496" h="2134" extrusionOk="0">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3297;p96">
              <a:extLst>
                <a:ext uri="{FF2B5EF4-FFF2-40B4-BE49-F238E27FC236}">
                  <a16:creationId xmlns:a16="http://schemas.microsoft.com/office/drawing/2014/main" id="{458844CE-2489-F32C-FBED-E37FB9F646A6}"/>
                </a:ext>
              </a:extLst>
            </p:cNvPr>
            <p:cNvSpPr/>
            <p:nvPr/>
          </p:nvSpPr>
          <p:spPr>
            <a:xfrm>
              <a:off x="39055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3298;p96">
              <a:extLst>
                <a:ext uri="{FF2B5EF4-FFF2-40B4-BE49-F238E27FC236}">
                  <a16:creationId xmlns:a16="http://schemas.microsoft.com/office/drawing/2014/main" id="{1EE9CF99-3985-91E2-6BCD-DA31007B05DD}"/>
                </a:ext>
              </a:extLst>
            </p:cNvPr>
            <p:cNvSpPr/>
            <p:nvPr/>
          </p:nvSpPr>
          <p:spPr>
            <a:xfrm>
              <a:off x="390550" y="1571400"/>
              <a:ext cx="62350" cy="53275"/>
            </a:xfrm>
            <a:custGeom>
              <a:avLst/>
              <a:gdLst/>
              <a:ahLst/>
              <a:cxnLst/>
              <a:rect l="l" t="t" r="r" b="b"/>
              <a:pathLst>
                <a:path w="2494" h="2131" extrusionOk="0">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3299;p96">
              <a:extLst>
                <a:ext uri="{FF2B5EF4-FFF2-40B4-BE49-F238E27FC236}">
                  <a16:creationId xmlns:a16="http://schemas.microsoft.com/office/drawing/2014/main" id="{A6741424-6BF8-5C85-6B4C-3276947C34FD}"/>
                </a:ext>
              </a:extLst>
            </p:cNvPr>
            <p:cNvSpPr/>
            <p:nvPr/>
          </p:nvSpPr>
          <p:spPr>
            <a:xfrm>
              <a:off x="314325" y="1952050"/>
              <a:ext cx="62225" cy="53450"/>
            </a:xfrm>
            <a:custGeom>
              <a:avLst/>
              <a:gdLst/>
              <a:ahLst/>
              <a:cxnLst/>
              <a:rect l="l" t="t" r="r" b="b"/>
              <a:pathLst>
                <a:path w="2489" h="2138" extrusionOk="0">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3300;p96">
              <a:extLst>
                <a:ext uri="{FF2B5EF4-FFF2-40B4-BE49-F238E27FC236}">
                  <a16:creationId xmlns:a16="http://schemas.microsoft.com/office/drawing/2014/main" id="{9DD58C93-EA27-4F98-3808-17A882C9250A}"/>
                </a:ext>
              </a:extLst>
            </p:cNvPr>
            <p:cNvSpPr/>
            <p:nvPr/>
          </p:nvSpPr>
          <p:spPr>
            <a:xfrm>
              <a:off x="314325" y="1876050"/>
              <a:ext cx="62225" cy="53275"/>
            </a:xfrm>
            <a:custGeom>
              <a:avLst/>
              <a:gdLst/>
              <a:ahLst/>
              <a:cxnLst/>
              <a:rect l="l" t="t" r="r" b="b"/>
              <a:pathLst>
                <a:path w="2489" h="2131" extrusionOk="0">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3301;p96">
              <a:extLst>
                <a:ext uri="{FF2B5EF4-FFF2-40B4-BE49-F238E27FC236}">
                  <a16:creationId xmlns:a16="http://schemas.microsoft.com/office/drawing/2014/main" id="{0250D3B9-15B5-2882-B265-4663FA6D4E73}"/>
                </a:ext>
              </a:extLst>
            </p:cNvPr>
            <p:cNvSpPr/>
            <p:nvPr/>
          </p:nvSpPr>
          <p:spPr>
            <a:xfrm>
              <a:off x="314325" y="1799850"/>
              <a:ext cx="62225" cy="53325"/>
            </a:xfrm>
            <a:custGeom>
              <a:avLst/>
              <a:gdLst/>
              <a:ahLst/>
              <a:cxnLst/>
              <a:rect l="l" t="t" r="r" b="b"/>
              <a:pathLst>
                <a:path w="2489" h="2133" extrusionOk="0">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3302;p96">
              <a:extLst>
                <a:ext uri="{FF2B5EF4-FFF2-40B4-BE49-F238E27FC236}">
                  <a16:creationId xmlns:a16="http://schemas.microsoft.com/office/drawing/2014/main" id="{9CF65578-6517-5072-AE99-D5D8799D331F}"/>
                </a:ext>
              </a:extLst>
            </p:cNvPr>
            <p:cNvSpPr/>
            <p:nvPr/>
          </p:nvSpPr>
          <p:spPr>
            <a:xfrm>
              <a:off x="314325" y="1723625"/>
              <a:ext cx="62225" cy="53350"/>
            </a:xfrm>
            <a:custGeom>
              <a:avLst/>
              <a:gdLst/>
              <a:ahLst/>
              <a:cxnLst/>
              <a:rect l="l" t="t" r="r" b="b"/>
              <a:pathLst>
                <a:path w="2489" h="2134" extrusionOk="0">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3303;p96">
              <a:extLst>
                <a:ext uri="{FF2B5EF4-FFF2-40B4-BE49-F238E27FC236}">
                  <a16:creationId xmlns:a16="http://schemas.microsoft.com/office/drawing/2014/main" id="{49C3F56D-81E9-7C49-EDFC-930CADD38B34}"/>
                </a:ext>
              </a:extLst>
            </p:cNvPr>
            <p:cNvSpPr/>
            <p:nvPr/>
          </p:nvSpPr>
          <p:spPr>
            <a:xfrm>
              <a:off x="314325" y="1647400"/>
              <a:ext cx="62225" cy="53450"/>
            </a:xfrm>
            <a:custGeom>
              <a:avLst/>
              <a:gdLst/>
              <a:ahLst/>
              <a:cxnLst/>
              <a:rect l="l" t="t" r="r" b="b"/>
              <a:pathLst>
                <a:path w="2489" h="2138" extrusionOk="0">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3304;p96">
              <a:extLst>
                <a:ext uri="{FF2B5EF4-FFF2-40B4-BE49-F238E27FC236}">
                  <a16:creationId xmlns:a16="http://schemas.microsoft.com/office/drawing/2014/main" id="{73BD1B2A-D5E0-0787-20DE-85F826F963D7}"/>
                </a:ext>
              </a:extLst>
            </p:cNvPr>
            <p:cNvSpPr/>
            <p:nvPr/>
          </p:nvSpPr>
          <p:spPr>
            <a:xfrm>
              <a:off x="314325" y="1571400"/>
              <a:ext cx="62150" cy="53250"/>
            </a:xfrm>
            <a:custGeom>
              <a:avLst/>
              <a:gdLst/>
              <a:ahLst/>
              <a:cxnLst/>
              <a:rect l="l" t="t" r="r" b="b"/>
              <a:pathLst>
                <a:path w="2486" h="2130" extrusionOk="0">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3305;p96">
              <a:extLst>
                <a:ext uri="{FF2B5EF4-FFF2-40B4-BE49-F238E27FC236}">
                  <a16:creationId xmlns:a16="http://schemas.microsoft.com/office/drawing/2014/main" id="{DC70CCBA-3E15-6616-0EC7-BAB18CD9D436}"/>
                </a:ext>
              </a:extLst>
            </p:cNvPr>
            <p:cNvSpPr/>
            <p:nvPr/>
          </p:nvSpPr>
          <p:spPr>
            <a:xfrm>
              <a:off x="238125"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3306;p96">
              <a:extLst>
                <a:ext uri="{FF2B5EF4-FFF2-40B4-BE49-F238E27FC236}">
                  <a16:creationId xmlns:a16="http://schemas.microsoft.com/office/drawing/2014/main" id="{DBC5AE60-2367-716A-A64B-613E965AC3A9}"/>
                </a:ext>
              </a:extLst>
            </p:cNvPr>
            <p:cNvSpPr/>
            <p:nvPr/>
          </p:nvSpPr>
          <p:spPr>
            <a:xfrm>
              <a:off x="238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3307;p96">
              <a:extLst>
                <a:ext uri="{FF2B5EF4-FFF2-40B4-BE49-F238E27FC236}">
                  <a16:creationId xmlns:a16="http://schemas.microsoft.com/office/drawing/2014/main" id="{C21DDF9E-29E0-105D-F8CB-425B1C65FD6D}"/>
                </a:ext>
              </a:extLst>
            </p:cNvPr>
            <p:cNvSpPr/>
            <p:nvPr/>
          </p:nvSpPr>
          <p:spPr>
            <a:xfrm>
              <a:off x="238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3308;p96">
              <a:extLst>
                <a:ext uri="{FF2B5EF4-FFF2-40B4-BE49-F238E27FC236}">
                  <a16:creationId xmlns:a16="http://schemas.microsoft.com/office/drawing/2014/main" id="{A6C68210-B7D7-877F-56EA-FEEA5BA0FC96}"/>
                </a:ext>
              </a:extLst>
            </p:cNvPr>
            <p:cNvSpPr/>
            <p:nvPr/>
          </p:nvSpPr>
          <p:spPr>
            <a:xfrm>
              <a:off x="2381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3309;p96">
              <a:extLst>
                <a:ext uri="{FF2B5EF4-FFF2-40B4-BE49-F238E27FC236}">
                  <a16:creationId xmlns:a16="http://schemas.microsoft.com/office/drawing/2014/main" id="{32D23076-E2B3-F717-EA44-2D4BE128F16F}"/>
                </a:ext>
              </a:extLst>
            </p:cNvPr>
            <p:cNvSpPr/>
            <p:nvPr/>
          </p:nvSpPr>
          <p:spPr>
            <a:xfrm>
              <a:off x="4427825" y="26377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3310;p96">
              <a:extLst>
                <a:ext uri="{FF2B5EF4-FFF2-40B4-BE49-F238E27FC236}">
                  <a16:creationId xmlns:a16="http://schemas.microsoft.com/office/drawing/2014/main" id="{32945732-23CE-4917-A333-D13548E21368}"/>
                </a:ext>
              </a:extLst>
            </p:cNvPr>
            <p:cNvSpPr/>
            <p:nvPr/>
          </p:nvSpPr>
          <p:spPr>
            <a:xfrm>
              <a:off x="4427825" y="2714000"/>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3311;p96">
              <a:extLst>
                <a:ext uri="{FF2B5EF4-FFF2-40B4-BE49-F238E27FC236}">
                  <a16:creationId xmlns:a16="http://schemas.microsoft.com/office/drawing/2014/main" id="{65E36230-DEDC-64AD-E278-F4D3E371C723}"/>
                </a:ext>
              </a:extLst>
            </p:cNvPr>
            <p:cNvSpPr/>
            <p:nvPr/>
          </p:nvSpPr>
          <p:spPr>
            <a:xfrm>
              <a:off x="4504050"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3312;p96">
              <a:extLst>
                <a:ext uri="{FF2B5EF4-FFF2-40B4-BE49-F238E27FC236}">
                  <a16:creationId xmlns:a16="http://schemas.microsoft.com/office/drawing/2014/main" id="{87A910A3-5DD8-DF2F-B655-CCF1877777DA}"/>
                </a:ext>
              </a:extLst>
            </p:cNvPr>
            <p:cNvSpPr/>
            <p:nvPr/>
          </p:nvSpPr>
          <p:spPr>
            <a:xfrm>
              <a:off x="450405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3313;p96">
              <a:extLst>
                <a:ext uri="{FF2B5EF4-FFF2-40B4-BE49-F238E27FC236}">
                  <a16:creationId xmlns:a16="http://schemas.microsoft.com/office/drawing/2014/main" id="{02F2E5C9-52C8-A7EE-134C-254DB2E053FE}"/>
                </a:ext>
              </a:extLst>
            </p:cNvPr>
            <p:cNvSpPr/>
            <p:nvPr/>
          </p:nvSpPr>
          <p:spPr>
            <a:xfrm>
              <a:off x="458025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3314;p96">
              <a:extLst>
                <a:ext uri="{FF2B5EF4-FFF2-40B4-BE49-F238E27FC236}">
                  <a16:creationId xmlns:a16="http://schemas.microsoft.com/office/drawing/2014/main" id="{64CE3552-7863-AB3A-EBB1-368109D3DB45}"/>
                </a:ext>
              </a:extLst>
            </p:cNvPr>
            <p:cNvSpPr/>
            <p:nvPr/>
          </p:nvSpPr>
          <p:spPr>
            <a:xfrm>
              <a:off x="450405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3315;p96">
              <a:extLst>
                <a:ext uri="{FF2B5EF4-FFF2-40B4-BE49-F238E27FC236}">
                  <a16:creationId xmlns:a16="http://schemas.microsoft.com/office/drawing/2014/main" id="{EF17C860-2794-E8A5-FD02-B57E6928E732}"/>
                </a:ext>
              </a:extLst>
            </p:cNvPr>
            <p:cNvSpPr/>
            <p:nvPr/>
          </p:nvSpPr>
          <p:spPr>
            <a:xfrm>
              <a:off x="5113350" y="14952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3316;p96">
              <a:extLst>
                <a:ext uri="{FF2B5EF4-FFF2-40B4-BE49-F238E27FC236}">
                  <a16:creationId xmlns:a16="http://schemas.microsoft.com/office/drawing/2014/main" id="{B0BB4973-ED27-7CC9-4C0E-E355DF3F1B49}"/>
                </a:ext>
              </a:extLst>
            </p:cNvPr>
            <p:cNvSpPr/>
            <p:nvPr/>
          </p:nvSpPr>
          <p:spPr>
            <a:xfrm>
              <a:off x="5113350" y="1571400"/>
              <a:ext cx="62400" cy="53250"/>
            </a:xfrm>
            <a:custGeom>
              <a:avLst/>
              <a:gdLst/>
              <a:ahLst/>
              <a:cxnLst/>
              <a:rect l="l" t="t" r="r" b="b"/>
              <a:pathLst>
                <a:path w="2496" h="2130" extrusionOk="0">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3317;p96">
              <a:extLst>
                <a:ext uri="{FF2B5EF4-FFF2-40B4-BE49-F238E27FC236}">
                  <a16:creationId xmlns:a16="http://schemas.microsoft.com/office/drawing/2014/main" id="{A9A056A9-98CF-0D0D-B7EE-261107395407}"/>
                </a:ext>
              </a:extLst>
            </p:cNvPr>
            <p:cNvSpPr/>
            <p:nvPr/>
          </p:nvSpPr>
          <p:spPr>
            <a:xfrm>
              <a:off x="5113350" y="164740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3318;p96">
              <a:extLst>
                <a:ext uri="{FF2B5EF4-FFF2-40B4-BE49-F238E27FC236}">
                  <a16:creationId xmlns:a16="http://schemas.microsoft.com/office/drawing/2014/main" id="{7542C584-A8CB-C1CC-F051-2A8AEE5643F3}"/>
                </a:ext>
              </a:extLst>
            </p:cNvPr>
            <p:cNvSpPr/>
            <p:nvPr/>
          </p:nvSpPr>
          <p:spPr>
            <a:xfrm>
              <a:off x="5113350" y="172362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3319;p96">
              <a:extLst>
                <a:ext uri="{FF2B5EF4-FFF2-40B4-BE49-F238E27FC236}">
                  <a16:creationId xmlns:a16="http://schemas.microsoft.com/office/drawing/2014/main" id="{436BC9A9-8AD6-E3F9-A160-49D617B589EE}"/>
                </a:ext>
              </a:extLst>
            </p:cNvPr>
            <p:cNvSpPr/>
            <p:nvPr/>
          </p:nvSpPr>
          <p:spPr>
            <a:xfrm>
              <a:off x="5113350" y="179985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3320;p96">
              <a:extLst>
                <a:ext uri="{FF2B5EF4-FFF2-40B4-BE49-F238E27FC236}">
                  <a16:creationId xmlns:a16="http://schemas.microsoft.com/office/drawing/2014/main" id="{71B0358D-70C7-69EA-5642-49A1503A9024}"/>
                </a:ext>
              </a:extLst>
            </p:cNvPr>
            <p:cNvSpPr/>
            <p:nvPr/>
          </p:nvSpPr>
          <p:spPr>
            <a:xfrm>
              <a:off x="5113350" y="1876050"/>
              <a:ext cx="62400" cy="53350"/>
            </a:xfrm>
            <a:custGeom>
              <a:avLst/>
              <a:gdLst/>
              <a:ahLst/>
              <a:cxnLst/>
              <a:rect l="l" t="t" r="r" b="b"/>
              <a:pathLst>
                <a:path w="2496" h="2134" extrusionOk="0">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3321;p96">
              <a:extLst>
                <a:ext uri="{FF2B5EF4-FFF2-40B4-BE49-F238E27FC236}">
                  <a16:creationId xmlns:a16="http://schemas.microsoft.com/office/drawing/2014/main" id="{EB819A80-79D7-2F09-DC0F-D09D0B4168A0}"/>
                </a:ext>
              </a:extLst>
            </p:cNvPr>
            <p:cNvSpPr/>
            <p:nvPr/>
          </p:nvSpPr>
          <p:spPr>
            <a:xfrm>
              <a:off x="5113350" y="1952050"/>
              <a:ext cx="62400" cy="53450"/>
            </a:xfrm>
            <a:custGeom>
              <a:avLst/>
              <a:gdLst/>
              <a:ahLst/>
              <a:cxnLst/>
              <a:rect l="l" t="t" r="r" b="b"/>
              <a:pathLst>
                <a:path w="2496" h="2138" extrusionOk="0">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3322;p96">
              <a:extLst>
                <a:ext uri="{FF2B5EF4-FFF2-40B4-BE49-F238E27FC236}">
                  <a16:creationId xmlns:a16="http://schemas.microsoft.com/office/drawing/2014/main" id="{70BC33FF-F6C7-3C1A-A080-62092A967A83}"/>
                </a:ext>
              </a:extLst>
            </p:cNvPr>
            <p:cNvSpPr/>
            <p:nvPr/>
          </p:nvSpPr>
          <p:spPr>
            <a:xfrm>
              <a:off x="5113350" y="2028275"/>
              <a:ext cx="62400" cy="53450"/>
            </a:xfrm>
            <a:custGeom>
              <a:avLst/>
              <a:gdLst/>
              <a:ahLst/>
              <a:cxnLst/>
              <a:rect l="l" t="t" r="r" b="b"/>
              <a:pathLst>
                <a:path w="2496" h="2138" extrusionOk="0">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3323;p96">
              <a:extLst>
                <a:ext uri="{FF2B5EF4-FFF2-40B4-BE49-F238E27FC236}">
                  <a16:creationId xmlns:a16="http://schemas.microsoft.com/office/drawing/2014/main" id="{B5F2930D-FFF1-DDDE-A59C-554D4A308DF1}"/>
                </a:ext>
              </a:extLst>
            </p:cNvPr>
            <p:cNvSpPr/>
            <p:nvPr/>
          </p:nvSpPr>
          <p:spPr>
            <a:xfrm>
              <a:off x="5113350" y="21045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3324;p96">
              <a:extLst>
                <a:ext uri="{FF2B5EF4-FFF2-40B4-BE49-F238E27FC236}">
                  <a16:creationId xmlns:a16="http://schemas.microsoft.com/office/drawing/2014/main" id="{281F9C69-F928-2FEB-671F-069C49BB54E8}"/>
                </a:ext>
              </a:extLst>
            </p:cNvPr>
            <p:cNvSpPr/>
            <p:nvPr/>
          </p:nvSpPr>
          <p:spPr>
            <a:xfrm>
              <a:off x="5113350" y="2180700"/>
              <a:ext cx="62400" cy="53350"/>
            </a:xfrm>
            <a:custGeom>
              <a:avLst/>
              <a:gdLst/>
              <a:ahLst/>
              <a:cxnLst/>
              <a:rect l="l" t="t" r="r" b="b"/>
              <a:pathLst>
                <a:path w="2496" h="2134" extrusionOk="0">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3325;p96">
              <a:extLst>
                <a:ext uri="{FF2B5EF4-FFF2-40B4-BE49-F238E27FC236}">
                  <a16:creationId xmlns:a16="http://schemas.microsoft.com/office/drawing/2014/main" id="{FBF0DF51-AD48-2DE8-301D-4A00B0ADF3EA}"/>
                </a:ext>
              </a:extLst>
            </p:cNvPr>
            <p:cNvSpPr/>
            <p:nvPr/>
          </p:nvSpPr>
          <p:spPr>
            <a:xfrm>
              <a:off x="5113350" y="2256925"/>
              <a:ext cx="62550" cy="53425"/>
            </a:xfrm>
            <a:custGeom>
              <a:avLst/>
              <a:gdLst/>
              <a:ahLst/>
              <a:cxnLst/>
              <a:rect l="l" t="t" r="r" b="b"/>
              <a:pathLst>
                <a:path w="2502" h="2137" extrusionOk="0">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3326;p96">
              <a:extLst>
                <a:ext uri="{FF2B5EF4-FFF2-40B4-BE49-F238E27FC236}">
                  <a16:creationId xmlns:a16="http://schemas.microsoft.com/office/drawing/2014/main" id="{B69F24E6-C6EC-292D-F271-9F7FB370E5E7}"/>
                </a:ext>
              </a:extLst>
            </p:cNvPr>
            <p:cNvSpPr/>
            <p:nvPr/>
          </p:nvSpPr>
          <p:spPr>
            <a:xfrm>
              <a:off x="5113350" y="2333125"/>
              <a:ext cx="62400" cy="53450"/>
            </a:xfrm>
            <a:custGeom>
              <a:avLst/>
              <a:gdLst/>
              <a:ahLst/>
              <a:cxnLst/>
              <a:rect l="l" t="t" r="r" b="b"/>
              <a:pathLst>
                <a:path w="2496" h="2138" extrusionOk="0">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3327;p96">
              <a:extLst>
                <a:ext uri="{FF2B5EF4-FFF2-40B4-BE49-F238E27FC236}">
                  <a16:creationId xmlns:a16="http://schemas.microsoft.com/office/drawing/2014/main" id="{49308A5B-1283-17F2-BFA0-E77752EAEB61}"/>
                </a:ext>
              </a:extLst>
            </p:cNvPr>
            <p:cNvSpPr/>
            <p:nvPr/>
          </p:nvSpPr>
          <p:spPr>
            <a:xfrm>
              <a:off x="5113350" y="2409350"/>
              <a:ext cx="62400" cy="53350"/>
            </a:xfrm>
            <a:custGeom>
              <a:avLst/>
              <a:gdLst/>
              <a:ahLst/>
              <a:cxnLst/>
              <a:rect l="l" t="t" r="r" b="b"/>
              <a:pathLst>
                <a:path w="2496" h="2134"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3328;p96">
              <a:extLst>
                <a:ext uri="{FF2B5EF4-FFF2-40B4-BE49-F238E27FC236}">
                  <a16:creationId xmlns:a16="http://schemas.microsoft.com/office/drawing/2014/main" id="{5E2652DF-2718-A6C7-0013-23905FC218DF}"/>
                </a:ext>
              </a:extLst>
            </p:cNvPr>
            <p:cNvSpPr/>
            <p:nvPr/>
          </p:nvSpPr>
          <p:spPr>
            <a:xfrm>
              <a:off x="5113350" y="2485550"/>
              <a:ext cx="62400" cy="53300"/>
            </a:xfrm>
            <a:custGeom>
              <a:avLst/>
              <a:gdLst/>
              <a:ahLst/>
              <a:cxnLst/>
              <a:rect l="l" t="t" r="r" b="b"/>
              <a:pathLst>
                <a:path w="2496" h="2132" extrusionOk="0">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3329;p96">
              <a:extLst>
                <a:ext uri="{FF2B5EF4-FFF2-40B4-BE49-F238E27FC236}">
                  <a16:creationId xmlns:a16="http://schemas.microsoft.com/office/drawing/2014/main" id="{91550359-C89A-9858-6959-BCC8F3B7A4D8}"/>
                </a:ext>
              </a:extLst>
            </p:cNvPr>
            <p:cNvSpPr/>
            <p:nvPr/>
          </p:nvSpPr>
          <p:spPr>
            <a:xfrm>
              <a:off x="473247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3330;p96">
              <a:extLst>
                <a:ext uri="{FF2B5EF4-FFF2-40B4-BE49-F238E27FC236}">
                  <a16:creationId xmlns:a16="http://schemas.microsoft.com/office/drawing/2014/main" id="{C3BCC618-9291-8B82-6D89-B709301A0F55}"/>
                </a:ext>
              </a:extLst>
            </p:cNvPr>
            <p:cNvSpPr/>
            <p:nvPr/>
          </p:nvSpPr>
          <p:spPr>
            <a:xfrm>
              <a:off x="473247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3331;p96">
              <a:extLst>
                <a:ext uri="{FF2B5EF4-FFF2-40B4-BE49-F238E27FC236}">
                  <a16:creationId xmlns:a16="http://schemas.microsoft.com/office/drawing/2014/main" id="{FB8014C2-285D-F23A-0F6F-EBAB965C2255}"/>
                </a:ext>
              </a:extLst>
            </p:cNvPr>
            <p:cNvSpPr/>
            <p:nvPr/>
          </p:nvSpPr>
          <p:spPr>
            <a:xfrm>
              <a:off x="4732475" y="164740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3332;p96">
              <a:extLst>
                <a:ext uri="{FF2B5EF4-FFF2-40B4-BE49-F238E27FC236}">
                  <a16:creationId xmlns:a16="http://schemas.microsoft.com/office/drawing/2014/main" id="{1E9343D6-CBBD-D21F-5677-B27BFEF8C2F7}"/>
                </a:ext>
              </a:extLst>
            </p:cNvPr>
            <p:cNvSpPr/>
            <p:nvPr/>
          </p:nvSpPr>
          <p:spPr>
            <a:xfrm>
              <a:off x="473247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3333;p96">
              <a:extLst>
                <a:ext uri="{FF2B5EF4-FFF2-40B4-BE49-F238E27FC236}">
                  <a16:creationId xmlns:a16="http://schemas.microsoft.com/office/drawing/2014/main" id="{1A72A7E6-C760-39DB-09CC-47BE86877908}"/>
                </a:ext>
              </a:extLst>
            </p:cNvPr>
            <p:cNvSpPr/>
            <p:nvPr/>
          </p:nvSpPr>
          <p:spPr>
            <a:xfrm>
              <a:off x="473247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3334;p96">
              <a:extLst>
                <a:ext uri="{FF2B5EF4-FFF2-40B4-BE49-F238E27FC236}">
                  <a16:creationId xmlns:a16="http://schemas.microsoft.com/office/drawing/2014/main" id="{BE5EF7B5-0A02-AE6A-8137-4D8262C627C6}"/>
                </a:ext>
              </a:extLst>
            </p:cNvPr>
            <p:cNvSpPr/>
            <p:nvPr/>
          </p:nvSpPr>
          <p:spPr>
            <a:xfrm>
              <a:off x="4732475" y="1876050"/>
              <a:ext cx="62425" cy="53350"/>
            </a:xfrm>
            <a:custGeom>
              <a:avLst/>
              <a:gdLst/>
              <a:ahLst/>
              <a:cxnLst/>
              <a:rect l="l" t="t" r="r" b="b"/>
              <a:pathLst>
                <a:path w="2497" h="2134" extrusionOk="0">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3335;p96">
              <a:extLst>
                <a:ext uri="{FF2B5EF4-FFF2-40B4-BE49-F238E27FC236}">
                  <a16:creationId xmlns:a16="http://schemas.microsoft.com/office/drawing/2014/main" id="{BD25F4B7-6DBA-615E-3804-4B6BEA6A923D}"/>
                </a:ext>
              </a:extLst>
            </p:cNvPr>
            <p:cNvSpPr/>
            <p:nvPr/>
          </p:nvSpPr>
          <p:spPr>
            <a:xfrm>
              <a:off x="4732475" y="1952050"/>
              <a:ext cx="62425" cy="53450"/>
            </a:xfrm>
            <a:custGeom>
              <a:avLst/>
              <a:gdLst/>
              <a:ahLst/>
              <a:cxnLst/>
              <a:rect l="l" t="t" r="r" b="b"/>
              <a:pathLst>
                <a:path w="2497" h="2138" extrusionOk="0">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3336;p96">
              <a:extLst>
                <a:ext uri="{FF2B5EF4-FFF2-40B4-BE49-F238E27FC236}">
                  <a16:creationId xmlns:a16="http://schemas.microsoft.com/office/drawing/2014/main" id="{EB3C581A-4278-43F0-97BE-4E3423C6A092}"/>
                </a:ext>
              </a:extLst>
            </p:cNvPr>
            <p:cNvSpPr/>
            <p:nvPr/>
          </p:nvSpPr>
          <p:spPr>
            <a:xfrm>
              <a:off x="4732475" y="2028275"/>
              <a:ext cx="62425" cy="53450"/>
            </a:xfrm>
            <a:custGeom>
              <a:avLst/>
              <a:gdLst/>
              <a:ahLst/>
              <a:cxnLst/>
              <a:rect l="l" t="t" r="r" b="b"/>
              <a:pathLst>
                <a:path w="2497" h="2138" extrusionOk="0">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3337;p96">
              <a:extLst>
                <a:ext uri="{FF2B5EF4-FFF2-40B4-BE49-F238E27FC236}">
                  <a16:creationId xmlns:a16="http://schemas.microsoft.com/office/drawing/2014/main" id="{2FF82F3D-172C-0070-CD51-FF71EF1FE198}"/>
                </a:ext>
              </a:extLst>
            </p:cNvPr>
            <p:cNvSpPr/>
            <p:nvPr/>
          </p:nvSpPr>
          <p:spPr>
            <a:xfrm>
              <a:off x="4732475" y="21045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3338;p96">
              <a:extLst>
                <a:ext uri="{FF2B5EF4-FFF2-40B4-BE49-F238E27FC236}">
                  <a16:creationId xmlns:a16="http://schemas.microsoft.com/office/drawing/2014/main" id="{FE84D4F9-D729-7605-5C79-BF3505B56312}"/>
                </a:ext>
              </a:extLst>
            </p:cNvPr>
            <p:cNvSpPr/>
            <p:nvPr/>
          </p:nvSpPr>
          <p:spPr>
            <a:xfrm>
              <a:off x="4732475" y="2180700"/>
              <a:ext cx="62425" cy="53350"/>
            </a:xfrm>
            <a:custGeom>
              <a:avLst/>
              <a:gdLst/>
              <a:ahLst/>
              <a:cxnLst/>
              <a:rect l="l" t="t" r="r" b="b"/>
              <a:pathLst>
                <a:path w="2497" h="2134" extrusionOk="0">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3339;p96">
              <a:extLst>
                <a:ext uri="{FF2B5EF4-FFF2-40B4-BE49-F238E27FC236}">
                  <a16:creationId xmlns:a16="http://schemas.microsoft.com/office/drawing/2014/main" id="{5EDC9EBF-B39D-208B-5B8C-E328268F702E}"/>
                </a:ext>
              </a:extLst>
            </p:cNvPr>
            <p:cNvSpPr/>
            <p:nvPr/>
          </p:nvSpPr>
          <p:spPr>
            <a:xfrm>
              <a:off x="4732475" y="2256925"/>
              <a:ext cx="62575" cy="53425"/>
            </a:xfrm>
            <a:custGeom>
              <a:avLst/>
              <a:gdLst/>
              <a:ahLst/>
              <a:cxnLst/>
              <a:rect l="l" t="t" r="r" b="b"/>
              <a:pathLst>
                <a:path w="2503" h="2137" extrusionOk="0">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3340;p96">
              <a:extLst>
                <a:ext uri="{FF2B5EF4-FFF2-40B4-BE49-F238E27FC236}">
                  <a16:creationId xmlns:a16="http://schemas.microsoft.com/office/drawing/2014/main" id="{A6448B9F-2A96-F932-DCCE-EDB6216E859B}"/>
                </a:ext>
              </a:extLst>
            </p:cNvPr>
            <p:cNvSpPr/>
            <p:nvPr/>
          </p:nvSpPr>
          <p:spPr>
            <a:xfrm>
              <a:off x="4732475" y="2333125"/>
              <a:ext cx="62425" cy="53450"/>
            </a:xfrm>
            <a:custGeom>
              <a:avLst/>
              <a:gdLst/>
              <a:ahLst/>
              <a:cxnLst/>
              <a:rect l="l" t="t" r="r" b="b"/>
              <a:pathLst>
                <a:path w="2497" h="2138" extrusionOk="0">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3341;p96">
              <a:extLst>
                <a:ext uri="{FF2B5EF4-FFF2-40B4-BE49-F238E27FC236}">
                  <a16:creationId xmlns:a16="http://schemas.microsoft.com/office/drawing/2014/main" id="{D4B1E187-06C5-B9F9-248A-B51D98210DFB}"/>
                </a:ext>
              </a:extLst>
            </p:cNvPr>
            <p:cNvSpPr/>
            <p:nvPr/>
          </p:nvSpPr>
          <p:spPr>
            <a:xfrm>
              <a:off x="4351600" y="2256925"/>
              <a:ext cx="62575" cy="53425"/>
            </a:xfrm>
            <a:custGeom>
              <a:avLst/>
              <a:gdLst/>
              <a:ahLst/>
              <a:cxnLst/>
              <a:rect l="l" t="t" r="r" b="b"/>
              <a:pathLst>
                <a:path w="2503" h="2137" extrusionOk="0">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3342;p96">
              <a:extLst>
                <a:ext uri="{FF2B5EF4-FFF2-40B4-BE49-F238E27FC236}">
                  <a16:creationId xmlns:a16="http://schemas.microsoft.com/office/drawing/2014/main" id="{155892AE-14CA-8983-87D0-70AB735FE4A1}"/>
                </a:ext>
              </a:extLst>
            </p:cNvPr>
            <p:cNvSpPr/>
            <p:nvPr/>
          </p:nvSpPr>
          <p:spPr>
            <a:xfrm>
              <a:off x="4351600" y="2485550"/>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3343;p96">
              <a:extLst>
                <a:ext uri="{FF2B5EF4-FFF2-40B4-BE49-F238E27FC236}">
                  <a16:creationId xmlns:a16="http://schemas.microsoft.com/office/drawing/2014/main" id="{AF27F5AB-23DB-0974-6720-AA79A74DC692}"/>
                </a:ext>
              </a:extLst>
            </p:cNvPr>
            <p:cNvSpPr/>
            <p:nvPr/>
          </p:nvSpPr>
          <p:spPr>
            <a:xfrm>
              <a:off x="4351600" y="240935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3344;p96">
              <a:extLst>
                <a:ext uri="{FF2B5EF4-FFF2-40B4-BE49-F238E27FC236}">
                  <a16:creationId xmlns:a16="http://schemas.microsoft.com/office/drawing/2014/main" id="{1DE356EE-669F-F55F-0733-117914DC1ED0}"/>
                </a:ext>
              </a:extLst>
            </p:cNvPr>
            <p:cNvSpPr/>
            <p:nvPr/>
          </p:nvSpPr>
          <p:spPr>
            <a:xfrm>
              <a:off x="4351600" y="23331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3345;p96">
              <a:extLst>
                <a:ext uri="{FF2B5EF4-FFF2-40B4-BE49-F238E27FC236}">
                  <a16:creationId xmlns:a16="http://schemas.microsoft.com/office/drawing/2014/main" id="{EC8CEE86-E367-C426-635A-0001C203864C}"/>
                </a:ext>
              </a:extLst>
            </p:cNvPr>
            <p:cNvSpPr/>
            <p:nvPr/>
          </p:nvSpPr>
          <p:spPr>
            <a:xfrm>
              <a:off x="4427825" y="2256925"/>
              <a:ext cx="62575" cy="53425"/>
            </a:xfrm>
            <a:custGeom>
              <a:avLst/>
              <a:gdLst/>
              <a:ahLst/>
              <a:cxnLst/>
              <a:rect l="l" t="t" r="r" b="b"/>
              <a:pathLst>
                <a:path w="2503" h="2137" extrusionOk="0">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3346;p96">
              <a:extLst>
                <a:ext uri="{FF2B5EF4-FFF2-40B4-BE49-F238E27FC236}">
                  <a16:creationId xmlns:a16="http://schemas.microsoft.com/office/drawing/2014/main" id="{77097F0B-9039-A5E4-649E-DEABB4BF8995}"/>
                </a:ext>
              </a:extLst>
            </p:cNvPr>
            <p:cNvSpPr/>
            <p:nvPr/>
          </p:nvSpPr>
          <p:spPr>
            <a:xfrm>
              <a:off x="4427825" y="2333125"/>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3347;p96">
              <a:extLst>
                <a:ext uri="{FF2B5EF4-FFF2-40B4-BE49-F238E27FC236}">
                  <a16:creationId xmlns:a16="http://schemas.microsoft.com/office/drawing/2014/main" id="{198B2E7F-9D86-9CFE-63A9-4383B9149522}"/>
                </a:ext>
              </a:extLst>
            </p:cNvPr>
            <p:cNvSpPr/>
            <p:nvPr/>
          </p:nvSpPr>
          <p:spPr>
            <a:xfrm>
              <a:off x="45040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3348;p96">
              <a:extLst>
                <a:ext uri="{FF2B5EF4-FFF2-40B4-BE49-F238E27FC236}">
                  <a16:creationId xmlns:a16="http://schemas.microsoft.com/office/drawing/2014/main" id="{4DAB82FA-60EC-A36E-F6B3-3584E2B2F3EC}"/>
                </a:ext>
              </a:extLst>
            </p:cNvPr>
            <p:cNvSpPr/>
            <p:nvPr/>
          </p:nvSpPr>
          <p:spPr>
            <a:xfrm>
              <a:off x="450405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3349;p96">
              <a:extLst>
                <a:ext uri="{FF2B5EF4-FFF2-40B4-BE49-F238E27FC236}">
                  <a16:creationId xmlns:a16="http://schemas.microsoft.com/office/drawing/2014/main" id="{3E6D0530-5A89-1F99-AE37-4C8DE2484760}"/>
                </a:ext>
              </a:extLst>
            </p:cNvPr>
            <p:cNvSpPr/>
            <p:nvPr/>
          </p:nvSpPr>
          <p:spPr>
            <a:xfrm>
              <a:off x="450405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3350;p96">
              <a:extLst>
                <a:ext uri="{FF2B5EF4-FFF2-40B4-BE49-F238E27FC236}">
                  <a16:creationId xmlns:a16="http://schemas.microsoft.com/office/drawing/2014/main" id="{28DE16FD-D29A-AC43-F91C-B0AF5FBFA434}"/>
                </a:ext>
              </a:extLst>
            </p:cNvPr>
            <p:cNvSpPr/>
            <p:nvPr/>
          </p:nvSpPr>
          <p:spPr>
            <a:xfrm>
              <a:off x="450405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3351;p96">
              <a:extLst>
                <a:ext uri="{FF2B5EF4-FFF2-40B4-BE49-F238E27FC236}">
                  <a16:creationId xmlns:a16="http://schemas.microsoft.com/office/drawing/2014/main" id="{6F070B11-9F6C-F563-F242-7356B3ECE56F}"/>
                </a:ext>
              </a:extLst>
            </p:cNvPr>
            <p:cNvSpPr/>
            <p:nvPr/>
          </p:nvSpPr>
          <p:spPr>
            <a:xfrm>
              <a:off x="4504050" y="1876050"/>
              <a:ext cx="62200" cy="53350"/>
            </a:xfrm>
            <a:custGeom>
              <a:avLst/>
              <a:gdLst/>
              <a:ahLst/>
              <a:cxnLst/>
              <a:rect l="l" t="t" r="r" b="b"/>
              <a:pathLst>
                <a:path w="2488" h="2134" extrusionOk="0">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3352;p96">
              <a:extLst>
                <a:ext uri="{FF2B5EF4-FFF2-40B4-BE49-F238E27FC236}">
                  <a16:creationId xmlns:a16="http://schemas.microsoft.com/office/drawing/2014/main" id="{830828B2-EF2B-D0F9-EEA3-1FB373CCFEEE}"/>
                </a:ext>
              </a:extLst>
            </p:cNvPr>
            <p:cNvSpPr/>
            <p:nvPr/>
          </p:nvSpPr>
          <p:spPr>
            <a:xfrm>
              <a:off x="45040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3353;p96">
              <a:extLst>
                <a:ext uri="{FF2B5EF4-FFF2-40B4-BE49-F238E27FC236}">
                  <a16:creationId xmlns:a16="http://schemas.microsoft.com/office/drawing/2014/main" id="{1EC238BF-2635-8F16-8025-5E0F3805BC81}"/>
                </a:ext>
              </a:extLst>
            </p:cNvPr>
            <p:cNvSpPr/>
            <p:nvPr/>
          </p:nvSpPr>
          <p:spPr>
            <a:xfrm>
              <a:off x="450405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3354;p96">
              <a:extLst>
                <a:ext uri="{FF2B5EF4-FFF2-40B4-BE49-F238E27FC236}">
                  <a16:creationId xmlns:a16="http://schemas.microsoft.com/office/drawing/2014/main" id="{8889D359-CD57-0977-232B-A634B0893E71}"/>
                </a:ext>
              </a:extLst>
            </p:cNvPr>
            <p:cNvSpPr/>
            <p:nvPr/>
          </p:nvSpPr>
          <p:spPr>
            <a:xfrm>
              <a:off x="450405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3355;p96">
              <a:extLst>
                <a:ext uri="{FF2B5EF4-FFF2-40B4-BE49-F238E27FC236}">
                  <a16:creationId xmlns:a16="http://schemas.microsoft.com/office/drawing/2014/main" id="{DC5E2789-B928-41A2-1378-0898D4A6677F}"/>
                </a:ext>
              </a:extLst>
            </p:cNvPr>
            <p:cNvSpPr/>
            <p:nvPr/>
          </p:nvSpPr>
          <p:spPr>
            <a:xfrm>
              <a:off x="450405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3356;p96">
              <a:extLst>
                <a:ext uri="{FF2B5EF4-FFF2-40B4-BE49-F238E27FC236}">
                  <a16:creationId xmlns:a16="http://schemas.microsoft.com/office/drawing/2014/main" id="{5BDD8970-CB4F-773F-C3EB-2DDE24037BA5}"/>
                </a:ext>
              </a:extLst>
            </p:cNvPr>
            <p:cNvSpPr/>
            <p:nvPr/>
          </p:nvSpPr>
          <p:spPr>
            <a:xfrm>
              <a:off x="450405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3357;p96">
              <a:extLst>
                <a:ext uri="{FF2B5EF4-FFF2-40B4-BE49-F238E27FC236}">
                  <a16:creationId xmlns:a16="http://schemas.microsoft.com/office/drawing/2014/main" id="{15A09AE5-A415-A4E4-08F0-696A0F7DE0FD}"/>
                </a:ext>
              </a:extLst>
            </p:cNvPr>
            <p:cNvSpPr/>
            <p:nvPr/>
          </p:nvSpPr>
          <p:spPr>
            <a:xfrm>
              <a:off x="450405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3358;p96">
              <a:extLst>
                <a:ext uri="{FF2B5EF4-FFF2-40B4-BE49-F238E27FC236}">
                  <a16:creationId xmlns:a16="http://schemas.microsoft.com/office/drawing/2014/main" id="{30A0520C-7FFB-8C0E-7E2A-66A7E5C1FBAC}"/>
                </a:ext>
              </a:extLst>
            </p:cNvPr>
            <p:cNvSpPr/>
            <p:nvPr/>
          </p:nvSpPr>
          <p:spPr>
            <a:xfrm>
              <a:off x="4504050"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3359;p96">
              <a:extLst>
                <a:ext uri="{FF2B5EF4-FFF2-40B4-BE49-F238E27FC236}">
                  <a16:creationId xmlns:a16="http://schemas.microsoft.com/office/drawing/2014/main" id="{290E9175-FCB4-9376-061D-6B1A6E45F615}"/>
                </a:ext>
              </a:extLst>
            </p:cNvPr>
            <p:cNvSpPr/>
            <p:nvPr/>
          </p:nvSpPr>
          <p:spPr>
            <a:xfrm>
              <a:off x="458025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3360;p96">
              <a:extLst>
                <a:ext uri="{FF2B5EF4-FFF2-40B4-BE49-F238E27FC236}">
                  <a16:creationId xmlns:a16="http://schemas.microsoft.com/office/drawing/2014/main" id="{D7BCC2F5-077F-3619-CDD0-C718D1A68C28}"/>
                </a:ext>
              </a:extLst>
            </p:cNvPr>
            <p:cNvSpPr/>
            <p:nvPr/>
          </p:nvSpPr>
          <p:spPr>
            <a:xfrm>
              <a:off x="458025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3361;p96">
              <a:extLst>
                <a:ext uri="{FF2B5EF4-FFF2-40B4-BE49-F238E27FC236}">
                  <a16:creationId xmlns:a16="http://schemas.microsoft.com/office/drawing/2014/main" id="{914EDB36-BF46-300E-23DE-9369041DFF0E}"/>
                </a:ext>
              </a:extLst>
            </p:cNvPr>
            <p:cNvSpPr/>
            <p:nvPr/>
          </p:nvSpPr>
          <p:spPr>
            <a:xfrm>
              <a:off x="458025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3362;p96">
              <a:extLst>
                <a:ext uri="{FF2B5EF4-FFF2-40B4-BE49-F238E27FC236}">
                  <a16:creationId xmlns:a16="http://schemas.microsoft.com/office/drawing/2014/main" id="{B3108EA7-ACA1-CD7F-A0AF-D440062E234A}"/>
                </a:ext>
              </a:extLst>
            </p:cNvPr>
            <p:cNvSpPr/>
            <p:nvPr/>
          </p:nvSpPr>
          <p:spPr>
            <a:xfrm>
              <a:off x="458025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3363;p96">
              <a:extLst>
                <a:ext uri="{FF2B5EF4-FFF2-40B4-BE49-F238E27FC236}">
                  <a16:creationId xmlns:a16="http://schemas.microsoft.com/office/drawing/2014/main" id="{7E6D1786-5401-0C51-A9E5-4B42CBF93991}"/>
                </a:ext>
              </a:extLst>
            </p:cNvPr>
            <p:cNvSpPr/>
            <p:nvPr/>
          </p:nvSpPr>
          <p:spPr>
            <a:xfrm>
              <a:off x="4580250"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3364;p96">
              <a:extLst>
                <a:ext uri="{FF2B5EF4-FFF2-40B4-BE49-F238E27FC236}">
                  <a16:creationId xmlns:a16="http://schemas.microsoft.com/office/drawing/2014/main" id="{3148E699-D660-CB6B-680F-4F98A99CB3A1}"/>
                </a:ext>
              </a:extLst>
            </p:cNvPr>
            <p:cNvSpPr/>
            <p:nvPr/>
          </p:nvSpPr>
          <p:spPr>
            <a:xfrm>
              <a:off x="458025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3365;p96">
              <a:extLst>
                <a:ext uri="{FF2B5EF4-FFF2-40B4-BE49-F238E27FC236}">
                  <a16:creationId xmlns:a16="http://schemas.microsoft.com/office/drawing/2014/main" id="{18A03A18-F39A-15D5-9E93-C31B435E5782}"/>
                </a:ext>
              </a:extLst>
            </p:cNvPr>
            <p:cNvSpPr/>
            <p:nvPr/>
          </p:nvSpPr>
          <p:spPr>
            <a:xfrm>
              <a:off x="458025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3366;p96">
              <a:extLst>
                <a:ext uri="{FF2B5EF4-FFF2-40B4-BE49-F238E27FC236}">
                  <a16:creationId xmlns:a16="http://schemas.microsoft.com/office/drawing/2014/main" id="{420F1935-B594-C9EB-85FD-2EB8AA1307B1}"/>
                </a:ext>
              </a:extLst>
            </p:cNvPr>
            <p:cNvSpPr/>
            <p:nvPr/>
          </p:nvSpPr>
          <p:spPr>
            <a:xfrm>
              <a:off x="458025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3367;p96">
              <a:extLst>
                <a:ext uri="{FF2B5EF4-FFF2-40B4-BE49-F238E27FC236}">
                  <a16:creationId xmlns:a16="http://schemas.microsoft.com/office/drawing/2014/main" id="{E6015828-468E-309E-A517-C15A093D2E79}"/>
                </a:ext>
              </a:extLst>
            </p:cNvPr>
            <p:cNvSpPr/>
            <p:nvPr/>
          </p:nvSpPr>
          <p:spPr>
            <a:xfrm>
              <a:off x="458025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3368;p96">
              <a:extLst>
                <a:ext uri="{FF2B5EF4-FFF2-40B4-BE49-F238E27FC236}">
                  <a16:creationId xmlns:a16="http://schemas.microsoft.com/office/drawing/2014/main" id="{912D4609-E773-12DE-9794-0B4BBFC7EA5B}"/>
                </a:ext>
              </a:extLst>
            </p:cNvPr>
            <p:cNvSpPr/>
            <p:nvPr/>
          </p:nvSpPr>
          <p:spPr>
            <a:xfrm>
              <a:off x="4580250" y="2256925"/>
              <a:ext cx="62350" cy="53425"/>
            </a:xfrm>
            <a:custGeom>
              <a:avLst/>
              <a:gdLst/>
              <a:ahLst/>
              <a:cxnLst/>
              <a:rect l="l" t="t" r="r" b="b"/>
              <a:pathLst>
                <a:path w="2494" h="2137" extrusionOk="0">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3369;p96">
              <a:extLst>
                <a:ext uri="{FF2B5EF4-FFF2-40B4-BE49-F238E27FC236}">
                  <a16:creationId xmlns:a16="http://schemas.microsoft.com/office/drawing/2014/main" id="{8B1F503D-D056-9ABA-FE59-A526E56C23EA}"/>
                </a:ext>
              </a:extLst>
            </p:cNvPr>
            <p:cNvSpPr/>
            <p:nvPr/>
          </p:nvSpPr>
          <p:spPr>
            <a:xfrm>
              <a:off x="458025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3370;p96">
              <a:extLst>
                <a:ext uri="{FF2B5EF4-FFF2-40B4-BE49-F238E27FC236}">
                  <a16:creationId xmlns:a16="http://schemas.microsoft.com/office/drawing/2014/main" id="{3F3B79F1-E655-CD3B-479F-117900D2350F}"/>
                </a:ext>
              </a:extLst>
            </p:cNvPr>
            <p:cNvSpPr/>
            <p:nvPr/>
          </p:nvSpPr>
          <p:spPr>
            <a:xfrm>
              <a:off x="458025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3371;p96">
              <a:extLst>
                <a:ext uri="{FF2B5EF4-FFF2-40B4-BE49-F238E27FC236}">
                  <a16:creationId xmlns:a16="http://schemas.microsoft.com/office/drawing/2014/main" id="{14D580B1-CBBE-1F5E-DE82-81D1D965875A}"/>
                </a:ext>
              </a:extLst>
            </p:cNvPr>
            <p:cNvSpPr/>
            <p:nvPr/>
          </p:nvSpPr>
          <p:spPr>
            <a:xfrm>
              <a:off x="465647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3372;p96">
              <a:extLst>
                <a:ext uri="{FF2B5EF4-FFF2-40B4-BE49-F238E27FC236}">
                  <a16:creationId xmlns:a16="http://schemas.microsoft.com/office/drawing/2014/main" id="{DCADD2CC-57DB-8042-823B-ACE4624AEA4F}"/>
                </a:ext>
              </a:extLst>
            </p:cNvPr>
            <p:cNvSpPr/>
            <p:nvPr/>
          </p:nvSpPr>
          <p:spPr>
            <a:xfrm>
              <a:off x="465647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3373;p96">
              <a:extLst>
                <a:ext uri="{FF2B5EF4-FFF2-40B4-BE49-F238E27FC236}">
                  <a16:creationId xmlns:a16="http://schemas.microsoft.com/office/drawing/2014/main" id="{56DB0905-3CC6-FB27-87E9-2A0DCDEB05A0}"/>
                </a:ext>
              </a:extLst>
            </p:cNvPr>
            <p:cNvSpPr/>
            <p:nvPr/>
          </p:nvSpPr>
          <p:spPr>
            <a:xfrm>
              <a:off x="4656475" y="17236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3374;p96">
              <a:extLst>
                <a:ext uri="{FF2B5EF4-FFF2-40B4-BE49-F238E27FC236}">
                  <a16:creationId xmlns:a16="http://schemas.microsoft.com/office/drawing/2014/main" id="{A36082CB-D9FD-434B-D10B-D0ED8090716B}"/>
                </a:ext>
              </a:extLst>
            </p:cNvPr>
            <p:cNvSpPr/>
            <p:nvPr/>
          </p:nvSpPr>
          <p:spPr>
            <a:xfrm>
              <a:off x="465647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3375;p96">
              <a:extLst>
                <a:ext uri="{FF2B5EF4-FFF2-40B4-BE49-F238E27FC236}">
                  <a16:creationId xmlns:a16="http://schemas.microsoft.com/office/drawing/2014/main" id="{A3FF2E05-9FF8-EADA-1DB5-91E58A56693F}"/>
                </a:ext>
              </a:extLst>
            </p:cNvPr>
            <p:cNvSpPr/>
            <p:nvPr/>
          </p:nvSpPr>
          <p:spPr>
            <a:xfrm>
              <a:off x="465647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3376;p96">
              <a:extLst>
                <a:ext uri="{FF2B5EF4-FFF2-40B4-BE49-F238E27FC236}">
                  <a16:creationId xmlns:a16="http://schemas.microsoft.com/office/drawing/2014/main" id="{1AD3E394-15FA-1863-0575-49D2932EE0B0}"/>
                </a:ext>
              </a:extLst>
            </p:cNvPr>
            <p:cNvSpPr/>
            <p:nvPr/>
          </p:nvSpPr>
          <p:spPr>
            <a:xfrm>
              <a:off x="4656475"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3377;p96">
              <a:extLst>
                <a:ext uri="{FF2B5EF4-FFF2-40B4-BE49-F238E27FC236}">
                  <a16:creationId xmlns:a16="http://schemas.microsoft.com/office/drawing/2014/main" id="{CA362331-2A02-A653-519B-F005D278F092}"/>
                </a:ext>
              </a:extLst>
            </p:cNvPr>
            <p:cNvSpPr/>
            <p:nvPr/>
          </p:nvSpPr>
          <p:spPr>
            <a:xfrm>
              <a:off x="46564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3378;p96">
              <a:extLst>
                <a:ext uri="{FF2B5EF4-FFF2-40B4-BE49-F238E27FC236}">
                  <a16:creationId xmlns:a16="http://schemas.microsoft.com/office/drawing/2014/main" id="{C4F7BCFF-7715-F89F-C75D-86A67A48ECBB}"/>
                </a:ext>
              </a:extLst>
            </p:cNvPr>
            <p:cNvSpPr/>
            <p:nvPr/>
          </p:nvSpPr>
          <p:spPr>
            <a:xfrm>
              <a:off x="4656475" y="21045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3379;p96">
              <a:extLst>
                <a:ext uri="{FF2B5EF4-FFF2-40B4-BE49-F238E27FC236}">
                  <a16:creationId xmlns:a16="http://schemas.microsoft.com/office/drawing/2014/main" id="{CA17966F-65DC-F126-AE0A-F76EC11E4489}"/>
                </a:ext>
              </a:extLst>
            </p:cNvPr>
            <p:cNvSpPr/>
            <p:nvPr/>
          </p:nvSpPr>
          <p:spPr>
            <a:xfrm>
              <a:off x="4656475" y="2180700"/>
              <a:ext cx="62200" cy="53350"/>
            </a:xfrm>
            <a:custGeom>
              <a:avLst/>
              <a:gdLst/>
              <a:ahLst/>
              <a:cxnLst/>
              <a:rect l="l" t="t" r="r" b="b"/>
              <a:pathLst>
                <a:path w="2488" h="2134" extrusionOk="0">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3380;p96">
              <a:extLst>
                <a:ext uri="{FF2B5EF4-FFF2-40B4-BE49-F238E27FC236}">
                  <a16:creationId xmlns:a16="http://schemas.microsoft.com/office/drawing/2014/main" id="{B786BE43-5881-73F1-432B-EC15021FB93F}"/>
                </a:ext>
              </a:extLst>
            </p:cNvPr>
            <p:cNvSpPr/>
            <p:nvPr/>
          </p:nvSpPr>
          <p:spPr>
            <a:xfrm>
              <a:off x="465647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3381;p96">
              <a:extLst>
                <a:ext uri="{FF2B5EF4-FFF2-40B4-BE49-F238E27FC236}">
                  <a16:creationId xmlns:a16="http://schemas.microsoft.com/office/drawing/2014/main" id="{D87D0EC1-4587-B516-D7AB-E1A8F2AA0560}"/>
                </a:ext>
              </a:extLst>
            </p:cNvPr>
            <p:cNvSpPr/>
            <p:nvPr/>
          </p:nvSpPr>
          <p:spPr>
            <a:xfrm>
              <a:off x="4656475" y="2333125"/>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3382;p96">
              <a:extLst>
                <a:ext uri="{FF2B5EF4-FFF2-40B4-BE49-F238E27FC236}">
                  <a16:creationId xmlns:a16="http://schemas.microsoft.com/office/drawing/2014/main" id="{B0E6F426-41AD-1D78-935D-BEB85AE36A7B}"/>
                </a:ext>
              </a:extLst>
            </p:cNvPr>
            <p:cNvSpPr/>
            <p:nvPr/>
          </p:nvSpPr>
          <p:spPr>
            <a:xfrm>
              <a:off x="4656475" y="240935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3383;p96">
              <a:extLst>
                <a:ext uri="{FF2B5EF4-FFF2-40B4-BE49-F238E27FC236}">
                  <a16:creationId xmlns:a16="http://schemas.microsoft.com/office/drawing/2014/main" id="{21099CB4-16EC-3DAC-4D91-B4BB7369054E}"/>
                </a:ext>
              </a:extLst>
            </p:cNvPr>
            <p:cNvSpPr/>
            <p:nvPr/>
          </p:nvSpPr>
          <p:spPr>
            <a:xfrm>
              <a:off x="4732475" y="2409350"/>
              <a:ext cx="62425" cy="53350"/>
            </a:xfrm>
            <a:custGeom>
              <a:avLst/>
              <a:gdLst/>
              <a:ahLst/>
              <a:cxnLst/>
              <a:rect l="l" t="t" r="r" b="b"/>
              <a:pathLst>
                <a:path w="2497" h="2134"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3384;p96">
              <a:extLst>
                <a:ext uri="{FF2B5EF4-FFF2-40B4-BE49-F238E27FC236}">
                  <a16:creationId xmlns:a16="http://schemas.microsoft.com/office/drawing/2014/main" id="{B4106224-9206-BF17-2D40-E3C988E547CA}"/>
                </a:ext>
              </a:extLst>
            </p:cNvPr>
            <p:cNvSpPr/>
            <p:nvPr/>
          </p:nvSpPr>
          <p:spPr>
            <a:xfrm>
              <a:off x="4732475" y="2485550"/>
              <a:ext cx="62425" cy="53300"/>
            </a:xfrm>
            <a:custGeom>
              <a:avLst/>
              <a:gdLst/>
              <a:ahLst/>
              <a:cxnLst/>
              <a:rect l="l" t="t" r="r" b="b"/>
              <a:pathLst>
                <a:path w="2497" h="2132" extrusionOk="0">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3385;p96">
              <a:extLst>
                <a:ext uri="{FF2B5EF4-FFF2-40B4-BE49-F238E27FC236}">
                  <a16:creationId xmlns:a16="http://schemas.microsoft.com/office/drawing/2014/main" id="{44D4E5BC-465B-9B1C-29B1-CE6A59266769}"/>
                </a:ext>
              </a:extLst>
            </p:cNvPr>
            <p:cNvSpPr/>
            <p:nvPr/>
          </p:nvSpPr>
          <p:spPr>
            <a:xfrm>
              <a:off x="48087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3386;p96">
              <a:extLst>
                <a:ext uri="{FF2B5EF4-FFF2-40B4-BE49-F238E27FC236}">
                  <a16:creationId xmlns:a16="http://schemas.microsoft.com/office/drawing/2014/main" id="{51DEFB16-1E07-3205-9C00-1FB995FE3095}"/>
                </a:ext>
              </a:extLst>
            </p:cNvPr>
            <p:cNvSpPr/>
            <p:nvPr/>
          </p:nvSpPr>
          <p:spPr>
            <a:xfrm>
              <a:off x="4808700"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3387;p96">
              <a:extLst>
                <a:ext uri="{FF2B5EF4-FFF2-40B4-BE49-F238E27FC236}">
                  <a16:creationId xmlns:a16="http://schemas.microsoft.com/office/drawing/2014/main" id="{E7B1C482-6F96-D43D-9391-38FDCC7E163E}"/>
                </a:ext>
              </a:extLst>
            </p:cNvPr>
            <p:cNvSpPr/>
            <p:nvPr/>
          </p:nvSpPr>
          <p:spPr>
            <a:xfrm>
              <a:off x="480870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3388;p96">
              <a:extLst>
                <a:ext uri="{FF2B5EF4-FFF2-40B4-BE49-F238E27FC236}">
                  <a16:creationId xmlns:a16="http://schemas.microsoft.com/office/drawing/2014/main" id="{F12107FD-C011-2154-A48C-BC2037A13897}"/>
                </a:ext>
              </a:extLst>
            </p:cNvPr>
            <p:cNvSpPr/>
            <p:nvPr/>
          </p:nvSpPr>
          <p:spPr>
            <a:xfrm>
              <a:off x="48087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3389;p96">
              <a:extLst>
                <a:ext uri="{FF2B5EF4-FFF2-40B4-BE49-F238E27FC236}">
                  <a16:creationId xmlns:a16="http://schemas.microsoft.com/office/drawing/2014/main" id="{8C9DE5AE-2556-CB3A-A544-91D52501243B}"/>
                </a:ext>
              </a:extLst>
            </p:cNvPr>
            <p:cNvSpPr/>
            <p:nvPr/>
          </p:nvSpPr>
          <p:spPr>
            <a:xfrm>
              <a:off x="4808700"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3390;p96">
              <a:extLst>
                <a:ext uri="{FF2B5EF4-FFF2-40B4-BE49-F238E27FC236}">
                  <a16:creationId xmlns:a16="http://schemas.microsoft.com/office/drawing/2014/main" id="{ECD7CB80-8C5B-BA31-4265-71963D0BA326}"/>
                </a:ext>
              </a:extLst>
            </p:cNvPr>
            <p:cNvSpPr/>
            <p:nvPr/>
          </p:nvSpPr>
          <p:spPr>
            <a:xfrm>
              <a:off x="4808700"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3391;p96">
              <a:extLst>
                <a:ext uri="{FF2B5EF4-FFF2-40B4-BE49-F238E27FC236}">
                  <a16:creationId xmlns:a16="http://schemas.microsoft.com/office/drawing/2014/main" id="{D9FF6CFB-0862-C093-6115-ACD87232C8BE}"/>
                </a:ext>
              </a:extLst>
            </p:cNvPr>
            <p:cNvSpPr/>
            <p:nvPr/>
          </p:nvSpPr>
          <p:spPr>
            <a:xfrm>
              <a:off x="4808700"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3392;p96">
              <a:extLst>
                <a:ext uri="{FF2B5EF4-FFF2-40B4-BE49-F238E27FC236}">
                  <a16:creationId xmlns:a16="http://schemas.microsoft.com/office/drawing/2014/main" id="{8A7B8AE3-2511-3D8D-3215-361E408A9B5C}"/>
                </a:ext>
              </a:extLst>
            </p:cNvPr>
            <p:cNvSpPr/>
            <p:nvPr/>
          </p:nvSpPr>
          <p:spPr>
            <a:xfrm>
              <a:off x="4808700"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3393;p96">
              <a:extLst>
                <a:ext uri="{FF2B5EF4-FFF2-40B4-BE49-F238E27FC236}">
                  <a16:creationId xmlns:a16="http://schemas.microsoft.com/office/drawing/2014/main" id="{95339489-FD0F-039F-6854-A9DCBC8B98A5}"/>
                </a:ext>
              </a:extLst>
            </p:cNvPr>
            <p:cNvSpPr/>
            <p:nvPr/>
          </p:nvSpPr>
          <p:spPr>
            <a:xfrm>
              <a:off x="4808700" y="21045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3394;p96">
              <a:extLst>
                <a:ext uri="{FF2B5EF4-FFF2-40B4-BE49-F238E27FC236}">
                  <a16:creationId xmlns:a16="http://schemas.microsoft.com/office/drawing/2014/main" id="{9D4BAF1F-F17D-D82D-6003-17FC89407713}"/>
                </a:ext>
              </a:extLst>
            </p:cNvPr>
            <p:cNvSpPr/>
            <p:nvPr/>
          </p:nvSpPr>
          <p:spPr>
            <a:xfrm>
              <a:off x="4808700" y="2180700"/>
              <a:ext cx="62400" cy="53350"/>
            </a:xfrm>
            <a:custGeom>
              <a:avLst/>
              <a:gdLst/>
              <a:ahLst/>
              <a:cxnLst/>
              <a:rect l="l" t="t" r="r" b="b"/>
              <a:pathLst>
                <a:path w="2496" h="2134" extrusionOk="0">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3395;p96">
              <a:extLst>
                <a:ext uri="{FF2B5EF4-FFF2-40B4-BE49-F238E27FC236}">
                  <a16:creationId xmlns:a16="http://schemas.microsoft.com/office/drawing/2014/main" id="{866CFF9C-DE58-8971-EBE3-B0AEF26953EB}"/>
                </a:ext>
              </a:extLst>
            </p:cNvPr>
            <p:cNvSpPr/>
            <p:nvPr/>
          </p:nvSpPr>
          <p:spPr>
            <a:xfrm>
              <a:off x="4808700" y="2256925"/>
              <a:ext cx="62550" cy="53425"/>
            </a:xfrm>
            <a:custGeom>
              <a:avLst/>
              <a:gdLst/>
              <a:ahLst/>
              <a:cxnLst/>
              <a:rect l="l" t="t" r="r" b="b"/>
              <a:pathLst>
                <a:path w="2502"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3396;p96">
              <a:extLst>
                <a:ext uri="{FF2B5EF4-FFF2-40B4-BE49-F238E27FC236}">
                  <a16:creationId xmlns:a16="http://schemas.microsoft.com/office/drawing/2014/main" id="{F5759940-8E16-FA99-EE05-3AE8E2848CAC}"/>
                </a:ext>
              </a:extLst>
            </p:cNvPr>
            <p:cNvSpPr/>
            <p:nvPr/>
          </p:nvSpPr>
          <p:spPr>
            <a:xfrm>
              <a:off x="4808700"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3397;p96">
              <a:extLst>
                <a:ext uri="{FF2B5EF4-FFF2-40B4-BE49-F238E27FC236}">
                  <a16:creationId xmlns:a16="http://schemas.microsoft.com/office/drawing/2014/main" id="{E0073948-3E1C-13D3-0FCF-320130B8DF29}"/>
                </a:ext>
              </a:extLst>
            </p:cNvPr>
            <p:cNvSpPr/>
            <p:nvPr/>
          </p:nvSpPr>
          <p:spPr>
            <a:xfrm>
              <a:off x="4808700" y="2409350"/>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3398;p96">
              <a:extLst>
                <a:ext uri="{FF2B5EF4-FFF2-40B4-BE49-F238E27FC236}">
                  <a16:creationId xmlns:a16="http://schemas.microsoft.com/office/drawing/2014/main" id="{BAA96873-D203-D4CE-A11E-0CFCAD52951B}"/>
                </a:ext>
              </a:extLst>
            </p:cNvPr>
            <p:cNvSpPr/>
            <p:nvPr/>
          </p:nvSpPr>
          <p:spPr>
            <a:xfrm>
              <a:off x="4808700" y="2485550"/>
              <a:ext cx="62400" cy="53300"/>
            </a:xfrm>
            <a:custGeom>
              <a:avLst/>
              <a:gdLst/>
              <a:ahLst/>
              <a:cxnLst/>
              <a:rect l="l" t="t" r="r" b="b"/>
              <a:pathLst>
                <a:path w="2496"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3399;p96">
              <a:extLst>
                <a:ext uri="{FF2B5EF4-FFF2-40B4-BE49-F238E27FC236}">
                  <a16:creationId xmlns:a16="http://schemas.microsoft.com/office/drawing/2014/main" id="{721258C7-2C8D-3E3C-1260-BCD253392F27}"/>
                </a:ext>
              </a:extLst>
            </p:cNvPr>
            <p:cNvSpPr/>
            <p:nvPr/>
          </p:nvSpPr>
          <p:spPr>
            <a:xfrm>
              <a:off x="48849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3400;p96">
              <a:extLst>
                <a:ext uri="{FF2B5EF4-FFF2-40B4-BE49-F238E27FC236}">
                  <a16:creationId xmlns:a16="http://schemas.microsoft.com/office/drawing/2014/main" id="{C0DD08A7-11AD-15DA-2876-5860CBF8CF92}"/>
                </a:ext>
              </a:extLst>
            </p:cNvPr>
            <p:cNvSpPr/>
            <p:nvPr/>
          </p:nvSpPr>
          <p:spPr>
            <a:xfrm>
              <a:off x="48849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3401;p96">
              <a:extLst>
                <a:ext uri="{FF2B5EF4-FFF2-40B4-BE49-F238E27FC236}">
                  <a16:creationId xmlns:a16="http://schemas.microsoft.com/office/drawing/2014/main" id="{97832803-AFA6-DF7E-7871-734612D403C8}"/>
                </a:ext>
              </a:extLst>
            </p:cNvPr>
            <p:cNvSpPr/>
            <p:nvPr/>
          </p:nvSpPr>
          <p:spPr>
            <a:xfrm>
              <a:off x="48849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3402;p96">
              <a:extLst>
                <a:ext uri="{FF2B5EF4-FFF2-40B4-BE49-F238E27FC236}">
                  <a16:creationId xmlns:a16="http://schemas.microsoft.com/office/drawing/2014/main" id="{65F630FA-A883-F8CB-D250-EDBB03A082AE}"/>
                </a:ext>
              </a:extLst>
            </p:cNvPr>
            <p:cNvSpPr/>
            <p:nvPr/>
          </p:nvSpPr>
          <p:spPr>
            <a:xfrm>
              <a:off x="48849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3403;p96">
              <a:extLst>
                <a:ext uri="{FF2B5EF4-FFF2-40B4-BE49-F238E27FC236}">
                  <a16:creationId xmlns:a16="http://schemas.microsoft.com/office/drawing/2014/main" id="{9226FB03-C711-7577-40C7-4AA7EE39367A}"/>
                </a:ext>
              </a:extLst>
            </p:cNvPr>
            <p:cNvSpPr/>
            <p:nvPr/>
          </p:nvSpPr>
          <p:spPr>
            <a:xfrm>
              <a:off x="48849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3404;p96">
              <a:extLst>
                <a:ext uri="{FF2B5EF4-FFF2-40B4-BE49-F238E27FC236}">
                  <a16:creationId xmlns:a16="http://schemas.microsoft.com/office/drawing/2014/main" id="{CE1B6F14-F31B-AD48-4D0D-3C0E8FAE5AAE}"/>
                </a:ext>
              </a:extLst>
            </p:cNvPr>
            <p:cNvSpPr/>
            <p:nvPr/>
          </p:nvSpPr>
          <p:spPr>
            <a:xfrm>
              <a:off x="4884900"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3405;p96">
              <a:extLst>
                <a:ext uri="{FF2B5EF4-FFF2-40B4-BE49-F238E27FC236}">
                  <a16:creationId xmlns:a16="http://schemas.microsoft.com/office/drawing/2014/main" id="{8D237F58-4F98-6B53-CB15-6EF353BD937E}"/>
                </a:ext>
              </a:extLst>
            </p:cNvPr>
            <p:cNvSpPr/>
            <p:nvPr/>
          </p:nvSpPr>
          <p:spPr>
            <a:xfrm>
              <a:off x="488490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3406;p96">
              <a:extLst>
                <a:ext uri="{FF2B5EF4-FFF2-40B4-BE49-F238E27FC236}">
                  <a16:creationId xmlns:a16="http://schemas.microsoft.com/office/drawing/2014/main" id="{20630DA5-A854-FEA1-338E-FFC9E8564E10}"/>
                </a:ext>
              </a:extLst>
            </p:cNvPr>
            <p:cNvSpPr/>
            <p:nvPr/>
          </p:nvSpPr>
          <p:spPr>
            <a:xfrm>
              <a:off x="488490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3407;p96">
              <a:extLst>
                <a:ext uri="{FF2B5EF4-FFF2-40B4-BE49-F238E27FC236}">
                  <a16:creationId xmlns:a16="http://schemas.microsoft.com/office/drawing/2014/main" id="{812D7880-40DA-8500-5A13-E81A3F7F66D3}"/>
                </a:ext>
              </a:extLst>
            </p:cNvPr>
            <p:cNvSpPr/>
            <p:nvPr/>
          </p:nvSpPr>
          <p:spPr>
            <a:xfrm>
              <a:off x="48849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3408;p96">
              <a:extLst>
                <a:ext uri="{FF2B5EF4-FFF2-40B4-BE49-F238E27FC236}">
                  <a16:creationId xmlns:a16="http://schemas.microsoft.com/office/drawing/2014/main" id="{9850FBA8-375B-56AA-FD3D-CCDF08036E2E}"/>
                </a:ext>
              </a:extLst>
            </p:cNvPr>
            <p:cNvSpPr/>
            <p:nvPr/>
          </p:nvSpPr>
          <p:spPr>
            <a:xfrm>
              <a:off x="48849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3409;p96">
              <a:extLst>
                <a:ext uri="{FF2B5EF4-FFF2-40B4-BE49-F238E27FC236}">
                  <a16:creationId xmlns:a16="http://schemas.microsoft.com/office/drawing/2014/main" id="{B3506B3B-0C30-17A7-B155-4FEB01685A24}"/>
                </a:ext>
              </a:extLst>
            </p:cNvPr>
            <p:cNvSpPr/>
            <p:nvPr/>
          </p:nvSpPr>
          <p:spPr>
            <a:xfrm>
              <a:off x="48849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3410;p96">
              <a:extLst>
                <a:ext uri="{FF2B5EF4-FFF2-40B4-BE49-F238E27FC236}">
                  <a16:creationId xmlns:a16="http://schemas.microsoft.com/office/drawing/2014/main" id="{9011EFB9-0B97-91C9-404B-933175BFEAB0}"/>
                </a:ext>
              </a:extLst>
            </p:cNvPr>
            <p:cNvSpPr/>
            <p:nvPr/>
          </p:nvSpPr>
          <p:spPr>
            <a:xfrm>
              <a:off x="488490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3411;p96">
              <a:extLst>
                <a:ext uri="{FF2B5EF4-FFF2-40B4-BE49-F238E27FC236}">
                  <a16:creationId xmlns:a16="http://schemas.microsoft.com/office/drawing/2014/main" id="{6931D79F-6644-B6B7-2273-17526259CE0E}"/>
                </a:ext>
              </a:extLst>
            </p:cNvPr>
            <p:cNvSpPr/>
            <p:nvPr/>
          </p:nvSpPr>
          <p:spPr>
            <a:xfrm>
              <a:off x="48849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3412;p96">
              <a:extLst>
                <a:ext uri="{FF2B5EF4-FFF2-40B4-BE49-F238E27FC236}">
                  <a16:creationId xmlns:a16="http://schemas.microsoft.com/office/drawing/2014/main" id="{A9451D5C-3ABD-05F7-907B-11872043D680}"/>
                </a:ext>
              </a:extLst>
            </p:cNvPr>
            <p:cNvSpPr/>
            <p:nvPr/>
          </p:nvSpPr>
          <p:spPr>
            <a:xfrm>
              <a:off x="48849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3413;p96">
              <a:extLst>
                <a:ext uri="{FF2B5EF4-FFF2-40B4-BE49-F238E27FC236}">
                  <a16:creationId xmlns:a16="http://schemas.microsoft.com/office/drawing/2014/main" id="{3F681D2A-70CE-C68F-D5DF-C41AE2E70041}"/>
                </a:ext>
              </a:extLst>
            </p:cNvPr>
            <p:cNvSpPr/>
            <p:nvPr/>
          </p:nvSpPr>
          <p:spPr>
            <a:xfrm>
              <a:off x="4884900"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3414;p96">
              <a:extLst>
                <a:ext uri="{FF2B5EF4-FFF2-40B4-BE49-F238E27FC236}">
                  <a16:creationId xmlns:a16="http://schemas.microsoft.com/office/drawing/2014/main" id="{5E9CE1D2-91D2-23A9-0864-5A28D2D86195}"/>
                </a:ext>
              </a:extLst>
            </p:cNvPr>
            <p:cNvSpPr/>
            <p:nvPr/>
          </p:nvSpPr>
          <p:spPr>
            <a:xfrm>
              <a:off x="49611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3415;p96">
              <a:extLst>
                <a:ext uri="{FF2B5EF4-FFF2-40B4-BE49-F238E27FC236}">
                  <a16:creationId xmlns:a16="http://schemas.microsoft.com/office/drawing/2014/main" id="{BFE95E83-C6CB-5C54-C13F-15CC64C5D28C}"/>
                </a:ext>
              </a:extLst>
            </p:cNvPr>
            <p:cNvSpPr/>
            <p:nvPr/>
          </p:nvSpPr>
          <p:spPr>
            <a:xfrm>
              <a:off x="4961125"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3416;p96">
              <a:extLst>
                <a:ext uri="{FF2B5EF4-FFF2-40B4-BE49-F238E27FC236}">
                  <a16:creationId xmlns:a16="http://schemas.microsoft.com/office/drawing/2014/main" id="{E235DD4B-1A4A-0D2A-5204-2ECC7F0BD85C}"/>
                </a:ext>
              </a:extLst>
            </p:cNvPr>
            <p:cNvSpPr/>
            <p:nvPr/>
          </p:nvSpPr>
          <p:spPr>
            <a:xfrm>
              <a:off x="4961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3417;p96">
              <a:extLst>
                <a:ext uri="{FF2B5EF4-FFF2-40B4-BE49-F238E27FC236}">
                  <a16:creationId xmlns:a16="http://schemas.microsoft.com/office/drawing/2014/main" id="{463FB859-D68F-89DD-BC22-9EA6CF482E9E}"/>
                </a:ext>
              </a:extLst>
            </p:cNvPr>
            <p:cNvSpPr/>
            <p:nvPr/>
          </p:nvSpPr>
          <p:spPr>
            <a:xfrm>
              <a:off x="4961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3418;p96">
              <a:extLst>
                <a:ext uri="{FF2B5EF4-FFF2-40B4-BE49-F238E27FC236}">
                  <a16:creationId xmlns:a16="http://schemas.microsoft.com/office/drawing/2014/main" id="{2BF3BBB6-E996-FCE1-36F8-6B8802E71861}"/>
                </a:ext>
              </a:extLst>
            </p:cNvPr>
            <p:cNvSpPr/>
            <p:nvPr/>
          </p:nvSpPr>
          <p:spPr>
            <a:xfrm>
              <a:off x="49611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3419;p96">
              <a:extLst>
                <a:ext uri="{FF2B5EF4-FFF2-40B4-BE49-F238E27FC236}">
                  <a16:creationId xmlns:a16="http://schemas.microsoft.com/office/drawing/2014/main" id="{247CA13A-02EC-9492-3106-2DD8873F1184}"/>
                </a:ext>
              </a:extLst>
            </p:cNvPr>
            <p:cNvSpPr/>
            <p:nvPr/>
          </p:nvSpPr>
          <p:spPr>
            <a:xfrm>
              <a:off x="49611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3420;p96">
              <a:extLst>
                <a:ext uri="{FF2B5EF4-FFF2-40B4-BE49-F238E27FC236}">
                  <a16:creationId xmlns:a16="http://schemas.microsoft.com/office/drawing/2014/main" id="{AF4722C2-65EC-5B84-1EFA-C3E6292B01B3}"/>
                </a:ext>
              </a:extLst>
            </p:cNvPr>
            <p:cNvSpPr/>
            <p:nvPr/>
          </p:nvSpPr>
          <p:spPr>
            <a:xfrm>
              <a:off x="4961125"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3421;p96">
              <a:extLst>
                <a:ext uri="{FF2B5EF4-FFF2-40B4-BE49-F238E27FC236}">
                  <a16:creationId xmlns:a16="http://schemas.microsoft.com/office/drawing/2014/main" id="{B58EAC37-A406-86D6-88A8-17F8D4216C9B}"/>
                </a:ext>
              </a:extLst>
            </p:cNvPr>
            <p:cNvSpPr/>
            <p:nvPr/>
          </p:nvSpPr>
          <p:spPr>
            <a:xfrm>
              <a:off x="4961125"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3422;p96">
              <a:extLst>
                <a:ext uri="{FF2B5EF4-FFF2-40B4-BE49-F238E27FC236}">
                  <a16:creationId xmlns:a16="http://schemas.microsoft.com/office/drawing/2014/main" id="{FBA6B6F2-EDE8-7959-7CC6-5020BD883268}"/>
                </a:ext>
              </a:extLst>
            </p:cNvPr>
            <p:cNvSpPr/>
            <p:nvPr/>
          </p:nvSpPr>
          <p:spPr>
            <a:xfrm>
              <a:off x="4961125"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3423;p96">
              <a:extLst>
                <a:ext uri="{FF2B5EF4-FFF2-40B4-BE49-F238E27FC236}">
                  <a16:creationId xmlns:a16="http://schemas.microsoft.com/office/drawing/2014/main" id="{2BF17220-C549-7988-A7C3-4F81642F53E0}"/>
                </a:ext>
              </a:extLst>
            </p:cNvPr>
            <p:cNvSpPr/>
            <p:nvPr/>
          </p:nvSpPr>
          <p:spPr>
            <a:xfrm>
              <a:off x="496112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3424;p96">
              <a:extLst>
                <a:ext uri="{FF2B5EF4-FFF2-40B4-BE49-F238E27FC236}">
                  <a16:creationId xmlns:a16="http://schemas.microsoft.com/office/drawing/2014/main" id="{E4ED8752-50EE-1858-D023-09135B95B057}"/>
                </a:ext>
              </a:extLst>
            </p:cNvPr>
            <p:cNvSpPr/>
            <p:nvPr/>
          </p:nvSpPr>
          <p:spPr>
            <a:xfrm>
              <a:off x="4961125"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3425;p96">
              <a:extLst>
                <a:ext uri="{FF2B5EF4-FFF2-40B4-BE49-F238E27FC236}">
                  <a16:creationId xmlns:a16="http://schemas.microsoft.com/office/drawing/2014/main" id="{56854E6A-78D8-8651-304E-71EA3A5737D6}"/>
                </a:ext>
              </a:extLst>
            </p:cNvPr>
            <p:cNvSpPr/>
            <p:nvPr/>
          </p:nvSpPr>
          <p:spPr>
            <a:xfrm>
              <a:off x="4961125"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3426;p96">
              <a:extLst>
                <a:ext uri="{FF2B5EF4-FFF2-40B4-BE49-F238E27FC236}">
                  <a16:creationId xmlns:a16="http://schemas.microsoft.com/office/drawing/2014/main" id="{C7156E5C-A11D-DD8B-6BDB-6E71FFC2826B}"/>
                </a:ext>
              </a:extLst>
            </p:cNvPr>
            <p:cNvSpPr/>
            <p:nvPr/>
          </p:nvSpPr>
          <p:spPr>
            <a:xfrm>
              <a:off x="4961125" y="2485550"/>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3427;p96">
              <a:extLst>
                <a:ext uri="{FF2B5EF4-FFF2-40B4-BE49-F238E27FC236}">
                  <a16:creationId xmlns:a16="http://schemas.microsoft.com/office/drawing/2014/main" id="{57124D3F-743F-A123-94BB-A6FE547F09CD}"/>
                </a:ext>
              </a:extLst>
            </p:cNvPr>
            <p:cNvSpPr/>
            <p:nvPr/>
          </p:nvSpPr>
          <p:spPr>
            <a:xfrm>
              <a:off x="4961125"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3428;p96">
              <a:extLst>
                <a:ext uri="{FF2B5EF4-FFF2-40B4-BE49-F238E27FC236}">
                  <a16:creationId xmlns:a16="http://schemas.microsoft.com/office/drawing/2014/main" id="{C63CA87D-73D3-4F93-9F27-020C7994AF63}"/>
                </a:ext>
              </a:extLst>
            </p:cNvPr>
            <p:cNvSpPr/>
            <p:nvPr/>
          </p:nvSpPr>
          <p:spPr>
            <a:xfrm>
              <a:off x="50373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3429;p96">
              <a:extLst>
                <a:ext uri="{FF2B5EF4-FFF2-40B4-BE49-F238E27FC236}">
                  <a16:creationId xmlns:a16="http://schemas.microsoft.com/office/drawing/2014/main" id="{62678835-DB51-CF43-3626-C4BABCE77CAA}"/>
                </a:ext>
              </a:extLst>
            </p:cNvPr>
            <p:cNvSpPr/>
            <p:nvPr/>
          </p:nvSpPr>
          <p:spPr>
            <a:xfrm>
              <a:off x="503732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3430;p96">
              <a:extLst>
                <a:ext uri="{FF2B5EF4-FFF2-40B4-BE49-F238E27FC236}">
                  <a16:creationId xmlns:a16="http://schemas.microsoft.com/office/drawing/2014/main" id="{4EE3C97B-F128-B717-4B7B-3D64994B59A1}"/>
                </a:ext>
              </a:extLst>
            </p:cNvPr>
            <p:cNvSpPr/>
            <p:nvPr/>
          </p:nvSpPr>
          <p:spPr>
            <a:xfrm>
              <a:off x="50373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3431;p96">
              <a:extLst>
                <a:ext uri="{FF2B5EF4-FFF2-40B4-BE49-F238E27FC236}">
                  <a16:creationId xmlns:a16="http://schemas.microsoft.com/office/drawing/2014/main" id="{8A56191B-2A35-60DB-3527-C5E84C68764D}"/>
                </a:ext>
              </a:extLst>
            </p:cNvPr>
            <p:cNvSpPr/>
            <p:nvPr/>
          </p:nvSpPr>
          <p:spPr>
            <a:xfrm>
              <a:off x="50373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3432;p96">
              <a:extLst>
                <a:ext uri="{FF2B5EF4-FFF2-40B4-BE49-F238E27FC236}">
                  <a16:creationId xmlns:a16="http://schemas.microsoft.com/office/drawing/2014/main" id="{3F5A15FE-77B5-08BD-DD46-0A5387E6D16C}"/>
                </a:ext>
              </a:extLst>
            </p:cNvPr>
            <p:cNvSpPr/>
            <p:nvPr/>
          </p:nvSpPr>
          <p:spPr>
            <a:xfrm>
              <a:off x="5037325"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3433;p96">
              <a:extLst>
                <a:ext uri="{FF2B5EF4-FFF2-40B4-BE49-F238E27FC236}">
                  <a16:creationId xmlns:a16="http://schemas.microsoft.com/office/drawing/2014/main" id="{2564A375-91AE-D60C-90D4-2A18984A529B}"/>
                </a:ext>
              </a:extLst>
            </p:cNvPr>
            <p:cNvSpPr/>
            <p:nvPr/>
          </p:nvSpPr>
          <p:spPr>
            <a:xfrm>
              <a:off x="50373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3434;p96">
              <a:extLst>
                <a:ext uri="{FF2B5EF4-FFF2-40B4-BE49-F238E27FC236}">
                  <a16:creationId xmlns:a16="http://schemas.microsoft.com/office/drawing/2014/main" id="{6002A5F3-5712-1297-69ED-064442F40EAB}"/>
                </a:ext>
              </a:extLst>
            </p:cNvPr>
            <p:cNvSpPr/>
            <p:nvPr/>
          </p:nvSpPr>
          <p:spPr>
            <a:xfrm>
              <a:off x="50373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3435;p96">
              <a:extLst>
                <a:ext uri="{FF2B5EF4-FFF2-40B4-BE49-F238E27FC236}">
                  <a16:creationId xmlns:a16="http://schemas.microsoft.com/office/drawing/2014/main" id="{F35A550C-78B2-08D2-ADDF-E1E9500B2417}"/>
                </a:ext>
              </a:extLst>
            </p:cNvPr>
            <p:cNvSpPr/>
            <p:nvPr/>
          </p:nvSpPr>
          <p:spPr>
            <a:xfrm>
              <a:off x="50373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3436;p96">
              <a:extLst>
                <a:ext uri="{FF2B5EF4-FFF2-40B4-BE49-F238E27FC236}">
                  <a16:creationId xmlns:a16="http://schemas.microsoft.com/office/drawing/2014/main" id="{E4ECEAC4-E729-83C3-F031-E029ED4256FE}"/>
                </a:ext>
              </a:extLst>
            </p:cNvPr>
            <p:cNvSpPr/>
            <p:nvPr/>
          </p:nvSpPr>
          <p:spPr>
            <a:xfrm>
              <a:off x="50373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3437;p96">
              <a:extLst>
                <a:ext uri="{FF2B5EF4-FFF2-40B4-BE49-F238E27FC236}">
                  <a16:creationId xmlns:a16="http://schemas.microsoft.com/office/drawing/2014/main" id="{5680193B-A6DD-9946-C90B-8B0B5F8AA4BA}"/>
                </a:ext>
              </a:extLst>
            </p:cNvPr>
            <p:cNvSpPr/>
            <p:nvPr/>
          </p:nvSpPr>
          <p:spPr>
            <a:xfrm>
              <a:off x="5037325"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3438;p96">
              <a:extLst>
                <a:ext uri="{FF2B5EF4-FFF2-40B4-BE49-F238E27FC236}">
                  <a16:creationId xmlns:a16="http://schemas.microsoft.com/office/drawing/2014/main" id="{BBB11D41-7CA9-B0F5-5E77-1F8005BA0D48}"/>
                </a:ext>
              </a:extLst>
            </p:cNvPr>
            <p:cNvSpPr/>
            <p:nvPr/>
          </p:nvSpPr>
          <p:spPr>
            <a:xfrm>
              <a:off x="50373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3439;p96">
              <a:extLst>
                <a:ext uri="{FF2B5EF4-FFF2-40B4-BE49-F238E27FC236}">
                  <a16:creationId xmlns:a16="http://schemas.microsoft.com/office/drawing/2014/main" id="{DC816FCB-99D5-AB22-0D0D-8477331FEB5D}"/>
                </a:ext>
              </a:extLst>
            </p:cNvPr>
            <p:cNvSpPr/>
            <p:nvPr/>
          </p:nvSpPr>
          <p:spPr>
            <a:xfrm>
              <a:off x="50373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3440;p96">
              <a:extLst>
                <a:ext uri="{FF2B5EF4-FFF2-40B4-BE49-F238E27FC236}">
                  <a16:creationId xmlns:a16="http://schemas.microsoft.com/office/drawing/2014/main" id="{193622ED-4562-666B-E7A9-97B237D4B24D}"/>
                </a:ext>
              </a:extLst>
            </p:cNvPr>
            <p:cNvSpPr/>
            <p:nvPr/>
          </p:nvSpPr>
          <p:spPr>
            <a:xfrm>
              <a:off x="5037325"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3441;p96">
              <a:extLst>
                <a:ext uri="{FF2B5EF4-FFF2-40B4-BE49-F238E27FC236}">
                  <a16:creationId xmlns:a16="http://schemas.microsoft.com/office/drawing/2014/main" id="{C81E2924-1F82-6590-05A7-A46E3485FBEC}"/>
                </a:ext>
              </a:extLst>
            </p:cNvPr>
            <p:cNvSpPr/>
            <p:nvPr/>
          </p:nvSpPr>
          <p:spPr>
            <a:xfrm>
              <a:off x="50373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3442;p96">
              <a:extLst>
                <a:ext uri="{FF2B5EF4-FFF2-40B4-BE49-F238E27FC236}">
                  <a16:creationId xmlns:a16="http://schemas.microsoft.com/office/drawing/2014/main" id="{723D21CA-C0FD-5BB8-3824-38C186BE6CD9}"/>
                </a:ext>
              </a:extLst>
            </p:cNvPr>
            <p:cNvSpPr/>
            <p:nvPr/>
          </p:nvSpPr>
          <p:spPr>
            <a:xfrm>
              <a:off x="5113350" y="2561575"/>
              <a:ext cx="62400" cy="53425"/>
            </a:xfrm>
            <a:custGeom>
              <a:avLst/>
              <a:gdLst/>
              <a:ahLst/>
              <a:cxnLst/>
              <a:rect l="l" t="t" r="r" b="b"/>
              <a:pathLst>
                <a:path w="2496" h="2137" extrusionOk="0">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3443;p96">
              <a:extLst>
                <a:ext uri="{FF2B5EF4-FFF2-40B4-BE49-F238E27FC236}">
                  <a16:creationId xmlns:a16="http://schemas.microsoft.com/office/drawing/2014/main" id="{54CC2745-DF1A-BAFB-6E85-A0444A29F0B5}"/>
                </a:ext>
              </a:extLst>
            </p:cNvPr>
            <p:cNvSpPr/>
            <p:nvPr/>
          </p:nvSpPr>
          <p:spPr>
            <a:xfrm>
              <a:off x="5113350" y="2637775"/>
              <a:ext cx="62400" cy="53450"/>
            </a:xfrm>
            <a:custGeom>
              <a:avLst/>
              <a:gdLst/>
              <a:ahLst/>
              <a:cxnLst/>
              <a:rect l="l" t="t" r="r" b="b"/>
              <a:pathLst>
                <a:path w="2496" h="2138" extrusionOk="0">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3444;p96">
              <a:extLst>
                <a:ext uri="{FF2B5EF4-FFF2-40B4-BE49-F238E27FC236}">
                  <a16:creationId xmlns:a16="http://schemas.microsoft.com/office/drawing/2014/main" id="{C0D502B8-EA35-FB03-2AE4-9867F0E1575D}"/>
                </a:ext>
              </a:extLst>
            </p:cNvPr>
            <p:cNvSpPr/>
            <p:nvPr/>
          </p:nvSpPr>
          <p:spPr>
            <a:xfrm>
              <a:off x="518955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3445;p96">
              <a:extLst>
                <a:ext uri="{FF2B5EF4-FFF2-40B4-BE49-F238E27FC236}">
                  <a16:creationId xmlns:a16="http://schemas.microsoft.com/office/drawing/2014/main" id="{8B0A8509-439F-ABB2-D04F-204B8AA13CC0}"/>
                </a:ext>
              </a:extLst>
            </p:cNvPr>
            <p:cNvSpPr/>
            <p:nvPr/>
          </p:nvSpPr>
          <p:spPr>
            <a:xfrm>
              <a:off x="5189550" y="1495200"/>
              <a:ext cx="62225" cy="53325"/>
            </a:xfrm>
            <a:custGeom>
              <a:avLst/>
              <a:gdLst/>
              <a:ahLst/>
              <a:cxnLst/>
              <a:rect l="l" t="t" r="r" b="b"/>
              <a:pathLst>
                <a:path w="2489" h="2133" extrusionOk="0">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3446;p96">
              <a:extLst>
                <a:ext uri="{FF2B5EF4-FFF2-40B4-BE49-F238E27FC236}">
                  <a16:creationId xmlns:a16="http://schemas.microsoft.com/office/drawing/2014/main" id="{6279215B-5C71-721F-9EDF-6111459A8703}"/>
                </a:ext>
              </a:extLst>
            </p:cNvPr>
            <p:cNvSpPr/>
            <p:nvPr/>
          </p:nvSpPr>
          <p:spPr>
            <a:xfrm>
              <a:off x="5189550" y="1571400"/>
              <a:ext cx="62225" cy="53300"/>
            </a:xfrm>
            <a:custGeom>
              <a:avLst/>
              <a:gdLst/>
              <a:ahLst/>
              <a:cxnLst/>
              <a:rect l="l" t="t" r="r" b="b"/>
              <a:pathLst>
                <a:path w="2489" h="2132" extrusionOk="0">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3447;p96">
              <a:extLst>
                <a:ext uri="{FF2B5EF4-FFF2-40B4-BE49-F238E27FC236}">
                  <a16:creationId xmlns:a16="http://schemas.microsoft.com/office/drawing/2014/main" id="{61C61882-5819-54EA-A4F5-E7431C54F151}"/>
                </a:ext>
              </a:extLst>
            </p:cNvPr>
            <p:cNvSpPr/>
            <p:nvPr/>
          </p:nvSpPr>
          <p:spPr>
            <a:xfrm>
              <a:off x="5189550" y="1647400"/>
              <a:ext cx="62225" cy="53450"/>
            </a:xfrm>
            <a:custGeom>
              <a:avLst/>
              <a:gdLst/>
              <a:ahLst/>
              <a:cxnLst/>
              <a:rect l="l" t="t" r="r" b="b"/>
              <a:pathLst>
                <a:path w="2489" h="2138" extrusionOk="0">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3448;p96">
              <a:extLst>
                <a:ext uri="{FF2B5EF4-FFF2-40B4-BE49-F238E27FC236}">
                  <a16:creationId xmlns:a16="http://schemas.microsoft.com/office/drawing/2014/main" id="{2779D0B2-84FF-E30F-C526-94019FA340C7}"/>
                </a:ext>
              </a:extLst>
            </p:cNvPr>
            <p:cNvSpPr/>
            <p:nvPr/>
          </p:nvSpPr>
          <p:spPr>
            <a:xfrm>
              <a:off x="5189550" y="172362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3449;p96">
              <a:extLst>
                <a:ext uri="{FF2B5EF4-FFF2-40B4-BE49-F238E27FC236}">
                  <a16:creationId xmlns:a16="http://schemas.microsoft.com/office/drawing/2014/main" id="{273E9F50-AA34-C43F-E1A6-09ECE33E0675}"/>
                </a:ext>
              </a:extLst>
            </p:cNvPr>
            <p:cNvSpPr/>
            <p:nvPr/>
          </p:nvSpPr>
          <p:spPr>
            <a:xfrm>
              <a:off x="5189550" y="1799850"/>
              <a:ext cx="62225" cy="53325"/>
            </a:xfrm>
            <a:custGeom>
              <a:avLst/>
              <a:gdLst/>
              <a:ahLst/>
              <a:cxnLst/>
              <a:rect l="l" t="t" r="r" b="b"/>
              <a:pathLst>
                <a:path w="2489" h="2133"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3450;p96">
              <a:extLst>
                <a:ext uri="{FF2B5EF4-FFF2-40B4-BE49-F238E27FC236}">
                  <a16:creationId xmlns:a16="http://schemas.microsoft.com/office/drawing/2014/main" id="{7639AF53-FAAA-74B7-2440-F4DD19A4D8FC}"/>
                </a:ext>
              </a:extLst>
            </p:cNvPr>
            <p:cNvSpPr/>
            <p:nvPr/>
          </p:nvSpPr>
          <p:spPr>
            <a:xfrm>
              <a:off x="5189550" y="1876050"/>
              <a:ext cx="62225" cy="53300"/>
            </a:xfrm>
            <a:custGeom>
              <a:avLst/>
              <a:gdLst/>
              <a:ahLst/>
              <a:cxnLst/>
              <a:rect l="l" t="t" r="r" b="b"/>
              <a:pathLst>
                <a:path w="2489" h="2132" extrusionOk="0">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3451;p96">
              <a:extLst>
                <a:ext uri="{FF2B5EF4-FFF2-40B4-BE49-F238E27FC236}">
                  <a16:creationId xmlns:a16="http://schemas.microsoft.com/office/drawing/2014/main" id="{19F39EB0-44D5-7D1E-2A63-10D42D4434F0}"/>
                </a:ext>
              </a:extLst>
            </p:cNvPr>
            <p:cNvSpPr/>
            <p:nvPr/>
          </p:nvSpPr>
          <p:spPr>
            <a:xfrm>
              <a:off x="5189550" y="1952050"/>
              <a:ext cx="62225" cy="53450"/>
            </a:xfrm>
            <a:custGeom>
              <a:avLst/>
              <a:gdLst/>
              <a:ahLst/>
              <a:cxnLst/>
              <a:rect l="l" t="t" r="r" b="b"/>
              <a:pathLst>
                <a:path w="2489" h="2138" extrusionOk="0">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3452;p96">
              <a:extLst>
                <a:ext uri="{FF2B5EF4-FFF2-40B4-BE49-F238E27FC236}">
                  <a16:creationId xmlns:a16="http://schemas.microsoft.com/office/drawing/2014/main" id="{F715D398-C2D0-0FF6-DA37-D284201FA867}"/>
                </a:ext>
              </a:extLst>
            </p:cNvPr>
            <p:cNvSpPr/>
            <p:nvPr/>
          </p:nvSpPr>
          <p:spPr>
            <a:xfrm>
              <a:off x="5189550" y="20282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3453;p96">
              <a:extLst>
                <a:ext uri="{FF2B5EF4-FFF2-40B4-BE49-F238E27FC236}">
                  <a16:creationId xmlns:a16="http://schemas.microsoft.com/office/drawing/2014/main" id="{D0C435A6-695C-C542-6733-3632CC18143C}"/>
                </a:ext>
              </a:extLst>
            </p:cNvPr>
            <p:cNvSpPr/>
            <p:nvPr/>
          </p:nvSpPr>
          <p:spPr>
            <a:xfrm>
              <a:off x="5189550" y="2104500"/>
              <a:ext cx="62225" cy="53325"/>
            </a:xfrm>
            <a:custGeom>
              <a:avLst/>
              <a:gdLst/>
              <a:ahLst/>
              <a:cxnLst/>
              <a:rect l="l" t="t" r="r" b="b"/>
              <a:pathLst>
                <a:path w="2489" h="2133" extrusionOk="0">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3454;p96">
              <a:extLst>
                <a:ext uri="{FF2B5EF4-FFF2-40B4-BE49-F238E27FC236}">
                  <a16:creationId xmlns:a16="http://schemas.microsoft.com/office/drawing/2014/main" id="{F1B4283E-EA78-DE66-049B-646AB647812B}"/>
                </a:ext>
              </a:extLst>
            </p:cNvPr>
            <p:cNvSpPr/>
            <p:nvPr/>
          </p:nvSpPr>
          <p:spPr>
            <a:xfrm>
              <a:off x="5189550" y="2180700"/>
              <a:ext cx="62225" cy="53350"/>
            </a:xfrm>
            <a:custGeom>
              <a:avLst/>
              <a:gdLst/>
              <a:ahLst/>
              <a:cxnLst/>
              <a:rect l="l" t="t" r="r" b="b"/>
              <a:pathLst>
                <a:path w="2489" h="2134" extrusionOk="0">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3455;p96">
              <a:extLst>
                <a:ext uri="{FF2B5EF4-FFF2-40B4-BE49-F238E27FC236}">
                  <a16:creationId xmlns:a16="http://schemas.microsoft.com/office/drawing/2014/main" id="{96A5147F-313A-F441-5EB2-388E875AC5D5}"/>
                </a:ext>
              </a:extLst>
            </p:cNvPr>
            <p:cNvSpPr/>
            <p:nvPr/>
          </p:nvSpPr>
          <p:spPr>
            <a:xfrm>
              <a:off x="5189550" y="2256925"/>
              <a:ext cx="62425" cy="53425"/>
            </a:xfrm>
            <a:custGeom>
              <a:avLst/>
              <a:gdLst/>
              <a:ahLst/>
              <a:cxnLst/>
              <a:rect l="l" t="t" r="r" b="b"/>
              <a:pathLst>
                <a:path w="2497" h="2137" extrusionOk="0">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3456;p96">
              <a:extLst>
                <a:ext uri="{FF2B5EF4-FFF2-40B4-BE49-F238E27FC236}">
                  <a16:creationId xmlns:a16="http://schemas.microsoft.com/office/drawing/2014/main" id="{D3540A33-5B8D-01D9-3544-BA157B015DBB}"/>
                </a:ext>
              </a:extLst>
            </p:cNvPr>
            <p:cNvSpPr/>
            <p:nvPr/>
          </p:nvSpPr>
          <p:spPr>
            <a:xfrm>
              <a:off x="5189550" y="2333125"/>
              <a:ext cx="62225" cy="53350"/>
            </a:xfrm>
            <a:custGeom>
              <a:avLst/>
              <a:gdLst/>
              <a:ahLst/>
              <a:cxnLst/>
              <a:rect l="l" t="t" r="r" b="b"/>
              <a:pathLst>
                <a:path w="2489" h="2134" extrusionOk="0">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3457;p96">
              <a:extLst>
                <a:ext uri="{FF2B5EF4-FFF2-40B4-BE49-F238E27FC236}">
                  <a16:creationId xmlns:a16="http://schemas.microsoft.com/office/drawing/2014/main" id="{CA9C952B-3DAE-60F4-061E-6A006A85A677}"/>
                </a:ext>
              </a:extLst>
            </p:cNvPr>
            <p:cNvSpPr/>
            <p:nvPr/>
          </p:nvSpPr>
          <p:spPr>
            <a:xfrm>
              <a:off x="5189550" y="2409350"/>
              <a:ext cx="62225" cy="53350"/>
            </a:xfrm>
            <a:custGeom>
              <a:avLst/>
              <a:gdLst/>
              <a:ahLst/>
              <a:cxnLst/>
              <a:rect l="l" t="t" r="r" b="b"/>
              <a:pathLst>
                <a:path w="2489" h="2134"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3458;p96">
              <a:extLst>
                <a:ext uri="{FF2B5EF4-FFF2-40B4-BE49-F238E27FC236}">
                  <a16:creationId xmlns:a16="http://schemas.microsoft.com/office/drawing/2014/main" id="{9D304C20-AB05-BBC4-D7F9-BB020E9C42C5}"/>
                </a:ext>
              </a:extLst>
            </p:cNvPr>
            <p:cNvSpPr/>
            <p:nvPr/>
          </p:nvSpPr>
          <p:spPr>
            <a:xfrm>
              <a:off x="5189550"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3459;p96">
              <a:extLst>
                <a:ext uri="{FF2B5EF4-FFF2-40B4-BE49-F238E27FC236}">
                  <a16:creationId xmlns:a16="http://schemas.microsoft.com/office/drawing/2014/main" id="{AE838FEF-7AA1-CDEB-2110-E5469BBC4E71}"/>
                </a:ext>
              </a:extLst>
            </p:cNvPr>
            <p:cNvSpPr/>
            <p:nvPr/>
          </p:nvSpPr>
          <p:spPr>
            <a:xfrm>
              <a:off x="5189550" y="2561575"/>
              <a:ext cx="62225" cy="53425"/>
            </a:xfrm>
            <a:custGeom>
              <a:avLst/>
              <a:gdLst/>
              <a:ahLst/>
              <a:cxnLst/>
              <a:rect l="l" t="t" r="r" b="b"/>
              <a:pathLst>
                <a:path w="2489" h="2137" extrusionOk="0">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3460;p96">
              <a:extLst>
                <a:ext uri="{FF2B5EF4-FFF2-40B4-BE49-F238E27FC236}">
                  <a16:creationId xmlns:a16="http://schemas.microsoft.com/office/drawing/2014/main" id="{F6A2F7C6-9773-4051-9719-3A0DF7EB37A8}"/>
                </a:ext>
              </a:extLst>
            </p:cNvPr>
            <p:cNvSpPr/>
            <p:nvPr/>
          </p:nvSpPr>
          <p:spPr>
            <a:xfrm>
              <a:off x="5189550" y="2714000"/>
              <a:ext cx="62225" cy="53350"/>
            </a:xfrm>
            <a:custGeom>
              <a:avLst/>
              <a:gdLst/>
              <a:ahLst/>
              <a:cxnLst/>
              <a:rect l="l" t="t" r="r" b="b"/>
              <a:pathLst>
                <a:path w="2489" h="2134" extrusionOk="0">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3461;p96">
              <a:extLst>
                <a:ext uri="{FF2B5EF4-FFF2-40B4-BE49-F238E27FC236}">
                  <a16:creationId xmlns:a16="http://schemas.microsoft.com/office/drawing/2014/main" id="{490D3B68-E8B1-5EBC-6953-7665600A924A}"/>
                </a:ext>
              </a:extLst>
            </p:cNvPr>
            <p:cNvSpPr/>
            <p:nvPr/>
          </p:nvSpPr>
          <p:spPr>
            <a:xfrm>
              <a:off x="5189550" y="2637775"/>
              <a:ext cx="62425" cy="53450"/>
            </a:xfrm>
            <a:custGeom>
              <a:avLst/>
              <a:gdLst/>
              <a:ahLst/>
              <a:cxnLst/>
              <a:rect l="l" t="t" r="r" b="b"/>
              <a:pathLst>
                <a:path w="2497" h="2138" extrusionOk="0">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3462;p96">
              <a:extLst>
                <a:ext uri="{FF2B5EF4-FFF2-40B4-BE49-F238E27FC236}">
                  <a16:creationId xmlns:a16="http://schemas.microsoft.com/office/drawing/2014/main" id="{0F465DB4-4CBE-2E9F-52B4-A24132367DBC}"/>
                </a:ext>
              </a:extLst>
            </p:cNvPr>
            <p:cNvSpPr/>
            <p:nvPr/>
          </p:nvSpPr>
          <p:spPr>
            <a:xfrm>
              <a:off x="5265775" y="1342750"/>
              <a:ext cx="62200" cy="53350"/>
            </a:xfrm>
            <a:custGeom>
              <a:avLst/>
              <a:gdLst/>
              <a:ahLst/>
              <a:cxnLst/>
              <a:rect l="l" t="t" r="r" b="b"/>
              <a:pathLst>
                <a:path w="2488" h="2134" extrusionOk="0">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3463;p96">
              <a:extLst>
                <a:ext uri="{FF2B5EF4-FFF2-40B4-BE49-F238E27FC236}">
                  <a16:creationId xmlns:a16="http://schemas.microsoft.com/office/drawing/2014/main" id="{3042F155-23AB-DB81-851E-D8272CE9B2C0}"/>
                </a:ext>
              </a:extLst>
            </p:cNvPr>
            <p:cNvSpPr/>
            <p:nvPr/>
          </p:nvSpPr>
          <p:spPr>
            <a:xfrm>
              <a:off x="5265775" y="14189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3464;p96">
              <a:extLst>
                <a:ext uri="{FF2B5EF4-FFF2-40B4-BE49-F238E27FC236}">
                  <a16:creationId xmlns:a16="http://schemas.microsoft.com/office/drawing/2014/main" id="{CEA2CFE3-373C-2D14-855F-C1390A080676}"/>
                </a:ext>
              </a:extLst>
            </p:cNvPr>
            <p:cNvSpPr/>
            <p:nvPr/>
          </p:nvSpPr>
          <p:spPr>
            <a:xfrm>
              <a:off x="5265775" y="149520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3465;p96">
              <a:extLst>
                <a:ext uri="{FF2B5EF4-FFF2-40B4-BE49-F238E27FC236}">
                  <a16:creationId xmlns:a16="http://schemas.microsoft.com/office/drawing/2014/main" id="{1D46DC7E-E383-029A-2A1D-8D4315A3A2F1}"/>
                </a:ext>
              </a:extLst>
            </p:cNvPr>
            <p:cNvSpPr/>
            <p:nvPr/>
          </p:nvSpPr>
          <p:spPr>
            <a:xfrm>
              <a:off x="5265775" y="1571400"/>
              <a:ext cx="62200" cy="53300"/>
            </a:xfrm>
            <a:custGeom>
              <a:avLst/>
              <a:gdLst/>
              <a:ahLst/>
              <a:cxnLst/>
              <a:rect l="l" t="t" r="r" b="b"/>
              <a:pathLst>
                <a:path w="2488" h="2132" extrusionOk="0">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3466;p96">
              <a:extLst>
                <a:ext uri="{FF2B5EF4-FFF2-40B4-BE49-F238E27FC236}">
                  <a16:creationId xmlns:a16="http://schemas.microsoft.com/office/drawing/2014/main" id="{7A8F6E72-3871-067B-411E-214BAD480589}"/>
                </a:ext>
              </a:extLst>
            </p:cNvPr>
            <p:cNvSpPr/>
            <p:nvPr/>
          </p:nvSpPr>
          <p:spPr>
            <a:xfrm>
              <a:off x="5265775" y="1647400"/>
              <a:ext cx="62200" cy="53450"/>
            </a:xfrm>
            <a:custGeom>
              <a:avLst/>
              <a:gdLst/>
              <a:ahLst/>
              <a:cxnLst/>
              <a:rect l="l" t="t" r="r" b="b"/>
              <a:pathLst>
                <a:path w="2488" h="2138" extrusionOk="0">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3467;p96">
              <a:extLst>
                <a:ext uri="{FF2B5EF4-FFF2-40B4-BE49-F238E27FC236}">
                  <a16:creationId xmlns:a16="http://schemas.microsoft.com/office/drawing/2014/main" id="{E6641AC3-0120-ABCF-9896-64E707AC0828}"/>
                </a:ext>
              </a:extLst>
            </p:cNvPr>
            <p:cNvSpPr/>
            <p:nvPr/>
          </p:nvSpPr>
          <p:spPr>
            <a:xfrm>
              <a:off x="5265775" y="172362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3468;p96">
              <a:extLst>
                <a:ext uri="{FF2B5EF4-FFF2-40B4-BE49-F238E27FC236}">
                  <a16:creationId xmlns:a16="http://schemas.microsoft.com/office/drawing/2014/main" id="{530FFF4F-D984-FC72-58D2-9E23C89B18FD}"/>
                </a:ext>
              </a:extLst>
            </p:cNvPr>
            <p:cNvSpPr/>
            <p:nvPr/>
          </p:nvSpPr>
          <p:spPr>
            <a:xfrm>
              <a:off x="5265775" y="179985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3469;p96">
              <a:extLst>
                <a:ext uri="{FF2B5EF4-FFF2-40B4-BE49-F238E27FC236}">
                  <a16:creationId xmlns:a16="http://schemas.microsoft.com/office/drawing/2014/main" id="{96E1C17A-468B-7CD2-2CAC-3BF4BEC99D2B}"/>
                </a:ext>
              </a:extLst>
            </p:cNvPr>
            <p:cNvSpPr/>
            <p:nvPr/>
          </p:nvSpPr>
          <p:spPr>
            <a:xfrm>
              <a:off x="5265775" y="1876050"/>
              <a:ext cx="62200" cy="53300"/>
            </a:xfrm>
            <a:custGeom>
              <a:avLst/>
              <a:gdLst/>
              <a:ahLst/>
              <a:cxnLst/>
              <a:rect l="l" t="t" r="r" b="b"/>
              <a:pathLst>
                <a:path w="2488" h="2132" extrusionOk="0">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3470;p96">
              <a:extLst>
                <a:ext uri="{FF2B5EF4-FFF2-40B4-BE49-F238E27FC236}">
                  <a16:creationId xmlns:a16="http://schemas.microsoft.com/office/drawing/2014/main" id="{167D1BE3-499D-63DF-D6B5-066519666A62}"/>
                </a:ext>
              </a:extLst>
            </p:cNvPr>
            <p:cNvSpPr/>
            <p:nvPr/>
          </p:nvSpPr>
          <p:spPr>
            <a:xfrm>
              <a:off x="5265775" y="1952050"/>
              <a:ext cx="62200" cy="53450"/>
            </a:xfrm>
            <a:custGeom>
              <a:avLst/>
              <a:gdLst/>
              <a:ahLst/>
              <a:cxnLst/>
              <a:rect l="l" t="t" r="r" b="b"/>
              <a:pathLst>
                <a:path w="2488" h="2138" extrusionOk="0">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3471;p96">
              <a:extLst>
                <a:ext uri="{FF2B5EF4-FFF2-40B4-BE49-F238E27FC236}">
                  <a16:creationId xmlns:a16="http://schemas.microsoft.com/office/drawing/2014/main" id="{1D73C540-3BE6-8490-30FC-7B295B86E8D1}"/>
                </a:ext>
              </a:extLst>
            </p:cNvPr>
            <p:cNvSpPr/>
            <p:nvPr/>
          </p:nvSpPr>
          <p:spPr>
            <a:xfrm>
              <a:off x="5265775" y="20282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3472;p96">
              <a:extLst>
                <a:ext uri="{FF2B5EF4-FFF2-40B4-BE49-F238E27FC236}">
                  <a16:creationId xmlns:a16="http://schemas.microsoft.com/office/drawing/2014/main" id="{3736F52C-C40A-80EA-A780-DD637488A848}"/>
                </a:ext>
              </a:extLst>
            </p:cNvPr>
            <p:cNvSpPr/>
            <p:nvPr/>
          </p:nvSpPr>
          <p:spPr>
            <a:xfrm>
              <a:off x="5265775" y="2104500"/>
              <a:ext cx="62200" cy="53325"/>
            </a:xfrm>
            <a:custGeom>
              <a:avLst/>
              <a:gdLst/>
              <a:ahLst/>
              <a:cxnLst/>
              <a:rect l="l" t="t" r="r" b="b"/>
              <a:pathLst>
                <a:path w="2488" h="2133" extrusionOk="0">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3473;p96">
              <a:extLst>
                <a:ext uri="{FF2B5EF4-FFF2-40B4-BE49-F238E27FC236}">
                  <a16:creationId xmlns:a16="http://schemas.microsoft.com/office/drawing/2014/main" id="{43BBEF73-9328-88DD-8428-ECF817B80BB0}"/>
                </a:ext>
              </a:extLst>
            </p:cNvPr>
            <p:cNvSpPr/>
            <p:nvPr/>
          </p:nvSpPr>
          <p:spPr>
            <a:xfrm>
              <a:off x="5265775" y="2180700"/>
              <a:ext cx="62200" cy="53350"/>
            </a:xfrm>
            <a:custGeom>
              <a:avLst/>
              <a:gdLst/>
              <a:ahLst/>
              <a:cxnLst/>
              <a:rect l="l" t="t" r="r" b="b"/>
              <a:pathLst>
                <a:path w="2488" h="2134" extrusionOk="0">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3474;p96">
              <a:extLst>
                <a:ext uri="{FF2B5EF4-FFF2-40B4-BE49-F238E27FC236}">
                  <a16:creationId xmlns:a16="http://schemas.microsoft.com/office/drawing/2014/main" id="{AB30A6B9-9DF5-66D2-9D1B-D11AB1274F4C}"/>
                </a:ext>
              </a:extLst>
            </p:cNvPr>
            <p:cNvSpPr/>
            <p:nvPr/>
          </p:nvSpPr>
          <p:spPr>
            <a:xfrm>
              <a:off x="5265775" y="2256925"/>
              <a:ext cx="62400" cy="53425"/>
            </a:xfrm>
            <a:custGeom>
              <a:avLst/>
              <a:gdLst/>
              <a:ahLst/>
              <a:cxnLst/>
              <a:rect l="l" t="t" r="r" b="b"/>
              <a:pathLst>
                <a:path w="2496" h="2137" extrusionOk="0">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3475;p96">
              <a:extLst>
                <a:ext uri="{FF2B5EF4-FFF2-40B4-BE49-F238E27FC236}">
                  <a16:creationId xmlns:a16="http://schemas.microsoft.com/office/drawing/2014/main" id="{889A1F73-EB45-04AA-1ABD-A770C25F47C3}"/>
                </a:ext>
              </a:extLst>
            </p:cNvPr>
            <p:cNvSpPr/>
            <p:nvPr/>
          </p:nvSpPr>
          <p:spPr>
            <a:xfrm>
              <a:off x="5265775" y="2333125"/>
              <a:ext cx="62200" cy="53350"/>
            </a:xfrm>
            <a:custGeom>
              <a:avLst/>
              <a:gdLst/>
              <a:ahLst/>
              <a:cxnLst/>
              <a:rect l="l" t="t" r="r" b="b"/>
              <a:pathLst>
                <a:path w="2488" h="2134" extrusionOk="0">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3476;p96">
              <a:extLst>
                <a:ext uri="{FF2B5EF4-FFF2-40B4-BE49-F238E27FC236}">
                  <a16:creationId xmlns:a16="http://schemas.microsoft.com/office/drawing/2014/main" id="{523F18FA-5BBD-BEE9-61A3-D0A90845980F}"/>
                </a:ext>
              </a:extLst>
            </p:cNvPr>
            <p:cNvSpPr/>
            <p:nvPr/>
          </p:nvSpPr>
          <p:spPr>
            <a:xfrm>
              <a:off x="5265775" y="2409350"/>
              <a:ext cx="62200" cy="53350"/>
            </a:xfrm>
            <a:custGeom>
              <a:avLst/>
              <a:gdLst/>
              <a:ahLst/>
              <a:cxnLst/>
              <a:rect l="l" t="t" r="r" b="b"/>
              <a:pathLst>
                <a:path w="2488" h="2134" extrusionOk="0">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3477;p96">
              <a:extLst>
                <a:ext uri="{FF2B5EF4-FFF2-40B4-BE49-F238E27FC236}">
                  <a16:creationId xmlns:a16="http://schemas.microsoft.com/office/drawing/2014/main" id="{6564E205-5168-D046-A100-FA8A3524C77D}"/>
                </a:ext>
              </a:extLst>
            </p:cNvPr>
            <p:cNvSpPr/>
            <p:nvPr/>
          </p:nvSpPr>
          <p:spPr>
            <a:xfrm>
              <a:off x="5265775" y="2485550"/>
              <a:ext cx="62200" cy="53350"/>
            </a:xfrm>
            <a:custGeom>
              <a:avLst/>
              <a:gdLst/>
              <a:ahLst/>
              <a:cxnLst/>
              <a:rect l="l" t="t" r="r" b="b"/>
              <a:pathLst>
                <a:path w="2488" h="2134" extrusionOk="0">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3478;p96">
              <a:extLst>
                <a:ext uri="{FF2B5EF4-FFF2-40B4-BE49-F238E27FC236}">
                  <a16:creationId xmlns:a16="http://schemas.microsoft.com/office/drawing/2014/main" id="{1FC12735-BB56-1355-A9B2-8860F7DC059E}"/>
                </a:ext>
              </a:extLst>
            </p:cNvPr>
            <p:cNvSpPr/>
            <p:nvPr/>
          </p:nvSpPr>
          <p:spPr>
            <a:xfrm>
              <a:off x="5265775" y="2561575"/>
              <a:ext cx="62200" cy="53425"/>
            </a:xfrm>
            <a:custGeom>
              <a:avLst/>
              <a:gdLst/>
              <a:ahLst/>
              <a:cxnLst/>
              <a:rect l="l" t="t" r="r" b="b"/>
              <a:pathLst>
                <a:path w="2488" h="2137" extrusionOk="0">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3479;p96">
              <a:extLst>
                <a:ext uri="{FF2B5EF4-FFF2-40B4-BE49-F238E27FC236}">
                  <a16:creationId xmlns:a16="http://schemas.microsoft.com/office/drawing/2014/main" id="{061A228F-E648-759F-BAFC-E78473F63940}"/>
                </a:ext>
              </a:extLst>
            </p:cNvPr>
            <p:cNvSpPr/>
            <p:nvPr/>
          </p:nvSpPr>
          <p:spPr>
            <a:xfrm>
              <a:off x="5265775"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3480;p96">
              <a:extLst>
                <a:ext uri="{FF2B5EF4-FFF2-40B4-BE49-F238E27FC236}">
                  <a16:creationId xmlns:a16="http://schemas.microsoft.com/office/drawing/2014/main" id="{F74544C4-D9E2-3324-BD0A-7C5A11C255CF}"/>
                </a:ext>
              </a:extLst>
            </p:cNvPr>
            <p:cNvSpPr/>
            <p:nvPr/>
          </p:nvSpPr>
          <p:spPr>
            <a:xfrm>
              <a:off x="5341975"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3481;p96">
              <a:extLst>
                <a:ext uri="{FF2B5EF4-FFF2-40B4-BE49-F238E27FC236}">
                  <a16:creationId xmlns:a16="http://schemas.microsoft.com/office/drawing/2014/main" id="{72EE7A6A-B203-CEB0-267F-89806875D846}"/>
                </a:ext>
              </a:extLst>
            </p:cNvPr>
            <p:cNvSpPr/>
            <p:nvPr/>
          </p:nvSpPr>
          <p:spPr>
            <a:xfrm>
              <a:off x="5341975"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3482;p96">
              <a:extLst>
                <a:ext uri="{FF2B5EF4-FFF2-40B4-BE49-F238E27FC236}">
                  <a16:creationId xmlns:a16="http://schemas.microsoft.com/office/drawing/2014/main" id="{1082907C-8B7A-CACB-0B62-7F2FB8FDD3FB}"/>
                </a:ext>
              </a:extLst>
            </p:cNvPr>
            <p:cNvSpPr/>
            <p:nvPr/>
          </p:nvSpPr>
          <p:spPr>
            <a:xfrm>
              <a:off x="5341975" y="14952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3483;p96">
              <a:extLst>
                <a:ext uri="{FF2B5EF4-FFF2-40B4-BE49-F238E27FC236}">
                  <a16:creationId xmlns:a16="http://schemas.microsoft.com/office/drawing/2014/main" id="{995072B3-E22F-E05F-A321-638F2E548F7F}"/>
                </a:ext>
              </a:extLst>
            </p:cNvPr>
            <p:cNvSpPr/>
            <p:nvPr/>
          </p:nvSpPr>
          <p:spPr>
            <a:xfrm>
              <a:off x="5341975" y="1571400"/>
              <a:ext cx="62375" cy="53250"/>
            </a:xfrm>
            <a:custGeom>
              <a:avLst/>
              <a:gdLst/>
              <a:ahLst/>
              <a:cxnLst/>
              <a:rect l="l" t="t" r="r" b="b"/>
              <a:pathLst>
                <a:path w="2495" h="2130" extrusionOk="0">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3484;p96">
              <a:extLst>
                <a:ext uri="{FF2B5EF4-FFF2-40B4-BE49-F238E27FC236}">
                  <a16:creationId xmlns:a16="http://schemas.microsoft.com/office/drawing/2014/main" id="{8088994E-A854-080D-0EF7-81640FCC5F87}"/>
                </a:ext>
              </a:extLst>
            </p:cNvPr>
            <p:cNvSpPr/>
            <p:nvPr/>
          </p:nvSpPr>
          <p:spPr>
            <a:xfrm>
              <a:off x="5341975"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3485;p96">
              <a:extLst>
                <a:ext uri="{FF2B5EF4-FFF2-40B4-BE49-F238E27FC236}">
                  <a16:creationId xmlns:a16="http://schemas.microsoft.com/office/drawing/2014/main" id="{69757C46-4509-87AD-7E4E-976C92348ADD}"/>
                </a:ext>
              </a:extLst>
            </p:cNvPr>
            <p:cNvSpPr/>
            <p:nvPr/>
          </p:nvSpPr>
          <p:spPr>
            <a:xfrm>
              <a:off x="5341975"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3486;p96">
              <a:extLst>
                <a:ext uri="{FF2B5EF4-FFF2-40B4-BE49-F238E27FC236}">
                  <a16:creationId xmlns:a16="http://schemas.microsoft.com/office/drawing/2014/main" id="{32ECA002-01B8-33E3-3F34-8F8DD8DD99AB}"/>
                </a:ext>
              </a:extLst>
            </p:cNvPr>
            <p:cNvSpPr/>
            <p:nvPr/>
          </p:nvSpPr>
          <p:spPr>
            <a:xfrm>
              <a:off x="5341975"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3487;p96">
              <a:extLst>
                <a:ext uri="{FF2B5EF4-FFF2-40B4-BE49-F238E27FC236}">
                  <a16:creationId xmlns:a16="http://schemas.microsoft.com/office/drawing/2014/main" id="{1ECA0BCB-5A4B-A112-A937-0040F602EC8F}"/>
                </a:ext>
              </a:extLst>
            </p:cNvPr>
            <p:cNvSpPr/>
            <p:nvPr/>
          </p:nvSpPr>
          <p:spPr>
            <a:xfrm>
              <a:off x="5341975" y="1876050"/>
              <a:ext cx="62425" cy="53275"/>
            </a:xfrm>
            <a:custGeom>
              <a:avLst/>
              <a:gdLst/>
              <a:ahLst/>
              <a:cxnLst/>
              <a:rect l="l" t="t" r="r" b="b"/>
              <a:pathLst>
                <a:path w="2497" h="2131" extrusionOk="0">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3488;p96">
              <a:extLst>
                <a:ext uri="{FF2B5EF4-FFF2-40B4-BE49-F238E27FC236}">
                  <a16:creationId xmlns:a16="http://schemas.microsoft.com/office/drawing/2014/main" id="{62E0623B-2002-65DE-D8A2-B48BF5F119A0}"/>
                </a:ext>
              </a:extLst>
            </p:cNvPr>
            <p:cNvSpPr/>
            <p:nvPr/>
          </p:nvSpPr>
          <p:spPr>
            <a:xfrm>
              <a:off x="5341975"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3489;p96">
              <a:extLst>
                <a:ext uri="{FF2B5EF4-FFF2-40B4-BE49-F238E27FC236}">
                  <a16:creationId xmlns:a16="http://schemas.microsoft.com/office/drawing/2014/main" id="{8558C772-9947-1E31-15A2-C79274DCFDA0}"/>
                </a:ext>
              </a:extLst>
            </p:cNvPr>
            <p:cNvSpPr/>
            <p:nvPr/>
          </p:nvSpPr>
          <p:spPr>
            <a:xfrm>
              <a:off x="5341975"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3490;p96">
              <a:extLst>
                <a:ext uri="{FF2B5EF4-FFF2-40B4-BE49-F238E27FC236}">
                  <a16:creationId xmlns:a16="http://schemas.microsoft.com/office/drawing/2014/main" id="{13AC23E9-D20C-6646-6C79-816CA18ECD77}"/>
                </a:ext>
              </a:extLst>
            </p:cNvPr>
            <p:cNvSpPr/>
            <p:nvPr/>
          </p:nvSpPr>
          <p:spPr>
            <a:xfrm>
              <a:off x="5341975"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3491;p96">
              <a:extLst>
                <a:ext uri="{FF2B5EF4-FFF2-40B4-BE49-F238E27FC236}">
                  <a16:creationId xmlns:a16="http://schemas.microsoft.com/office/drawing/2014/main" id="{B41FEB3E-A523-7B6B-4CED-21159C2B8EBD}"/>
                </a:ext>
              </a:extLst>
            </p:cNvPr>
            <p:cNvSpPr/>
            <p:nvPr/>
          </p:nvSpPr>
          <p:spPr>
            <a:xfrm>
              <a:off x="5341975"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3492;p96">
              <a:extLst>
                <a:ext uri="{FF2B5EF4-FFF2-40B4-BE49-F238E27FC236}">
                  <a16:creationId xmlns:a16="http://schemas.microsoft.com/office/drawing/2014/main" id="{F3C458B9-598A-8AEA-86A6-51D647D7919D}"/>
                </a:ext>
              </a:extLst>
            </p:cNvPr>
            <p:cNvSpPr/>
            <p:nvPr/>
          </p:nvSpPr>
          <p:spPr>
            <a:xfrm>
              <a:off x="5341975" y="2256925"/>
              <a:ext cx="62575" cy="53425"/>
            </a:xfrm>
            <a:custGeom>
              <a:avLst/>
              <a:gdLst/>
              <a:ahLst/>
              <a:cxnLst/>
              <a:rect l="l" t="t" r="r" b="b"/>
              <a:pathLst>
                <a:path w="2503" h="2137" extrusionOk="0">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3493;p96">
              <a:extLst>
                <a:ext uri="{FF2B5EF4-FFF2-40B4-BE49-F238E27FC236}">
                  <a16:creationId xmlns:a16="http://schemas.microsoft.com/office/drawing/2014/main" id="{4BB30398-6C5C-94A4-98F7-BBE19BFB0837}"/>
                </a:ext>
              </a:extLst>
            </p:cNvPr>
            <p:cNvSpPr/>
            <p:nvPr/>
          </p:nvSpPr>
          <p:spPr>
            <a:xfrm>
              <a:off x="5341975"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3494;p96">
              <a:extLst>
                <a:ext uri="{FF2B5EF4-FFF2-40B4-BE49-F238E27FC236}">
                  <a16:creationId xmlns:a16="http://schemas.microsoft.com/office/drawing/2014/main" id="{A28CB5A6-E85B-6EC5-91F7-D02B0A8F6FAB}"/>
                </a:ext>
              </a:extLst>
            </p:cNvPr>
            <p:cNvSpPr/>
            <p:nvPr/>
          </p:nvSpPr>
          <p:spPr>
            <a:xfrm>
              <a:off x="5341975" y="2485550"/>
              <a:ext cx="62425" cy="53300"/>
            </a:xfrm>
            <a:custGeom>
              <a:avLst/>
              <a:gdLst/>
              <a:ahLst/>
              <a:cxnLst/>
              <a:rect l="l" t="t" r="r" b="b"/>
              <a:pathLst>
                <a:path w="2497" h="2132" extrusionOk="0">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3495;p96">
              <a:extLst>
                <a:ext uri="{FF2B5EF4-FFF2-40B4-BE49-F238E27FC236}">
                  <a16:creationId xmlns:a16="http://schemas.microsoft.com/office/drawing/2014/main" id="{193B82F9-05FF-4704-0ADA-C56340289EEA}"/>
                </a:ext>
              </a:extLst>
            </p:cNvPr>
            <p:cNvSpPr/>
            <p:nvPr/>
          </p:nvSpPr>
          <p:spPr>
            <a:xfrm>
              <a:off x="5341975"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3496;p96">
              <a:extLst>
                <a:ext uri="{FF2B5EF4-FFF2-40B4-BE49-F238E27FC236}">
                  <a16:creationId xmlns:a16="http://schemas.microsoft.com/office/drawing/2014/main" id="{95F3087A-3DED-E54E-F151-568A260A82DB}"/>
                </a:ext>
              </a:extLst>
            </p:cNvPr>
            <p:cNvSpPr/>
            <p:nvPr/>
          </p:nvSpPr>
          <p:spPr>
            <a:xfrm>
              <a:off x="5341975"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3497;p96">
              <a:extLst>
                <a:ext uri="{FF2B5EF4-FFF2-40B4-BE49-F238E27FC236}">
                  <a16:creationId xmlns:a16="http://schemas.microsoft.com/office/drawing/2014/main" id="{2DEB2A0B-79FB-DC49-620D-2B4FA9E1275B}"/>
                </a:ext>
              </a:extLst>
            </p:cNvPr>
            <p:cNvSpPr/>
            <p:nvPr/>
          </p:nvSpPr>
          <p:spPr>
            <a:xfrm>
              <a:off x="5418200" y="134275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3498;p96">
              <a:extLst>
                <a:ext uri="{FF2B5EF4-FFF2-40B4-BE49-F238E27FC236}">
                  <a16:creationId xmlns:a16="http://schemas.microsoft.com/office/drawing/2014/main" id="{2242482D-D1A4-63DC-A86C-87FE816D953D}"/>
                </a:ext>
              </a:extLst>
            </p:cNvPr>
            <p:cNvSpPr/>
            <p:nvPr/>
          </p:nvSpPr>
          <p:spPr>
            <a:xfrm>
              <a:off x="5418200"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3499;p96">
              <a:extLst>
                <a:ext uri="{FF2B5EF4-FFF2-40B4-BE49-F238E27FC236}">
                  <a16:creationId xmlns:a16="http://schemas.microsoft.com/office/drawing/2014/main" id="{E6386AF7-E458-DABC-0331-1E65B0A6E163}"/>
                </a:ext>
              </a:extLst>
            </p:cNvPr>
            <p:cNvSpPr/>
            <p:nvPr/>
          </p:nvSpPr>
          <p:spPr>
            <a:xfrm>
              <a:off x="5418200"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3500;p96">
              <a:extLst>
                <a:ext uri="{FF2B5EF4-FFF2-40B4-BE49-F238E27FC236}">
                  <a16:creationId xmlns:a16="http://schemas.microsoft.com/office/drawing/2014/main" id="{CFFE6CD4-12C8-2E42-1D5C-D4CB4D19E517}"/>
                </a:ext>
              </a:extLst>
            </p:cNvPr>
            <p:cNvSpPr/>
            <p:nvPr/>
          </p:nvSpPr>
          <p:spPr>
            <a:xfrm>
              <a:off x="5418200"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3501;p96">
              <a:extLst>
                <a:ext uri="{FF2B5EF4-FFF2-40B4-BE49-F238E27FC236}">
                  <a16:creationId xmlns:a16="http://schemas.microsoft.com/office/drawing/2014/main" id="{0CFBC51F-9BD9-A81D-34E1-82F02211EF58}"/>
                </a:ext>
              </a:extLst>
            </p:cNvPr>
            <p:cNvSpPr/>
            <p:nvPr/>
          </p:nvSpPr>
          <p:spPr>
            <a:xfrm>
              <a:off x="5418200" y="164740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3502;p96">
              <a:extLst>
                <a:ext uri="{FF2B5EF4-FFF2-40B4-BE49-F238E27FC236}">
                  <a16:creationId xmlns:a16="http://schemas.microsoft.com/office/drawing/2014/main" id="{C4BEC815-A1AB-9331-FB30-5A4A3FC6A410}"/>
                </a:ext>
              </a:extLst>
            </p:cNvPr>
            <p:cNvSpPr/>
            <p:nvPr/>
          </p:nvSpPr>
          <p:spPr>
            <a:xfrm>
              <a:off x="5418200"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3503;p96">
              <a:extLst>
                <a:ext uri="{FF2B5EF4-FFF2-40B4-BE49-F238E27FC236}">
                  <a16:creationId xmlns:a16="http://schemas.microsoft.com/office/drawing/2014/main" id="{3C799502-2BD9-FAE4-D390-7B020F97D775}"/>
                </a:ext>
              </a:extLst>
            </p:cNvPr>
            <p:cNvSpPr/>
            <p:nvPr/>
          </p:nvSpPr>
          <p:spPr>
            <a:xfrm>
              <a:off x="5418200"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3504;p96">
              <a:extLst>
                <a:ext uri="{FF2B5EF4-FFF2-40B4-BE49-F238E27FC236}">
                  <a16:creationId xmlns:a16="http://schemas.microsoft.com/office/drawing/2014/main" id="{AB676983-CF88-A01E-C3C8-D1F66B4EC0D7}"/>
                </a:ext>
              </a:extLst>
            </p:cNvPr>
            <p:cNvSpPr/>
            <p:nvPr/>
          </p:nvSpPr>
          <p:spPr>
            <a:xfrm>
              <a:off x="5418200"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3505;p96">
              <a:extLst>
                <a:ext uri="{FF2B5EF4-FFF2-40B4-BE49-F238E27FC236}">
                  <a16:creationId xmlns:a16="http://schemas.microsoft.com/office/drawing/2014/main" id="{7257C316-4688-0045-AB7E-B874947D81FB}"/>
                </a:ext>
              </a:extLst>
            </p:cNvPr>
            <p:cNvSpPr/>
            <p:nvPr/>
          </p:nvSpPr>
          <p:spPr>
            <a:xfrm>
              <a:off x="5418200"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3506;p96">
              <a:extLst>
                <a:ext uri="{FF2B5EF4-FFF2-40B4-BE49-F238E27FC236}">
                  <a16:creationId xmlns:a16="http://schemas.microsoft.com/office/drawing/2014/main" id="{EF07EB2E-92EC-7B94-F57A-99ED32B0D610}"/>
                </a:ext>
              </a:extLst>
            </p:cNvPr>
            <p:cNvSpPr/>
            <p:nvPr/>
          </p:nvSpPr>
          <p:spPr>
            <a:xfrm>
              <a:off x="5418200"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3507;p96">
              <a:extLst>
                <a:ext uri="{FF2B5EF4-FFF2-40B4-BE49-F238E27FC236}">
                  <a16:creationId xmlns:a16="http://schemas.microsoft.com/office/drawing/2014/main" id="{19CD3922-03FC-4EAA-22A0-B3EC9AB3B7A2}"/>
                </a:ext>
              </a:extLst>
            </p:cNvPr>
            <p:cNvSpPr/>
            <p:nvPr/>
          </p:nvSpPr>
          <p:spPr>
            <a:xfrm>
              <a:off x="5418200"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3508;p96">
              <a:extLst>
                <a:ext uri="{FF2B5EF4-FFF2-40B4-BE49-F238E27FC236}">
                  <a16:creationId xmlns:a16="http://schemas.microsoft.com/office/drawing/2014/main" id="{BB6F517B-EEFC-CEFB-CCA4-463C0AD185A7}"/>
                </a:ext>
              </a:extLst>
            </p:cNvPr>
            <p:cNvSpPr/>
            <p:nvPr/>
          </p:nvSpPr>
          <p:spPr>
            <a:xfrm>
              <a:off x="5418200"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3509;p96">
              <a:extLst>
                <a:ext uri="{FF2B5EF4-FFF2-40B4-BE49-F238E27FC236}">
                  <a16:creationId xmlns:a16="http://schemas.microsoft.com/office/drawing/2014/main" id="{E98A67C2-7609-CA7E-E801-71C679BAE92A}"/>
                </a:ext>
              </a:extLst>
            </p:cNvPr>
            <p:cNvSpPr/>
            <p:nvPr/>
          </p:nvSpPr>
          <p:spPr>
            <a:xfrm>
              <a:off x="5418200"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3510;p96">
              <a:extLst>
                <a:ext uri="{FF2B5EF4-FFF2-40B4-BE49-F238E27FC236}">
                  <a16:creationId xmlns:a16="http://schemas.microsoft.com/office/drawing/2014/main" id="{04369F09-C300-1BB7-56D6-1EDEE592B112}"/>
                </a:ext>
              </a:extLst>
            </p:cNvPr>
            <p:cNvSpPr/>
            <p:nvPr/>
          </p:nvSpPr>
          <p:spPr>
            <a:xfrm>
              <a:off x="5418200"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3511;p96">
              <a:extLst>
                <a:ext uri="{FF2B5EF4-FFF2-40B4-BE49-F238E27FC236}">
                  <a16:creationId xmlns:a16="http://schemas.microsoft.com/office/drawing/2014/main" id="{CA8FC904-E23C-4B6B-5647-E49435515FCA}"/>
                </a:ext>
              </a:extLst>
            </p:cNvPr>
            <p:cNvSpPr/>
            <p:nvPr/>
          </p:nvSpPr>
          <p:spPr>
            <a:xfrm>
              <a:off x="5418200" y="2485550"/>
              <a:ext cx="62425" cy="53300"/>
            </a:xfrm>
            <a:custGeom>
              <a:avLst/>
              <a:gdLst/>
              <a:ahLst/>
              <a:cxnLst/>
              <a:rect l="l" t="t" r="r" b="b"/>
              <a:pathLst>
                <a:path w="2497" h="2132" extrusionOk="0">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3512;p96">
              <a:extLst>
                <a:ext uri="{FF2B5EF4-FFF2-40B4-BE49-F238E27FC236}">
                  <a16:creationId xmlns:a16="http://schemas.microsoft.com/office/drawing/2014/main" id="{640BC7D0-35C1-44E7-258A-2181894FC274}"/>
                </a:ext>
              </a:extLst>
            </p:cNvPr>
            <p:cNvSpPr/>
            <p:nvPr/>
          </p:nvSpPr>
          <p:spPr>
            <a:xfrm>
              <a:off x="5418200"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3513;p96">
              <a:extLst>
                <a:ext uri="{FF2B5EF4-FFF2-40B4-BE49-F238E27FC236}">
                  <a16:creationId xmlns:a16="http://schemas.microsoft.com/office/drawing/2014/main" id="{DE3FBD7D-5184-01A4-432F-54782D4D10CE}"/>
                </a:ext>
              </a:extLst>
            </p:cNvPr>
            <p:cNvSpPr/>
            <p:nvPr/>
          </p:nvSpPr>
          <p:spPr>
            <a:xfrm>
              <a:off x="5418200"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3514;p96">
              <a:extLst>
                <a:ext uri="{FF2B5EF4-FFF2-40B4-BE49-F238E27FC236}">
                  <a16:creationId xmlns:a16="http://schemas.microsoft.com/office/drawing/2014/main" id="{13B666E9-C78B-9CF3-304B-EA98E84652CA}"/>
                </a:ext>
              </a:extLst>
            </p:cNvPr>
            <p:cNvSpPr/>
            <p:nvPr/>
          </p:nvSpPr>
          <p:spPr>
            <a:xfrm>
              <a:off x="5418200"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3515;p96">
              <a:extLst>
                <a:ext uri="{FF2B5EF4-FFF2-40B4-BE49-F238E27FC236}">
                  <a16:creationId xmlns:a16="http://schemas.microsoft.com/office/drawing/2014/main" id="{1EA1545C-8032-2C93-F7FC-412EE36B408C}"/>
                </a:ext>
              </a:extLst>
            </p:cNvPr>
            <p:cNvSpPr/>
            <p:nvPr/>
          </p:nvSpPr>
          <p:spPr>
            <a:xfrm>
              <a:off x="5494400" y="1266550"/>
              <a:ext cx="62225" cy="53450"/>
            </a:xfrm>
            <a:custGeom>
              <a:avLst/>
              <a:gdLst/>
              <a:ahLst/>
              <a:cxnLst/>
              <a:rect l="l" t="t" r="r" b="b"/>
              <a:pathLst>
                <a:path w="2489" h="2138" extrusionOk="0">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3516;p96">
              <a:extLst>
                <a:ext uri="{FF2B5EF4-FFF2-40B4-BE49-F238E27FC236}">
                  <a16:creationId xmlns:a16="http://schemas.microsoft.com/office/drawing/2014/main" id="{92EAB529-BD06-1067-39B4-9906389EB12F}"/>
                </a:ext>
              </a:extLst>
            </p:cNvPr>
            <p:cNvSpPr/>
            <p:nvPr/>
          </p:nvSpPr>
          <p:spPr>
            <a:xfrm>
              <a:off x="5494400"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3517;p96">
              <a:extLst>
                <a:ext uri="{FF2B5EF4-FFF2-40B4-BE49-F238E27FC236}">
                  <a16:creationId xmlns:a16="http://schemas.microsoft.com/office/drawing/2014/main" id="{381EE872-D168-DD9B-081D-12EEE778970D}"/>
                </a:ext>
              </a:extLst>
            </p:cNvPr>
            <p:cNvSpPr/>
            <p:nvPr/>
          </p:nvSpPr>
          <p:spPr>
            <a:xfrm>
              <a:off x="54944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3518;p96">
              <a:extLst>
                <a:ext uri="{FF2B5EF4-FFF2-40B4-BE49-F238E27FC236}">
                  <a16:creationId xmlns:a16="http://schemas.microsoft.com/office/drawing/2014/main" id="{44A46EC9-DB7D-8473-2A97-D87E82FDA2D6}"/>
                </a:ext>
              </a:extLst>
            </p:cNvPr>
            <p:cNvSpPr/>
            <p:nvPr/>
          </p:nvSpPr>
          <p:spPr>
            <a:xfrm>
              <a:off x="54944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3519;p96">
              <a:extLst>
                <a:ext uri="{FF2B5EF4-FFF2-40B4-BE49-F238E27FC236}">
                  <a16:creationId xmlns:a16="http://schemas.microsoft.com/office/drawing/2014/main" id="{FEA2767A-60C0-C578-CCD6-92E02BFEDB7D}"/>
                </a:ext>
              </a:extLst>
            </p:cNvPr>
            <p:cNvSpPr/>
            <p:nvPr/>
          </p:nvSpPr>
          <p:spPr>
            <a:xfrm>
              <a:off x="5494400" y="1571400"/>
              <a:ext cx="62225" cy="53250"/>
            </a:xfrm>
            <a:custGeom>
              <a:avLst/>
              <a:gdLst/>
              <a:ahLst/>
              <a:cxnLst/>
              <a:rect l="l" t="t" r="r" b="b"/>
              <a:pathLst>
                <a:path w="2489" h="2130" extrusionOk="0">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3520;p96">
              <a:extLst>
                <a:ext uri="{FF2B5EF4-FFF2-40B4-BE49-F238E27FC236}">
                  <a16:creationId xmlns:a16="http://schemas.microsoft.com/office/drawing/2014/main" id="{B66CC54F-D1CB-2B9E-4C0A-832CF231C785}"/>
                </a:ext>
              </a:extLst>
            </p:cNvPr>
            <p:cNvSpPr/>
            <p:nvPr/>
          </p:nvSpPr>
          <p:spPr>
            <a:xfrm>
              <a:off x="63323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3521;p96">
              <a:extLst>
                <a:ext uri="{FF2B5EF4-FFF2-40B4-BE49-F238E27FC236}">
                  <a16:creationId xmlns:a16="http://schemas.microsoft.com/office/drawing/2014/main" id="{1FC55C8E-4A1A-76D3-4D62-C9B0C80EC5C9}"/>
                </a:ext>
              </a:extLst>
            </p:cNvPr>
            <p:cNvSpPr/>
            <p:nvPr/>
          </p:nvSpPr>
          <p:spPr>
            <a:xfrm>
              <a:off x="63323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3522;p96">
              <a:extLst>
                <a:ext uri="{FF2B5EF4-FFF2-40B4-BE49-F238E27FC236}">
                  <a16:creationId xmlns:a16="http://schemas.microsoft.com/office/drawing/2014/main" id="{D86E1C10-AE3B-845D-6653-1349716E7C57}"/>
                </a:ext>
              </a:extLst>
            </p:cNvPr>
            <p:cNvSpPr/>
            <p:nvPr/>
          </p:nvSpPr>
          <p:spPr>
            <a:xfrm>
              <a:off x="6408350" y="1418975"/>
              <a:ext cx="62425" cy="53350"/>
            </a:xfrm>
            <a:custGeom>
              <a:avLst/>
              <a:gdLst/>
              <a:ahLst/>
              <a:cxnLst/>
              <a:rect l="l" t="t" r="r" b="b"/>
              <a:pathLst>
                <a:path w="2497" h="2134" extrusionOk="0">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3523;p96">
              <a:extLst>
                <a:ext uri="{FF2B5EF4-FFF2-40B4-BE49-F238E27FC236}">
                  <a16:creationId xmlns:a16="http://schemas.microsoft.com/office/drawing/2014/main" id="{39F4B3BF-0C6E-4B59-77F4-E2E5725EB9DD}"/>
                </a:ext>
              </a:extLst>
            </p:cNvPr>
            <p:cNvSpPr/>
            <p:nvPr/>
          </p:nvSpPr>
          <p:spPr>
            <a:xfrm>
              <a:off x="6408350" y="14952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3524;p96">
              <a:extLst>
                <a:ext uri="{FF2B5EF4-FFF2-40B4-BE49-F238E27FC236}">
                  <a16:creationId xmlns:a16="http://schemas.microsoft.com/office/drawing/2014/main" id="{20871C69-9CD5-E587-CCBC-92F3357F199D}"/>
                </a:ext>
              </a:extLst>
            </p:cNvPr>
            <p:cNvSpPr/>
            <p:nvPr/>
          </p:nvSpPr>
          <p:spPr>
            <a:xfrm>
              <a:off x="6484575" y="1342750"/>
              <a:ext cx="62425" cy="53450"/>
            </a:xfrm>
            <a:custGeom>
              <a:avLst/>
              <a:gdLst/>
              <a:ahLst/>
              <a:cxnLst/>
              <a:rect l="l" t="t" r="r" b="b"/>
              <a:pathLst>
                <a:path w="2497" h="2138" extrusionOk="0">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3525;p96">
              <a:extLst>
                <a:ext uri="{FF2B5EF4-FFF2-40B4-BE49-F238E27FC236}">
                  <a16:creationId xmlns:a16="http://schemas.microsoft.com/office/drawing/2014/main" id="{C422B47A-4E4C-2A77-601D-2A0B68D05375}"/>
                </a:ext>
              </a:extLst>
            </p:cNvPr>
            <p:cNvSpPr/>
            <p:nvPr/>
          </p:nvSpPr>
          <p:spPr>
            <a:xfrm>
              <a:off x="6484575" y="1418975"/>
              <a:ext cx="62425" cy="53350"/>
            </a:xfrm>
            <a:custGeom>
              <a:avLst/>
              <a:gdLst/>
              <a:ahLst/>
              <a:cxnLst/>
              <a:rect l="l" t="t" r="r" b="b"/>
              <a:pathLst>
                <a:path w="2497" h="2134" extrusionOk="0">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3526;p96">
              <a:extLst>
                <a:ext uri="{FF2B5EF4-FFF2-40B4-BE49-F238E27FC236}">
                  <a16:creationId xmlns:a16="http://schemas.microsoft.com/office/drawing/2014/main" id="{562FB824-4A22-8A9B-90DE-F5FAAA61CC0B}"/>
                </a:ext>
              </a:extLst>
            </p:cNvPr>
            <p:cNvSpPr/>
            <p:nvPr/>
          </p:nvSpPr>
          <p:spPr>
            <a:xfrm>
              <a:off x="6484575" y="1495200"/>
              <a:ext cx="62425" cy="53325"/>
            </a:xfrm>
            <a:custGeom>
              <a:avLst/>
              <a:gdLst/>
              <a:ahLst/>
              <a:cxnLst/>
              <a:rect l="l" t="t" r="r" b="b"/>
              <a:pathLst>
                <a:path w="2497" h="2133"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3527;p96">
              <a:extLst>
                <a:ext uri="{FF2B5EF4-FFF2-40B4-BE49-F238E27FC236}">
                  <a16:creationId xmlns:a16="http://schemas.microsoft.com/office/drawing/2014/main" id="{3D8E73D4-472B-E0E5-94C0-7E79E4520B0B}"/>
                </a:ext>
              </a:extLst>
            </p:cNvPr>
            <p:cNvSpPr/>
            <p:nvPr/>
          </p:nvSpPr>
          <p:spPr>
            <a:xfrm>
              <a:off x="65608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3528;p96">
              <a:extLst>
                <a:ext uri="{FF2B5EF4-FFF2-40B4-BE49-F238E27FC236}">
                  <a16:creationId xmlns:a16="http://schemas.microsoft.com/office/drawing/2014/main" id="{601A0D3D-5B0E-EC4D-DA0B-DA92BF5525DA}"/>
                </a:ext>
              </a:extLst>
            </p:cNvPr>
            <p:cNvSpPr/>
            <p:nvPr/>
          </p:nvSpPr>
          <p:spPr>
            <a:xfrm>
              <a:off x="65608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3529;p96">
              <a:extLst>
                <a:ext uri="{FF2B5EF4-FFF2-40B4-BE49-F238E27FC236}">
                  <a16:creationId xmlns:a16="http://schemas.microsoft.com/office/drawing/2014/main" id="{7467A0A9-2159-B495-81AD-82DE0E62D27F}"/>
                </a:ext>
              </a:extLst>
            </p:cNvPr>
            <p:cNvSpPr/>
            <p:nvPr/>
          </p:nvSpPr>
          <p:spPr>
            <a:xfrm>
              <a:off x="663700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3530;p96">
              <a:extLst>
                <a:ext uri="{FF2B5EF4-FFF2-40B4-BE49-F238E27FC236}">
                  <a16:creationId xmlns:a16="http://schemas.microsoft.com/office/drawing/2014/main" id="{0520B1F1-7E11-177D-8026-3C0178AC50C9}"/>
                </a:ext>
              </a:extLst>
            </p:cNvPr>
            <p:cNvSpPr/>
            <p:nvPr/>
          </p:nvSpPr>
          <p:spPr>
            <a:xfrm>
              <a:off x="7094075" y="14952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3531;p96">
              <a:extLst>
                <a:ext uri="{FF2B5EF4-FFF2-40B4-BE49-F238E27FC236}">
                  <a16:creationId xmlns:a16="http://schemas.microsoft.com/office/drawing/2014/main" id="{84474D7C-B0B6-CDF1-B804-3BCD4B8E45E0}"/>
                </a:ext>
              </a:extLst>
            </p:cNvPr>
            <p:cNvSpPr/>
            <p:nvPr/>
          </p:nvSpPr>
          <p:spPr>
            <a:xfrm>
              <a:off x="671322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3532;p96">
              <a:extLst>
                <a:ext uri="{FF2B5EF4-FFF2-40B4-BE49-F238E27FC236}">
                  <a16:creationId xmlns:a16="http://schemas.microsoft.com/office/drawing/2014/main" id="{A102F4B7-AD40-DBFD-F94D-4B5FE0128B29}"/>
                </a:ext>
              </a:extLst>
            </p:cNvPr>
            <p:cNvSpPr/>
            <p:nvPr/>
          </p:nvSpPr>
          <p:spPr>
            <a:xfrm>
              <a:off x="678922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3533;p96">
              <a:extLst>
                <a:ext uri="{FF2B5EF4-FFF2-40B4-BE49-F238E27FC236}">
                  <a16:creationId xmlns:a16="http://schemas.microsoft.com/office/drawing/2014/main" id="{2153C5A9-AA5A-D3A7-69B6-1E96029CC97E}"/>
                </a:ext>
              </a:extLst>
            </p:cNvPr>
            <p:cNvSpPr/>
            <p:nvPr/>
          </p:nvSpPr>
          <p:spPr>
            <a:xfrm>
              <a:off x="686565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3534;p96">
              <a:extLst>
                <a:ext uri="{FF2B5EF4-FFF2-40B4-BE49-F238E27FC236}">
                  <a16:creationId xmlns:a16="http://schemas.microsoft.com/office/drawing/2014/main" id="{A2028027-F439-F571-F3D2-3CD3B1F02F86}"/>
                </a:ext>
              </a:extLst>
            </p:cNvPr>
            <p:cNvSpPr/>
            <p:nvPr/>
          </p:nvSpPr>
          <p:spPr>
            <a:xfrm>
              <a:off x="701787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3535;p96">
              <a:extLst>
                <a:ext uri="{FF2B5EF4-FFF2-40B4-BE49-F238E27FC236}">
                  <a16:creationId xmlns:a16="http://schemas.microsoft.com/office/drawing/2014/main" id="{8AE77490-D16C-1100-26D9-B011052FD595}"/>
                </a:ext>
              </a:extLst>
            </p:cNvPr>
            <p:cNvSpPr/>
            <p:nvPr/>
          </p:nvSpPr>
          <p:spPr>
            <a:xfrm>
              <a:off x="69418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3536;p96">
              <a:extLst>
                <a:ext uri="{FF2B5EF4-FFF2-40B4-BE49-F238E27FC236}">
                  <a16:creationId xmlns:a16="http://schemas.microsoft.com/office/drawing/2014/main" id="{0B446C22-2964-266C-1DDF-5DDB48FDF574}"/>
                </a:ext>
              </a:extLst>
            </p:cNvPr>
            <p:cNvSpPr/>
            <p:nvPr/>
          </p:nvSpPr>
          <p:spPr>
            <a:xfrm>
              <a:off x="68656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3537;p96">
              <a:extLst>
                <a:ext uri="{FF2B5EF4-FFF2-40B4-BE49-F238E27FC236}">
                  <a16:creationId xmlns:a16="http://schemas.microsoft.com/office/drawing/2014/main" id="{E75A1859-1CA9-5A28-3E59-0EAE97DB4C31}"/>
                </a:ext>
              </a:extLst>
            </p:cNvPr>
            <p:cNvSpPr/>
            <p:nvPr/>
          </p:nvSpPr>
          <p:spPr>
            <a:xfrm>
              <a:off x="678922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3538;p96">
              <a:extLst>
                <a:ext uri="{FF2B5EF4-FFF2-40B4-BE49-F238E27FC236}">
                  <a16:creationId xmlns:a16="http://schemas.microsoft.com/office/drawing/2014/main" id="{DEA318EA-EE98-3A99-B3A7-6121A1077298}"/>
                </a:ext>
              </a:extLst>
            </p:cNvPr>
            <p:cNvSpPr/>
            <p:nvPr/>
          </p:nvSpPr>
          <p:spPr>
            <a:xfrm>
              <a:off x="671322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3539;p96">
              <a:extLst>
                <a:ext uri="{FF2B5EF4-FFF2-40B4-BE49-F238E27FC236}">
                  <a16:creationId xmlns:a16="http://schemas.microsoft.com/office/drawing/2014/main" id="{F2AE23B4-14C0-AF6B-42C7-8101F794F5FE}"/>
                </a:ext>
              </a:extLst>
            </p:cNvPr>
            <p:cNvSpPr/>
            <p:nvPr/>
          </p:nvSpPr>
          <p:spPr>
            <a:xfrm>
              <a:off x="6637000" y="1495200"/>
              <a:ext cx="62225" cy="53325"/>
            </a:xfrm>
            <a:custGeom>
              <a:avLst/>
              <a:gdLst/>
              <a:ahLst/>
              <a:cxnLst/>
              <a:rect l="l" t="t" r="r" b="b"/>
              <a:pathLst>
                <a:path w="2489" h="2133" extrusionOk="0">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3540;p96">
              <a:extLst>
                <a:ext uri="{FF2B5EF4-FFF2-40B4-BE49-F238E27FC236}">
                  <a16:creationId xmlns:a16="http://schemas.microsoft.com/office/drawing/2014/main" id="{C3432BEA-C547-4694-E7E9-B0090070FAB6}"/>
                </a:ext>
              </a:extLst>
            </p:cNvPr>
            <p:cNvSpPr/>
            <p:nvPr/>
          </p:nvSpPr>
          <p:spPr>
            <a:xfrm>
              <a:off x="6637000" y="1571400"/>
              <a:ext cx="62225" cy="53250"/>
            </a:xfrm>
            <a:custGeom>
              <a:avLst/>
              <a:gdLst/>
              <a:ahLst/>
              <a:cxnLst/>
              <a:rect l="l" t="t" r="r" b="b"/>
              <a:pathLst>
                <a:path w="2489" h="2130" extrusionOk="0">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3541;p96">
              <a:extLst>
                <a:ext uri="{FF2B5EF4-FFF2-40B4-BE49-F238E27FC236}">
                  <a16:creationId xmlns:a16="http://schemas.microsoft.com/office/drawing/2014/main" id="{007F1299-8557-D30D-C2C9-F36407B034BA}"/>
                </a:ext>
              </a:extLst>
            </p:cNvPr>
            <p:cNvSpPr/>
            <p:nvPr/>
          </p:nvSpPr>
          <p:spPr>
            <a:xfrm>
              <a:off x="65608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3542;p96">
              <a:extLst>
                <a:ext uri="{FF2B5EF4-FFF2-40B4-BE49-F238E27FC236}">
                  <a16:creationId xmlns:a16="http://schemas.microsoft.com/office/drawing/2014/main" id="{F89AB9CC-333F-B27A-D4CE-D15F27ADAED2}"/>
                </a:ext>
              </a:extLst>
            </p:cNvPr>
            <p:cNvSpPr/>
            <p:nvPr/>
          </p:nvSpPr>
          <p:spPr>
            <a:xfrm>
              <a:off x="6484575" y="1571400"/>
              <a:ext cx="62425" cy="53250"/>
            </a:xfrm>
            <a:custGeom>
              <a:avLst/>
              <a:gdLst/>
              <a:ahLst/>
              <a:cxnLst/>
              <a:rect l="l" t="t" r="r" b="b"/>
              <a:pathLst>
                <a:path w="2497" h="2130" extrusionOk="0">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3543;p96">
              <a:extLst>
                <a:ext uri="{FF2B5EF4-FFF2-40B4-BE49-F238E27FC236}">
                  <a16:creationId xmlns:a16="http://schemas.microsoft.com/office/drawing/2014/main" id="{88E8E6C9-2F08-591F-E65D-D59F3950D4FA}"/>
                </a:ext>
              </a:extLst>
            </p:cNvPr>
            <p:cNvSpPr/>
            <p:nvPr/>
          </p:nvSpPr>
          <p:spPr>
            <a:xfrm>
              <a:off x="6408350" y="1571400"/>
              <a:ext cx="62425" cy="53250"/>
            </a:xfrm>
            <a:custGeom>
              <a:avLst/>
              <a:gdLst/>
              <a:ahLst/>
              <a:cxnLst/>
              <a:rect l="l" t="t" r="r" b="b"/>
              <a:pathLst>
                <a:path w="2497" h="2130" extrusionOk="0">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3544;p96">
              <a:extLst>
                <a:ext uri="{FF2B5EF4-FFF2-40B4-BE49-F238E27FC236}">
                  <a16:creationId xmlns:a16="http://schemas.microsoft.com/office/drawing/2014/main" id="{753C1D2E-C9F1-B09A-5827-7931FBDBED59}"/>
                </a:ext>
              </a:extLst>
            </p:cNvPr>
            <p:cNvSpPr/>
            <p:nvPr/>
          </p:nvSpPr>
          <p:spPr>
            <a:xfrm>
              <a:off x="63323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3545;p96">
              <a:extLst>
                <a:ext uri="{FF2B5EF4-FFF2-40B4-BE49-F238E27FC236}">
                  <a16:creationId xmlns:a16="http://schemas.microsoft.com/office/drawing/2014/main" id="{96D3A7B6-169F-1A1C-62A2-F2A69F5DEB0B}"/>
                </a:ext>
              </a:extLst>
            </p:cNvPr>
            <p:cNvSpPr/>
            <p:nvPr/>
          </p:nvSpPr>
          <p:spPr>
            <a:xfrm>
              <a:off x="587527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3546;p96">
              <a:extLst>
                <a:ext uri="{FF2B5EF4-FFF2-40B4-BE49-F238E27FC236}">
                  <a16:creationId xmlns:a16="http://schemas.microsoft.com/office/drawing/2014/main" id="{2724B198-5730-4AF3-E820-962C40398F9E}"/>
                </a:ext>
              </a:extLst>
            </p:cNvPr>
            <p:cNvSpPr/>
            <p:nvPr/>
          </p:nvSpPr>
          <p:spPr>
            <a:xfrm>
              <a:off x="587527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3547;p96">
              <a:extLst>
                <a:ext uri="{FF2B5EF4-FFF2-40B4-BE49-F238E27FC236}">
                  <a16:creationId xmlns:a16="http://schemas.microsoft.com/office/drawing/2014/main" id="{D0FDE67C-2628-B6D1-D701-0CE55620FAA9}"/>
                </a:ext>
              </a:extLst>
            </p:cNvPr>
            <p:cNvSpPr/>
            <p:nvPr/>
          </p:nvSpPr>
          <p:spPr>
            <a:xfrm>
              <a:off x="59514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3548;p96">
              <a:extLst>
                <a:ext uri="{FF2B5EF4-FFF2-40B4-BE49-F238E27FC236}">
                  <a16:creationId xmlns:a16="http://schemas.microsoft.com/office/drawing/2014/main" id="{484A7603-57AB-E168-EA1F-719260A5572B}"/>
                </a:ext>
              </a:extLst>
            </p:cNvPr>
            <p:cNvSpPr/>
            <p:nvPr/>
          </p:nvSpPr>
          <p:spPr>
            <a:xfrm>
              <a:off x="59514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3549;p96">
              <a:extLst>
                <a:ext uri="{FF2B5EF4-FFF2-40B4-BE49-F238E27FC236}">
                  <a16:creationId xmlns:a16="http://schemas.microsoft.com/office/drawing/2014/main" id="{5920F90B-1061-9C39-ADB6-D56D0FDA3940}"/>
                </a:ext>
              </a:extLst>
            </p:cNvPr>
            <p:cNvSpPr/>
            <p:nvPr/>
          </p:nvSpPr>
          <p:spPr>
            <a:xfrm>
              <a:off x="59514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3550;p96">
              <a:extLst>
                <a:ext uri="{FF2B5EF4-FFF2-40B4-BE49-F238E27FC236}">
                  <a16:creationId xmlns:a16="http://schemas.microsoft.com/office/drawing/2014/main" id="{1CE6FADB-F470-FBAD-EBEB-3AE8BFB7FAE3}"/>
                </a:ext>
              </a:extLst>
            </p:cNvPr>
            <p:cNvSpPr/>
            <p:nvPr/>
          </p:nvSpPr>
          <p:spPr>
            <a:xfrm>
              <a:off x="595147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3551;p96">
              <a:extLst>
                <a:ext uri="{FF2B5EF4-FFF2-40B4-BE49-F238E27FC236}">
                  <a16:creationId xmlns:a16="http://schemas.microsoft.com/office/drawing/2014/main" id="{97FFD24D-F9F9-C1B8-D64B-5DD87621CA2E}"/>
                </a:ext>
              </a:extLst>
            </p:cNvPr>
            <p:cNvSpPr/>
            <p:nvPr/>
          </p:nvSpPr>
          <p:spPr>
            <a:xfrm>
              <a:off x="595147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3552;p96">
              <a:extLst>
                <a:ext uri="{FF2B5EF4-FFF2-40B4-BE49-F238E27FC236}">
                  <a16:creationId xmlns:a16="http://schemas.microsoft.com/office/drawing/2014/main" id="{0FB79E8F-C427-A88E-635F-0C2DBF9AC7BF}"/>
                </a:ext>
              </a:extLst>
            </p:cNvPr>
            <p:cNvSpPr/>
            <p:nvPr/>
          </p:nvSpPr>
          <p:spPr>
            <a:xfrm>
              <a:off x="595147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3553;p96">
              <a:extLst>
                <a:ext uri="{FF2B5EF4-FFF2-40B4-BE49-F238E27FC236}">
                  <a16:creationId xmlns:a16="http://schemas.microsoft.com/office/drawing/2014/main" id="{AA3666B1-28D3-73B1-0DF7-2EEBF9887963}"/>
                </a:ext>
              </a:extLst>
            </p:cNvPr>
            <p:cNvSpPr/>
            <p:nvPr/>
          </p:nvSpPr>
          <p:spPr>
            <a:xfrm>
              <a:off x="5951475"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3554;p96">
              <a:extLst>
                <a:ext uri="{FF2B5EF4-FFF2-40B4-BE49-F238E27FC236}">
                  <a16:creationId xmlns:a16="http://schemas.microsoft.com/office/drawing/2014/main" id="{0DD2440F-E687-F1E4-26B4-D22D78582447}"/>
                </a:ext>
              </a:extLst>
            </p:cNvPr>
            <p:cNvSpPr/>
            <p:nvPr/>
          </p:nvSpPr>
          <p:spPr>
            <a:xfrm>
              <a:off x="595147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3555;p96">
              <a:extLst>
                <a:ext uri="{FF2B5EF4-FFF2-40B4-BE49-F238E27FC236}">
                  <a16:creationId xmlns:a16="http://schemas.microsoft.com/office/drawing/2014/main" id="{BCE90AAF-BEA4-6F04-6582-9F23ECDD21AD}"/>
                </a:ext>
              </a:extLst>
            </p:cNvPr>
            <p:cNvSpPr/>
            <p:nvPr/>
          </p:nvSpPr>
          <p:spPr>
            <a:xfrm>
              <a:off x="595147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3556;p96">
              <a:extLst>
                <a:ext uri="{FF2B5EF4-FFF2-40B4-BE49-F238E27FC236}">
                  <a16:creationId xmlns:a16="http://schemas.microsoft.com/office/drawing/2014/main" id="{85687B29-5974-5C5D-F0C8-2943D6FD92D3}"/>
                </a:ext>
              </a:extLst>
            </p:cNvPr>
            <p:cNvSpPr/>
            <p:nvPr/>
          </p:nvSpPr>
          <p:spPr>
            <a:xfrm>
              <a:off x="6027500" y="141897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3557;p96">
              <a:extLst>
                <a:ext uri="{FF2B5EF4-FFF2-40B4-BE49-F238E27FC236}">
                  <a16:creationId xmlns:a16="http://schemas.microsoft.com/office/drawing/2014/main" id="{EBABBF16-A0F9-B8B0-EEDD-691992E656B0}"/>
                </a:ext>
              </a:extLst>
            </p:cNvPr>
            <p:cNvSpPr/>
            <p:nvPr/>
          </p:nvSpPr>
          <p:spPr>
            <a:xfrm>
              <a:off x="6027500" y="14952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3558;p96">
              <a:extLst>
                <a:ext uri="{FF2B5EF4-FFF2-40B4-BE49-F238E27FC236}">
                  <a16:creationId xmlns:a16="http://schemas.microsoft.com/office/drawing/2014/main" id="{B3E5299D-D1FD-CF25-3418-FDD6C62949B3}"/>
                </a:ext>
              </a:extLst>
            </p:cNvPr>
            <p:cNvSpPr/>
            <p:nvPr/>
          </p:nvSpPr>
          <p:spPr>
            <a:xfrm>
              <a:off x="6027500" y="1571400"/>
              <a:ext cx="62425" cy="53250"/>
            </a:xfrm>
            <a:custGeom>
              <a:avLst/>
              <a:gdLst/>
              <a:ahLst/>
              <a:cxnLst/>
              <a:rect l="l" t="t" r="r" b="b"/>
              <a:pathLst>
                <a:path w="2497" h="2130" extrusionOk="0">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3559;p96">
              <a:extLst>
                <a:ext uri="{FF2B5EF4-FFF2-40B4-BE49-F238E27FC236}">
                  <a16:creationId xmlns:a16="http://schemas.microsoft.com/office/drawing/2014/main" id="{B0A6C7AE-B01E-0BE7-A149-E6556711BACB}"/>
                </a:ext>
              </a:extLst>
            </p:cNvPr>
            <p:cNvSpPr/>
            <p:nvPr/>
          </p:nvSpPr>
          <p:spPr>
            <a:xfrm>
              <a:off x="6027500" y="164740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3560;p96">
              <a:extLst>
                <a:ext uri="{FF2B5EF4-FFF2-40B4-BE49-F238E27FC236}">
                  <a16:creationId xmlns:a16="http://schemas.microsoft.com/office/drawing/2014/main" id="{A13D56E0-BCEF-03ED-E59A-53FD0A5C19A2}"/>
                </a:ext>
              </a:extLst>
            </p:cNvPr>
            <p:cNvSpPr/>
            <p:nvPr/>
          </p:nvSpPr>
          <p:spPr>
            <a:xfrm>
              <a:off x="6027500" y="172362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3561;p96">
              <a:extLst>
                <a:ext uri="{FF2B5EF4-FFF2-40B4-BE49-F238E27FC236}">
                  <a16:creationId xmlns:a16="http://schemas.microsoft.com/office/drawing/2014/main" id="{698B5654-5E15-DE40-CE0A-AA92888F0D21}"/>
                </a:ext>
              </a:extLst>
            </p:cNvPr>
            <p:cNvSpPr/>
            <p:nvPr/>
          </p:nvSpPr>
          <p:spPr>
            <a:xfrm>
              <a:off x="6027500" y="179985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3562;p96">
              <a:extLst>
                <a:ext uri="{FF2B5EF4-FFF2-40B4-BE49-F238E27FC236}">
                  <a16:creationId xmlns:a16="http://schemas.microsoft.com/office/drawing/2014/main" id="{5580EBFB-71D8-54E2-B065-10954E8240E5}"/>
                </a:ext>
              </a:extLst>
            </p:cNvPr>
            <p:cNvSpPr/>
            <p:nvPr/>
          </p:nvSpPr>
          <p:spPr>
            <a:xfrm>
              <a:off x="6027500" y="1876050"/>
              <a:ext cx="62425" cy="53350"/>
            </a:xfrm>
            <a:custGeom>
              <a:avLst/>
              <a:gdLst/>
              <a:ahLst/>
              <a:cxnLst/>
              <a:rect l="l" t="t" r="r" b="b"/>
              <a:pathLst>
                <a:path w="2497" h="2134" extrusionOk="0">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3563;p96">
              <a:extLst>
                <a:ext uri="{FF2B5EF4-FFF2-40B4-BE49-F238E27FC236}">
                  <a16:creationId xmlns:a16="http://schemas.microsoft.com/office/drawing/2014/main" id="{0877B884-B00C-5C15-D5B9-D1CDADF22CED}"/>
                </a:ext>
              </a:extLst>
            </p:cNvPr>
            <p:cNvSpPr/>
            <p:nvPr/>
          </p:nvSpPr>
          <p:spPr>
            <a:xfrm>
              <a:off x="6027500" y="1952050"/>
              <a:ext cx="62425" cy="53450"/>
            </a:xfrm>
            <a:custGeom>
              <a:avLst/>
              <a:gdLst/>
              <a:ahLst/>
              <a:cxnLst/>
              <a:rect l="l" t="t" r="r" b="b"/>
              <a:pathLst>
                <a:path w="2497" h="2138" extrusionOk="0">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3564;p96">
              <a:extLst>
                <a:ext uri="{FF2B5EF4-FFF2-40B4-BE49-F238E27FC236}">
                  <a16:creationId xmlns:a16="http://schemas.microsoft.com/office/drawing/2014/main" id="{383922A3-C14A-B741-78EE-23B1E8832B8C}"/>
                </a:ext>
              </a:extLst>
            </p:cNvPr>
            <p:cNvSpPr/>
            <p:nvPr/>
          </p:nvSpPr>
          <p:spPr>
            <a:xfrm>
              <a:off x="6103700"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3565;p96">
              <a:extLst>
                <a:ext uri="{FF2B5EF4-FFF2-40B4-BE49-F238E27FC236}">
                  <a16:creationId xmlns:a16="http://schemas.microsoft.com/office/drawing/2014/main" id="{C0E2E6CA-6AC5-4742-EC9F-755BFCAC5526}"/>
                </a:ext>
              </a:extLst>
            </p:cNvPr>
            <p:cNvSpPr/>
            <p:nvPr/>
          </p:nvSpPr>
          <p:spPr>
            <a:xfrm>
              <a:off x="6103700" y="14952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3566;p96">
              <a:extLst>
                <a:ext uri="{FF2B5EF4-FFF2-40B4-BE49-F238E27FC236}">
                  <a16:creationId xmlns:a16="http://schemas.microsoft.com/office/drawing/2014/main" id="{398BB075-B1B6-9C53-5630-0572AF04366A}"/>
                </a:ext>
              </a:extLst>
            </p:cNvPr>
            <p:cNvSpPr/>
            <p:nvPr/>
          </p:nvSpPr>
          <p:spPr>
            <a:xfrm>
              <a:off x="6103700"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3567;p96">
              <a:extLst>
                <a:ext uri="{FF2B5EF4-FFF2-40B4-BE49-F238E27FC236}">
                  <a16:creationId xmlns:a16="http://schemas.microsoft.com/office/drawing/2014/main" id="{52524C15-3FA1-62BC-2656-2C110E9930F7}"/>
                </a:ext>
              </a:extLst>
            </p:cNvPr>
            <p:cNvSpPr/>
            <p:nvPr/>
          </p:nvSpPr>
          <p:spPr>
            <a:xfrm>
              <a:off x="6103700"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3568;p96">
              <a:extLst>
                <a:ext uri="{FF2B5EF4-FFF2-40B4-BE49-F238E27FC236}">
                  <a16:creationId xmlns:a16="http://schemas.microsoft.com/office/drawing/2014/main" id="{D0CF7EBC-977C-D0F3-12A7-79B9F137079C}"/>
                </a:ext>
              </a:extLst>
            </p:cNvPr>
            <p:cNvSpPr/>
            <p:nvPr/>
          </p:nvSpPr>
          <p:spPr>
            <a:xfrm>
              <a:off x="6103700" y="172362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3569;p96">
              <a:extLst>
                <a:ext uri="{FF2B5EF4-FFF2-40B4-BE49-F238E27FC236}">
                  <a16:creationId xmlns:a16="http://schemas.microsoft.com/office/drawing/2014/main" id="{1AB6C3D4-6559-0D3C-81CA-8EA1BB7005F4}"/>
                </a:ext>
              </a:extLst>
            </p:cNvPr>
            <p:cNvSpPr/>
            <p:nvPr/>
          </p:nvSpPr>
          <p:spPr>
            <a:xfrm>
              <a:off x="6103700" y="17998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3570;p96">
              <a:extLst>
                <a:ext uri="{FF2B5EF4-FFF2-40B4-BE49-F238E27FC236}">
                  <a16:creationId xmlns:a16="http://schemas.microsoft.com/office/drawing/2014/main" id="{6D567C71-D2E5-3725-AB3C-6A3807D1042B}"/>
                </a:ext>
              </a:extLst>
            </p:cNvPr>
            <p:cNvSpPr/>
            <p:nvPr/>
          </p:nvSpPr>
          <p:spPr>
            <a:xfrm>
              <a:off x="6103700" y="1876050"/>
              <a:ext cx="62425" cy="53275"/>
            </a:xfrm>
            <a:custGeom>
              <a:avLst/>
              <a:gdLst/>
              <a:ahLst/>
              <a:cxnLst/>
              <a:rect l="l" t="t" r="r" b="b"/>
              <a:pathLst>
                <a:path w="2497" h="2131" extrusionOk="0">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3571;p96">
              <a:extLst>
                <a:ext uri="{FF2B5EF4-FFF2-40B4-BE49-F238E27FC236}">
                  <a16:creationId xmlns:a16="http://schemas.microsoft.com/office/drawing/2014/main" id="{6DE2A46A-673F-A2D1-B4FB-68B0F648731C}"/>
                </a:ext>
              </a:extLst>
            </p:cNvPr>
            <p:cNvSpPr/>
            <p:nvPr/>
          </p:nvSpPr>
          <p:spPr>
            <a:xfrm>
              <a:off x="6103700"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3572;p96">
              <a:extLst>
                <a:ext uri="{FF2B5EF4-FFF2-40B4-BE49-F238E27FC236}">
                  <a16:creationId xmlns:a16="http://schemas.microsoft.com/office/drawing/2014/main" id="{DA19D3EA-9C1C-85A2-64BA-8D81065928D8}"/>
                </a:ext>
              </a:extLst>
            </p:cNvPr>
            <p:cNvSpPr/>
            <p:nvPr/>
          </p:nvSpPr>
          <p:spPr>
            <a:xfrm>
              <a:off x="61799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3573;p96">
              <a:extLst>
                <a:ext uri="{FF2B5EF4-FFF2-40B4-BE49-F238E27FC236}">
                  <a16:creationId xmlns:a16="http://schemas.microsoft.com/office/drawing/2014/main" id="{955F0D8A-10F5-C7E2-933A-6496B7D40A0A}"/>
                </a:ext>
              </a:extLst>
            </p:cNvPr>
            <p:cNvSpPr/>
            <p:nvPr/>
          </p:nvSpPr>
          <p:spPr>
            <a:xfrm>
              <a:off x="61799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3574;p96">
              <a:extLst>
                <a:ext uri="{FF2B5EF4-FFF2-40B4-BE49-F238E27FC236}">
                  <a16:creationId xmlns:a16="http://schemas.microsoft.com/office/drawing/2014/main" id="{6E89A47B-914B-94E9-BFEC-9857542C4BE8}"/>
                </a:ext>
              </a:extLst>
            </p:cNvPr>
            <p:cNvSpPr/>
            <p:nvPr/>
          </p:nvSpPr>
          <p:spPr>
            <a:xfrm>
              <a:off x="61799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3575;p96">
              <a:extLst>
                <a:ext uri="{FF2B5EF4-FFF2-40B4-BE49-F238E27FC236}">
                  <a16:creationId xmlns:a16="http://schemas.microsoft.com/office/drawing/2014/main" id="{9597F37E-FB7C-860B-BEB4-E3F5C8C98761}"/>
                </a:ext>
              </a:extLst>
            </p:cNvPr>
            <p:cNvSpPr/>
            <p:nvPr/>
          </p:nvSpPr>
          <p:spPr>
            <a:xfrm>
              <a:off x="6256150" y="141897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3576;p96">
              <a:extLst>
                <a:ext uri="{FF2B5EF4-FFF2-40B4-BE49-F238E27FC236}">
                  <a16:creationId xmlns:a16="http://schemas.microsoft.com/office/drawing/2014/main" id="{CEFD2EA9-A4C1-34DE-18C4-41FF789D0A23}"/>
                </a:ext>
              </a:extLst>
            </p:cNvPr>
            <p:cNvSpPr/>
            <p:nvPr/>
          </p:nvSpPr>
          <p:spPr>
            <a:xfrm>
              <a:off x="6256150" y="149520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3577;p96">
              <a:extLst>
                <a:ext uri="{FF2B5EF4-FFF2-40B4-BE49-F238E27FC236}">
                  <a16:creationId xmlns:a16="http://schemas.microsoft.com/office/drawing/2014/main" id="{CF9AD4CB-C449-B047-835C-66820C87C269}"/>
                </a:ext>
              </a:extLst>
            </p:cNvPr>
            <p:cNvSpPr/>
            <p:nvPr/>
          </p:nvSpPr>
          <p:spPr>
            <a:xfrm>
              <a:off x="6256150" y="1571400"/>
              <a:ext cx="62200" cy="53250"/>
            </a:xfrm>
            <a:custGeom>
              <a:avLst/>
              <a:gdLst/>
              <a:ahLst/>
              <a:cxnLst/>
              <a:rect l="l" t="t" r="r" b="b"/>
              <a:pathLst>
                <a:path w="2488" h="2130" extrusionOk="0">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3578;p96">
              <a:extLst>
                <a:ext uri="{FF2B5EF4-FFF2-40B4-BE49-F238E27FC236}">
                  <a16:creationId xmlns:a16="http://schemas.microsoft.com/office/drawing/2014/main" id="{5CC6F755-8778-FC54-885C-C7D2530770BC}"/>
                </a:ext>
              </a:extLst>
            </p:cNvPr>
            <p:cNvSpPr/>
            <p:nvPr/>
          </p:nvSpPr>
          <p:spPr>
            <a:xfrm>
              <a:off x="625615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3579;p96">
              <a:extLst>
                <a:ext uri="{FF2B5EF4-FFF2-40B4-BE49-F238E27FC236}">
                  <a16:creationId xmlns:a16="http://schemas.microsoft.com/office/drawing/2014/main" id="{90701091-11C1-F2CD-6AD8-BBE483592C94}"/>
                </a:ext>
              </a:extLst>
            </p:cNvPr>
            <p:cNvSpPr/>
            <p:nvPr/>
          </p:nvSpPr>
          <p:spPr>
            <a:xfrm>
              <a:off x="61799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3580;p96">
              <a:extLst>
                <a:ext uri="{FF2B5EF4-FFF2-40B4-BE49-F238E27FC236}">
                  <a16:creationId xmlns:a16="http://schemas.microsoft.com/office/drawing/2014/main" id="{D7A819F1-33DE-D45F-3E06-67661BBA00A5}"/>
                </a:ext>
              </a:extLst>
            </p:cNvPr>
            <p:cNvSpPr/>
            <p:nvPr/>
          </p:nvSpPr>
          <p:spPr>
            <a:xfrm>
              <a:off x="61799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3581;p96">
              <a:extLst>
                <a:ext uri="{FF2B5EF4-FFF2-40B4-BE49-F238E27FC236}">
                  <a16:creationId xmlns:a16="http://schemas.microsoft.com/office/drawing/2014/main" id="{3027A6AA-463F-0B06-F508-DAFBF3911D3B}"/>
                </a:ext>
              </a:extLst>
            </p:cNvPr>
            <p:cNvSpPr/>
            <p:nvPr/>
          </p:nvSpPr>
          <p:spPr>
            <a:xfrm>
              <a:off x="617992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3582;p96">
              <a:extLst>
                <a:ext uri="{FF2B5EF4-FFF2-40B4-BE49-F238E27FC236}">
                  <a16:creationId xmlns:a16="http://schemas.microsoft.com/office/drawing/2014/main" id="{1460BCA8-DF5F-690C-CF1C-1416BE32FB3F}"/>
                </a:ext>
              </a:extLst>
            </p:cNvPr>
            <p:cNvSpPr/>
            <p:nvPr/>
          </p:nvSpPr>
          <p:spPr>
            <a:xfrm>
              <a:off x="61799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3583;p96">
              <a:extLst>
                <a:ext uri="{FF2B5EF4-FFF2-40B4-BE49-F238E27FC236}">
                  <a16:creationId xmlns:a16="http://schemas.microsoft.com/office/drawing/2014/main" id="{50851D7B-62FE-8ABC-4AB8-1B17A394F56B}"/>
                </a:ext>
              </a:extLst>
            </p:cNvPr>
            <p:cNvSpPr/>
            <p:nvPr/>
          </p:nvSpPr>
          <p:spPr>
            <a:xfrm>
              <a:off x="61799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3584;p96">
              <a:extLst>
                <a:ext uri="{FF2B5EF4-FFF2-40B4-BE49-F238E27FC236}">
                  <a16:creationId xmlns:a16="http://schemas.microsoft.com/office/drawing/2014/main" id="{08FFBA8B-31C6-C688-5D60-0E1244A98462}"/>
                </a:ext>
              </a:extLst>
            </p:cNvPr>
            <p:cNvSpPr/>
            <p:nvPr/>
          </p:nvSpPr>
          <p:spPr>
            <a:xfrm>
              <a:off x="61799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3585;p96">
              <a:extLst>
                <a:ext uri="{FF2B5EF4-FFF2-40B4-BE49-F238E27FC236}">
                  <a16:creationId xmlns:a16="http://schemas.microsoft.com/office/drawing/2014/main" id="{8D74F50D-E0CE-FF87-D187-C3FA13AFC37F}"/>
                </a:ext>
              </a:extLst>
            </p:cNvPr>
            <p:cNvSpPr/>
            <p:nvPr/>
          </p:nvSpPr>
          <p:spPr>
            <a:xfrm>
              <a:off x="6103700"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3586;p96">
              <a:extLst>
                <a:ext uri="{FF2B5EF4-FFF2-40B4-BE49-F238E27FC236}">
                  <a16:creationId xmlns:a16="http://schemas.microsoft.com/office/drawing/2014/main" id="{C3FBC863-9F46-2C8F-5BA3-87A355A78684}"/>
                </a:ext>
              </a:extLst>
            </p:cNvPr>
            <p:cNvSpPr/>
            <p:nvPr/>
          </p:nvSpPr>
          <p:spPr>
            <a:xfrm>
              <a:off x="6027500" y="2028275"/>
              <a:ext cx="62425" cy="53450"/>
            </a:xfrm>
            <a:custGeom>
              <a:avLst/>
              <a:gdLst/>
              <a:ahLst/>
              <a:cxnLst/>
              <a:rect l="l" t="t" r="r" b="b"/>
              <a:pathLst>
                <a:path w="2497" h="2138" extrusionOk="0">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3587;p96">
              <a:extLst>
                <a:ext uri="{FF2B5EF4-FFF2-40B4-BE49-F238E27FC236}">
                  <a16:creationId xmlns:a16="http://schemas.microsoft.com/office/drawing/2014/main" id="{E8C4F839-7A82-5482-3BA3-8B8D85DC665D}"/>
                </a:ext>
              </a:extLst>
            </p:cNvPr>
            <p:cNvSpPr/>
            <p:nvPr/>
          </p:nvSpPr>
          <p:spPr>
            <a:xfrm>
              <a:off x="6027500" y="21045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3588;p96">
              <a:extLst>
                <a:ext uri="{FF2B5EF4-FFF2-40B4-BE49-F238E27FC236}">
                  <a16:creationId xmlns:a16="http://schemas.microsoft.com/office/drawing/2014/main" id="{BA3A0C4F-DECF-DC7D-A19B-6D11842E5C25}"/>
                </a:ext>
              </a:extLst>
            </p:cNvPr>
            <p:cNvSpPr/>
            <p:nvPr/>
          </p:nvSpPr>
          <p:spPr>
            <a:xfrm>
              <a:off x="595147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3589;p96">
              <a:extLst>
                <a:ext uri="{FF2B5EF4-FFF2-40B4-BE49-F238E27FC236}">
                  <a16:creationId xmlns:a16="http://schemas.microsoft.com/office/drawing/2014/main" id="{3A1848AE-6B54-6020-0B8F-4D93EFC66437}"/>
                </a:ext>
              </a:extLst>
            </p:cNvPr>
            <p:cNvSpPr/>
            <p:nvPr/>
          </p:nvSpPr>
          <p:spPr>
            <a:xfrm>
              <a:off x="5494400" y="164740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3590;p96">
              <a:extLst>
                <a:ext uri="{FF2B5EF4-FFF2-40B4-BE49-F238E27FC236}">
                  <a16:creationId xmlns:a16="http://schemas.microsoft.com/office/drawing/2014/main" id="{0170449B-A6E9-D4F5-9E74-0844882D4373}"/>
                </a:ext>
              </a:extLst>
            </p:cNvPr>
            <p:cNvSpPr/>
            <p:nvPr/>
          </p:nvSpPr>
          <p:spPr>
            <a:xfrm>
              <a:off x="54944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3591;p96">
              <a:extLst>
                <a:ext uri="{FF2B5EF4-FFF2-40B4-BE49-F238E27FC236}">
                  <a16:creationId xmlns:a16="http://schemas.microsoft.com/office/drawing/2014/main" id="{E13157A6-3A93-1A52-0C97-243A4012F216}"/>
                </a:ext>
              </a:extLst>
            </p:cNvPr>
            <p:cNvSpPr/>
            <p:nvPr/>
          </p:nvSpPr>
          <p:spPr>
            <a:xfrm>
              <a:off x="54944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3592;p96">
              <a:extLst>
                <a:ext uri="{FF2B5EF4-FFF2-40B4-BE49-F238E27FC236}">
                  <a16:creationId xmlns:a16="http://schemas.microsoft.com/office/drawing/2014/main" id="{214921A9-E413-40A0-D643-8FB3A5CAAF12}"/>
                </a:ext>
              </a:extLst>
            </p:cNvPr>
            <p:cNvSpPr/>
            <p:nvPr/>
          </p:nvSpPr>
          <p:spPr>
            <a:xfrm>
              <a:off x="5494400" y="1876050"/>
              <a:ext cx="62225" cy="53300"/>
            </a:xfrm>
            <a:custGeom>
              <a:avLst/>
              <a:gdLst/>
              <a:ahLst/>
              <a:cxnLst/>
              <a:rect l="l" t="t" r="r" b="b"/>
              <a:pathLst>
                <a:path w="2489" h="2132" extrusionOk="0">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3593;p96">
              <a:extLst>
                <a:ext uri="{FF2B5EF4-FFF2-40B4-BE49-F238E27FC236}">
                  <a16:creationId xmlns:a16="http://schemas.microsoft.com/office/drawing/2014/main" id="{9401A731-9E34-ED19-5552-1A387E6DC4AB}"/>
                </a:ext>
              </a:extLst>
            </p:cNvPr>
            <p:cNvSpPr/>
            <p:nvPr/>
          </p:nvSpPr>
          <p:spPr>
            <a:xfrm>
              <a:off x="5494400" y="1952050"/>
              <a:ext cx="62225" cy="53450"/>
            </a:xfrm>
            <a:custGeom>
              <a:avLst/>
              <a:gdLst/>
              <a:ahLst/>
              <a:cxnLst/>
              <a:rect l="l" t="t" r="r" b="b"/>
              <a:pathLst>
                <a:path w="2489" h="2138" extrusionOk="0">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3594;p96">
              <a:extLst>
                <a:ext uri="{FF2B5EF4-FFF2-40B4-BE49-F238E27FC236}">
                  <a16:creationId xmlns:a16="http://schemas.microsoft.com/office/drawing/2014/main" id="{AE413882-5139-93C6-FDFB-BE7ABEC5E81A}"/>
                </a:ext>
              </a:extLst>
            </p:cNvPr>
            <p:cNvSpPr/>
            <p:nvPr/>
          </p:nvSpPr>
          <p:spPr>
            <a:xfrm>
              <a:off x="5494400"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3595;p96">
              <a:extLst>
                <a:ext uri="{FF2B5EF4-FFF2-40B4-BE49-F238E27FC236}">
                  <a16:creationId xmlns:a16="http://schemas.microsoft.com/office/drawing/2014/main" id="{C7918F27-9F22-8FBA-46F9-4C166DE8F869}"/>
                </a:ext>
              </a:extLst>
            </p:cNvPr>
            <p:cNvSpPr/>
            <p:nvPr/>
          </p:nvSpPr>
          <p:spPr>
            <a:xfrm>
              <a:off x="54944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3596;p96">
              <a:extLst>
                <a:ext uri="{FF2B5EF4-FFF2-40B4-BE49-F238E27FC236}">
                  <a16:creationId xmlns:a16="http://schemas.microsoft.com/office/drawing/2014/main" id="{16AE1504-3E8B-563E-389A-79CEFDFA205E}"/>
                </a:ext>
              </a:extLst>
            </p:cNvPr>
            <p:cNvSpPr/>
            <p:nvPr/>
          </p:nvSpPr>
          <p:spPr>
            <a:xfrm>
              <a:off x="54944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3597;p96">
              <a:extLst>
                <a:ext uri="{FF2B5EF4-FFF2-40B4-BE49-F238E27FC236}">
                  <a16:creationId xmlns:a16="http://schemas.microsoft.com/office/drawing/2014/main" id="{C2056D64-DBB3-2435-7627-3194FE1154C2}"/>
                </a:ext>
              </a:extLst>
            </p:cNvPr>
            <p:cNvSpPr/>
            <p:nvPr/>
          </p:nvSpPr>
          <p:spPr>
            <a:xfrm>
              <a:off x="54944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3598;p96">
              <a:extLst>
                <a:ext uri="{FF2B5EF4-FFF2-40B4-BE49-F238E27FC236}">
                  <a16:creationId xmlns:a16="http://schemas.microsoft.com/office/drawing/2014/main" id="{7AEBB9D9-7349-4DE9-F39A-FF2E453E6353}"/>
                </a:ext>
              </a:extLst>
            </p:cNvPr>
            <p:cNvSpPr/>
            <p:nvPr/>
          </p:nvSpPr>
          <p:spPr>
            <a:xfrm>
              <a:off x="5494400"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3599;p96">
              <a:extLst>
                <a:ext uri="{FF2B5EF4-FFF2-40B4-BE49-F238E27FC236}">
                  <a16:creationId xmlns:a16="http://schemas.microsoft.com/office/drawing/2014/main" id="{9956D794-CCF2-B4A0-218C-C1FD297CCA00}"/>
                </a:ext>
              </a:extLst>
            </p:cNvPr>
            <p:cNvSpPr/>
            <p:nvPr/>
          </p:nvSpPr>
          <p:spPr>
            <a:xfrm>
              <a:off x="54944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3600;p96">
              <a:extLst>
                <a:ext uri="{FF2B5EF4-FFF2-40B4-BE49-F238E27FC236}">
                  <a16:creationId xmlns:a16="http://schemas.microsoft.com/office/drawing/2014/main" id="{8FACDEAC-62FA-E1A1-5CEC-EE685F84E191}"/>
                </a:ext>
              </a:extLst>
            </p:cNvPr>
            <p:cNvSpPr/>
            <p:nvPr/>
          </p:nvSpPr>
          <p:spPr>
            <a:xfrm>
              <a:off x="5494400" y="2561575"/>
              <a:ext cx="62225" cy="53425"/>
            </a:xfrm>
            <a:custGeom>
              <a:avLst/>
              <a:gdLst/>
              <a:ahLst/>
              <a:cxnLst/>
              <a:rect l="l" t="t" r="r" b="b"/>
              <a:pathLst>
                <a:path w="2489" h="2137" extrusionOk="0">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3601;p96">
              <a:extLst>
                <a:ext uri="{FF2B5EF4-FFF2-40B4-BE49-F238E27FC236}">
                  <a16:creationId xmlns:a16="http://schemas.microsoft.com/office/drawing/2014/main" id="{112F3D18-F50D-789C-F611-1435802BDFE5}"/>
                </a:ext>
              </a:extLst>
            </p:cNvPr>
            <p:cNvSpPr/>
            <p:nvPr/>
          </p:nvSpPr>
          <p:spPr>
            <a:xfrm>
              <a:off x="5494400" y="2637775"/>
              <a:ext cx="62225" cy="53450"/>
            </a:xfrm>
            <a:custGeom>
              <a:avLst/>
              <a:gdLst/>
              <a:ahLst/>
              <a:cxnLst/>
              <a:rect l="l" t="t" r="r" b="b"/>
              <a:pathLst>
                <a:path w="2489" h="2138" extrusionOk="0">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3602;p96">
              <a:extLst>
                <a:ext uri="{FF2B5EF4-FFF2-40B4-BE49-F238E27FC236}">
                  <a16:creationId xmlns:a16="http://schemas.microsoft.com/office/drawing/2014/main" id="{97195F73-82FD-C0A9-61C8-CBFA7ACD6C71}"/>
                </a:ext>
              </a:extLst>
            </p:cNvPr>
            <p:cNvSpPr/>
            <p:nvPr/>
          </p:nvSpPr>
          <p:spPr>
            <a:xfrm>
              <a:off x="549440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3603;p96">
              <a:extLst>
                <a:ext uri="{FF2B5EF4-FFF2-40B4-BE49-F238E27FC236}">
                  <a16:creationId xmlns:a16="http://schemas.microsoft.com/office/drawing/2014/main" id="{EEEF776C-87F6-C5D5-BD7C-7E3A077ABFF0}"/>
                </a:ext>
              </a:extLst>
            </p:cNvPr>
            <p:cNvSpPr/>
            <p:nvPr/>
          </p:nvSpPr>
          <p:spPr>
            <a:xfrm>
              <a:off x="549440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3604;p96">
              <a:extLst>
                <a:ext uri="{FF2B5EF4-FFF2-40B4-BE49-F238E27FC236}">
                  <a16:creationId xmlns:a16="http://schemas.microsoft.com/office/drawing/2014/main" id="{1D13376C-A87E-8D80-CD89-4E18C9EFEB66}"/>
                </a:ext>
              </a:extLst>
            </p:cNvPr>
            <p:cNvSpPr/>
            <p:nvPr/>
          </p:nvSpPr>
          <p:spPr>
            <a:xfrm>
              <a:off x="5570625" y="1266550"/>
              <a:ext cx="62200" cy="53450"/>
            </a:xfrm>
            <a:custGeom>
              <a:avLst/>
              <a:gdLst/>
              <a:ahLst/>
              <a:cxnLst/>
              <a:rect l="l" t="t" r="r" b="b"/>
              <a:pathLst>
                <a:path w="2488" h="2138" extrusionOk="0">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3605;p96">
              <a:extLst>
                <a:ext uri="{FF2B5EF4-FFF2-40B4-BE49-F238E27FC236}">
                  <a16:creationId xmlns:a16="http://schemas.microsoft.com/office/drawing/2014/main" id="{B593F279-C7FE-D53D-2303-DD2251140836}"/>
                </a:ext>
              </a:extLst>
            </p:cNvPr>
            <p:cNvSpPr/>
            <p:nvPr/>
          </p:nvSpPr>
          <p:spPr>
            <a:xfrm>
              <a:off x="5570625" y="134275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3606;p96">
              <a:extLst>
                <a:ext uri="{FF2B5EF4-FFF2-40B4-BE49-F238E27FC236}">
                  <a16:creationId xmlns:a16="http://schemas.microsoft.com/office/drawing/2014/main" id="{C584B9D7-566C-E6C4-B417-70370C695A4D}"/>
                </a:ext>
              </a:extLst>
            </p:cNvPr>
            <p:cNvSpPr/>
            <p:nvPr/>
          </p:nvSpPr>
          <p:spPr>
            <a:xfrm>
              <a:off x="5570625" y="141897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3607;p96">
              <a:extLst>
                <a:ext uri="{FF2B5EF4-FFF2-40B4-BE49-F238E27FC236}">
                  <a16:creationId xmlns:a16="http://schemas.microsoft.com/office/drawing/2014/main" id="{927A0A05-23A3-D98B-473A-B70DC81C419D}"/>
                </a:ext>
              </a:extLst>
            </p:cNvPr>
            <p:cNvSpPr/>
            <p:nvPr/>
          </p:nvSpPr>
          <p:spPr>
            <a:xfrm>
              <a:off x="5570625" y="1495200"/>
              <a:ext cx="62200" cy="53325"/>
            </a:xfrm>
            <a:custGeom>
              <a:avLst/>
              <a:gdLst/>
              <a:ahLst/>
              <a:cxnLst/>
              <a:rect l="l" t="t" r="r" b="b"/>
              <a:pathLst>
                <a:path w="2488" h="2133" extrusionOk="0">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3608;p96">
              <a:extLst>
                <a:ext uri="{FF2B5EF4-FFF2-40B4-BE49-F238E27FC236}">
                  <a16:creationId xmlns:a16="http://schemas.microsoft.com/office/drawing/2014/main" id="{ECB15583-F4BF-A629-B4E1-A89FA097B4AC}"/>
                </a:ext>
              </a:extLst>
            </p:cNvPr>
            <p:cNvSpPr/>
            <p:nvPr/>
          </p:nvSpPr>
          <p:spPr>
            <a:xfrm>
              <a:off x="5570625" y="1571400"/>
              <a:ext cx="62200" cy="53250"/>
            </a:xfrm>
            <a:custGeom>
              <a:avLst/>
              <a:gdLst/>
              <a:ahLst/>
              <a:cxnLst/>
              <a:rect l="l" t="t" r="r" b="b"/>
              <a:pathLst>
                <a:path w="2488"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3609;p96">
              <a:extLst>
                <a:ext uri="{FF2B5EF4-FFF2-40B4-BE49-F238E27FC236}">
                  <a16:creationId xmlns:a16="http://schemas.microsoft.com/office/drawing/2014/main" id="{14BD6FB1-770F-F3EE-9096-2FD83B45A857}"/>
                </a:ext>
              </a:extLst>
            </p:cNvPr>
            <p:cNvSpPr/>
            <p:nvPr/>
          </p:nvSpPr>
          <p:spPr>
            <a:xfrm>
              <a:off x="5570625" y="164740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3610;p96">
              <a:extLst>
                <a:ext uri="{FF2B5EF4-FFF2-40B4-BE49-F238E27FC236}">
                  <a16:creationId xmlns:a16="http://schemas.microsoft.com/office/drawing/2014/main" id="{8DA583B5-1F49-179E-B551-F0AE8DF2D1E9}"/>
                </a:ext>
              </a:extLst>
            </p:cNvPr>
            <p:cNvSpPr/>
            <p:nvPr/>
          </p:nvSpPr>
          <p:spPr>
            <a:xfrm>
              <a:off x="5570625"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3611;p96">
              <a:extLst>
                <a:ext uri="{FF2B5EF4-FFF2-40B4-BE49-F238E27FC236}">
                  <a16:creationId xmlns:a16="http://schemas.microsoft.com/office/drawing/2014/main" id="{C970AC14-F871-0455-0072-1E35F137DF10}"/>
                </a:ext>
              </a:extLst>
            </p:cNvPr>
            <p:cNvSpPr/>
            <p:nvPr/>
          </p:nvSpPr>
          <p:spPr>
            <a:xfrm>
              <a:off x="5570625"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3612;p96">
              <a:extLst>
                <a:ext uri="{FF2B5EF4-FFF2-40B4-BE49-F238E27FC236}">
                  <a16:creationId xmlns:a16="http://schemas.microsoft.com/office/drawing/2014/main" id="{D62043DF-6F31-2083-B49F-F68CF1AEB3A2}"/>
                </a:ext>
              </a:extLst>
            </p:cNvPr>
            <p:cNvSpPr/>
            <p:nvPr/>
          </p:nvSpPr>
          <p:spPr>
            <a:xfrm>
              <a:off x="5570625" y="187605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3613;p96">
              <a:extLst>
                <a:ext uri="{FF2B5EF4-FFF2-40B4-BE49-F238E27FC236}">
                  <a16:creationId xmlns:a16="http://schemas.microsoft.com/office/drawing/2014/main" id="{1525F5B3-EFD9-5E10-B6E6-22060D383CC8}"/>
                </a:ext>
              </a:extLst>
            </p:cNvPr>
            <p:cNvSpPr/>
            <p:nvPr/>
          </p:nvSpPr>
          <p:spPr>
            <a:xfrm>
              <a:off x="5570625" y="1952050"/>
              <a:ext cx="62200" cy="53450"/>
            </a:xfrm>
            <a:custGeom>
              <a:avLst/>
              <a:gdLst/>
              <a:ahLst/>
              <a:cxnLst/>
              <a:rect l="l" t="t" r="r" b="b"/>
              <a:pathLst>
                <a:path w="2488"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3614;p96">
              <a:extLst>
                <a:ext uri="{FF2B5EF4-FFF2-40B4-BE49-F238E27FC236}">
                  <a16:creationId xmlns:a16="http://schemas.microsoft.com/office/drawing/2014/main" id="{835A5C3F-F308-5828-2152-6975FE63D302}"/>
                </a:ext>
              </a:extLst>
            </p:cNvPr>
            <p:cNvSpPr/>
            <p:nvPr/>
          </p:nvSpPr>
          <p:spPr>
            <a:xfrm>
              <a:off x="5570625" y="2028275"/>
              <a:ext cx="62200" cy="53450"/>
            </a:xfrm>
            <a:custGeom>
              <a:avLst/>
              <a:gdLst/>
              <a:ahLst/>
              <a:cxnLst/>
              <a:rect l="l" t="t" r="r" b="b"/>
              <a:pathLst>
                <a:path w="2488" h="2138" extrusionOk="0">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3615;p96">
              <a:extLst>
                <a:ext uri="{FF2B5EF4-FFF2-40B4-BE49-F238E27FC236}">
                  <a16:creationId xmlns:a16="http://schemas.microsoft.com/office/drawing/2014/main" id="{5A0D6731-B41C-DF96-69B8-88BBC37A0949}"/>
                </a:ext>
              </a:extLst>
            </p:cNvPr>
            <p:cNvSpPr/>
            <p:nvPr/>
          </p:nvSpPr>
          <p:spPr>
            <a:xfrm>
              <a:off x="5570625"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3616;p96">
              <a:extLst>
                <a:ext uri="{FF2B5EF4-FFF2-40B4-BE49-F238E27FC236}">
                  <a16:creationId xmlns:a16="http://schemas.microsoft.com/office/drawing/2014/main" id="{42844838-071A-1F02-B3E1-6B4FB2675237}"/>
                </a:ext>
              </a:extLst>
            </p:cNvPr>
            <p:cNvSpPr/>
            <p:nvPr/>
          </p:nvSpPr>
          <p:spPr>
            <a:xfrm>
              <a:off x="5570625" y="218070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3617;p96">
              <a:extLst>
                <a:ext uri="{FF2B5EF4-FFF2-40B4-BE49-F238E27FC236}">
                  <a16:creationId xmlns:a16="http://schemas.microsoft.com/office/drawing/2014/main" id="{4270209B-A5D6-BF4A-2E66-5F1080CC1C2B}"/>
                </a:ext>
              </a:extLst>
            </p:cNvPr>
            <p:cNvSpPr/>
            <p:nvPr/>
          </p:nvSpPr>
          <p:spPr>
            <a:xfrm>
              <a:off x="5570625" y="2256925"/>
              <a:ext cx="62425" cy="53425"/>
            </a:xfrm>
            <a:custGeom>
              <a:avLst/>
              <a:gdLst/>
              <a:ahLst/>
              <a:cxnLst/>
              <a:rect l="l" t="t" r="r" b="b"/>
              <a:pathLst>
                <a:path w="2497" h="2137" extrusionOk="0">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3618;p96">
              <a:extLst>
                <a:ext uri="{FF2B5EF4-FFF2-40B4-BE49-F238E27FC236}">
                  <a16:creationId xmlns:a16="http://schemas.microsoft.com/office/drawing/2014/main" id="{6BCD4CE3-4E41-FE97-8D6A-390DAA83D6D6}"/>
                </a:ext>
              </a:extLst>
            </p:cNvPr>
            <p:cNvSpPr/>
            <p:nvPr/>
          </p:nvSpPr>
          <p:spPr>
            <a:xfrm>
              <a:off x="5570625" y="2333125"/>
              <a:ext cx="62200" cy="53450"/>
            </a:xfrm>
            <a:custGeom>
              <a:avLst/>
              <a:gdLst/>
              <a:ahLst/>
              <a:cxnLst/>
              <a:rect l="l" t="t" r="r" b="b"/>
              <a:pathLst>
                <a:path w="2488" h="2138" extrusionOk="0">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3619;p96">
              <a:extLst>
                <a:ext uri="{FF2B5EF4-FFF2-40B4-BE49-F238E27FC236}">
                  <a16:creationId xmlns:a16="http://schemas.microsoft.com/office/drawing/2014/main" id="{8AFCF7DB-D259-41A0-47BF-8727B6FD8699}"/>
                </a:ext>
              </a:extLst>
            </p:cNvPr>
            <p:cNvSpPr/>
            <p:nvPr/>
          </p:nvSpPr>
          <p:spPr>
            <a:xfrm>
              <a:off x="5570625" y="2485550"/>
              <a:ext cx="62200" cy="53300"/>
            </a:xfrm>
            <a:custGeom>
              <a:avLst/>
              <a:gdLst/>
              <a:ahLst/>
              <a:cxnLst/>
              <a:rect l="l" t="t" r="r" b="b"/>
              <a:pathLst>
                <a:path w="2488" h="2132" extrusionOk="0">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3620;p96">
              <a:extLst>
                <a:ext uri="{FF2B5EF4-FFF2-40B4-BE49-F238E27FC236}">
                  <a16:creationId xmlns:a16="http://schemas.microsoft.com/office/drawing/2014/main" id="{2527E759-CF9D-41A8-FF0B-69248B6866B5}"/>
                </a:ext>
              </a:extLst>
            </p:cNvPr>
            <p:cNvSpPr/>
            <p:nvPr/>
          </p:nvSpPr>
          <p:spPr>
            <a:xfrm>
              <a:off x="5570625" y="2561575"/>
              <a:ext cx="62200" cy="53425"/>
            </a:xfrm>
            <a:custGeom>
              <a:avLst/>
              <a:gdLst/>
              <a:ahLst/>
              <a:cxnLst/>
              <a:rect l="l" t="t" r="r" b="b"/>
              <a:pathLst>
                <a:path w="2488"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3621;p96">
              <a:extLst>
                <a:ext uri="{FF2B5EF4-FFF2-40B4-BE49-F238E27FC236}">
                  <a16:creationId xmlns:a16="http://schemas.microsoft.com/office/drawing/2014/main" id="{AF65134E-E846-0358-378E-7D237B85BA3F}"/>
                </a:ext>
              </a:extLst>
            </p:cNvPr>
            <p:cNvSpPr/>
            <p:nvPr/>
          </p:nvSpPr>
          <p:spPr>
            <a:xfrm>
              <a:off x="55706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3622;p96">
              <a:extLst>
                <a:ext uri="{FF2B5EF4-FFF2-40B4-BE49-F238E27FC236}">
                  <a16:creationId xmlns:a16="http://schemas.microsoft.com/office/drawing/2014/main" id="{D0CA0FFC-C426-0B7A-8446-42C49132B022}"/>
                </a:ext>
              </a:extLst>
            </p:cNvPr>
            <p:cNvSpPr/>
            <p:nvPr/>
          </p:nvSpPr>
          <p:spPr>
            <a:xfrm>
              <a:off x="5570625" y="2866425"/>
              <a:ext cx="62200" cy="53275"/>
            </a:xfrm>
            <a:custGeom>
              <a:avLst/>
              <a:gdLst/>
              <a:ahLst/>
              <a:cxnLst/>
              <a:rect l="l" t="t" r="r" b="b"/>
              <a:pathLst>
                <a:path w="2488"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3623;p96">
              <a:extLst>
                <a:ext uri="{FF2B5EF4-FFF2-40B4-BE49-F238E27FC236}">
                  <a16:creationId xmlns:a16="http://schemas.microsoft.com/office/drawing/2014/main" id="{21217053-28F1-EC23-67F3-AAC7B77985A4}"/>
                </a:ext>
              </a:extLst>
            </p:cNvPr>
            <p:cNvSpPr/>
            <p:nvPr/>
          </p:nvSpPr>
          <p:spPr>
            <a:xfrm>
              <a:off x="5570625" y="2790200"/>
              <a:ext cx="62200" cy="53350"/>
            </a:xfrm>
            <a:custGeom>
              <a:avLst/>
              <a:gdLst/>
              <a:ahLst/>
              <a:cxnLst/>
              <a:rect l="l" t="t" r="r" b="b"/>
              <a:pathLst>
                <a:path w="2488" h="2134" extrusionOk="0">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3624;p96">
              <a:extLst>
                <a:ext uri="{FF2B5EF4-FFF2-40B4-BE49-F238E27FC236}">
                  <a16:creationId xmlns:a16="http://schemas.microsoft.com/office/drawing/2014/main" id="{A53A4731-B5B4-B27D-745C-D662601C0C6B}"/>
                </a:ext>
              </a:extLst>
            </p:cNvPr>
            <p:cNvSpPr/>
            <p:nvPr/>
          </p:nvSpPr>
          <p:spPr>
            <a:xfrm>
              <a:off x="5570625"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3625;p96">
              <a:extLst>
                <a:ext uri="{FF2B5EF4-FFF2-40B4-BE49-F238E27FC236}">
                  <a16:creationId xmlns:a16="http://schemas.microsoft.com/office/drawing/2014/main" id="{E2EA9D00-099F-E7C0-BDA8-4549A099EB20}"/>
                </a:ext>
              </a:extLst>
            </p:cNvPr>
            <p:cNvSpPr/>
            <p:nvPr/>
          </p:nvSpPr>
          <p:spPr>
            <a:xfrm>
              <a:off x="56468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3626;p96">
              <a:extLst>
                <a:ext uri="{FF2B5EF4-FFF2-40B4-BE49-F238E27FC236}">
                  <a16:creationId xmlns:a16="http://schemas.microsoft.com/office/drawing/2014/main" id="{C2097CD6-784D-B0BF-0D43-83631D544FB2}"/>
                </a:ext>
              </a:extLst>
            </p:cNvPr>
            <p:cNvSpPr/>
            <p:nvPr/>
          </p:nvSpPr>
          <p:spPr>
            <a:xfrm>
              <a:off x="56468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3627;p96">
              <a:extLst>
                <a:ext uri="{FF2B5EF4-FFF2-40B4-BE49-F238E27FC236}">
                  <a16:creationId xmlns:a16="http://schemas.microsoft.com/office/drawing/2014/main" id="{CACAB109-1722-2A8C-863E-6E21D877AE85}"/>
                </a:ext>
              </a:extLst>
            </p:cNvPr>
            <p:cNvSpPr/>
            <p:nvPr/>
          </p:nvSpPr>
          <p:spPr>
            <a:xfrm>
              <a:off x="56468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3628;p96">
              <a:extLst>
                <a:ext uri="{FF2B5EF4-FFF2-40B4-BE49-F238E27FC236}">
                  <a16:creationId xmlns:a16="http://schemas.microsoft.com/office/drawing/2014/main" id="{CBB93BD8-6B2C-C71E-A39B-FDBBC5FDC3DA}"/>
                </a:ext>
              </a:extLst>
            </p:cNvPr>
            <p:cNvSpPr/>
            <p:nvPr/>
          </p:nvSpPr>
          <p:spPr>
            <a:xfrm>
              <a:off x="564682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3629;p96">
              <a:extLst>
                <a:ext uri="{FF2B5EF4-FFF2-40B4-BE49-F238E27FC236}">
                  <a16:creationId xmlns:a16="http://schemas.microsoft.com/office/drawing/2014/main" id="{A8A754B2-77E2-FAC7-9E8A-D740DA8EBE60}"/>
                </a:ext>
              </a:extLst>
            </p:cNvPr>
            <p:cNvSpPr/>
            <p:nvPr/>
          </p:nvSpPr>
          <p:spPr>
            <a:xfrm>
              <a:off x="56468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3630;p96">
              <a:extLst>
                <a:ext uri="{FF2B5EF4-FFF2-40B4-BE49-F238E27FC236}">
                  <a16:creationId xmlns:a16="http://schemas.microsoft.com/office/drawing/2014/main" id="{F04D14BA-330F-6457-808C-303931FE2EDD}"/>
                </a:ext>
              </a:extLst>
            </p:cNvPr>
            <p:cNvSpPr/>
            <p:nvPr/>
          </p:nvSpPr>
          <p:spPr>
            <a:xfrm>
              <a:off x="56468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3631;p96">
              <a:extLst>
                <a:ext uri="{FF2B5EF4-FFF2-40B4-BE49-F238E27FC236}">
                  <a16:creationId xmlns:a16="http://schemas.microsoft.com/office/drawing/2014/main" id="{D3A447B4-B5D4-7B4C-8A33-93C4557618F3}"/>
                </a:ext>
              </a:extLst>
            </p:cNvPr>
            <p:cNvSpPr/>
            <p:nvPr/>
          </p:nvSpPr>
          <p:spPr>
            <a:xfrm>
              <a:off x="5646825" y="1876050"/>
              <a:ext cx="62225" cy="53350"/>
            </a:xfrm>
            <a:custGeom>
              <a:avLst/>
              <a:gdLst/>
              <a:ahLst/>
              <a:cxnLst/>
              <a:rect l="l" t="t" r="r" b="b"/>
              <a:pathLst>
                <a:path w="2489" h="2134" extrusionOk="0">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3632;p96">
              <a:extLst>
                <a:ext uri="{FF2B5EF4-FFF2-40B4-BE49-F238E27FC236}">
                  <a16:creationId xmlns:a16="http://schemas.microsoft.com/office/drawing/2014/main" id="{27C257C3-9303-9576-ADFE-AB4C202C0FA2}"/>
                </a:ext>
              </a:extLst>
            </p:cNvPr>
            <p:cNvSpPr/>
            <p:nvPr/>
          </p:nvSpPr>
          <p:spPr>
            <a:xfrm>
              <a:off x="56468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3633;p96">
              <a:extLst>
                <a:ext uri="{FF2B5EF4-FFF2-40B4-BE49-F238E27FC236}">
                  <a16:creationId xmlns:a16="http://schemas.microsoft.com/office/drawing/2014/main" id="{6A56A3EF-7C0B-D24B-80E9-A8DD00CFF851}"/>
                </a:ext>
              </a:extLst>
            </p:cNvPr>
            <p:cNvSpPr/>
            <p:nvPr/>
          </p:nvSpPr>
          <p:spPr>
            <a:xfrm>
              <a:off x="56468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3634;p96">
              <a:extLst>
                <a:ext uri="{FF2B5EF4-FFF2-40B4-BE49-F238E27FC236}">
                  <a16:creationId xmlns:a16="http://schemas.microsoft.com/office/drawing/2014/main" id="{FBBDF64D-0A41-62BB-8DF2-351E32319F69}"/>
                </a:ext>
              </a:extLst>
            </p:cNvPr>
            <p:cNvSpPr/>
            <p:nvPr/>
          </p:nvSpPr>
          <p:spPr>
            <a:xfrm>
              <a:off x="56468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3635;p96">
              <a:extLst>
                <a:ext uri="{FF2B5EF4-FFF2-40B4-BE49-F238E27FC236}">
                  <a16:creationId xmlns:a16="http://schemas.microsoft.com/office/drawing/2014/main" id="{D321F83C-90DE-3698-325F-C86DC2217E69}"/>
                </a:ext>
              </a:extLst>
            </p:cNvPr>
            <p:cNvSpPr/>
            <p:nvPr/>
          </p:nvSpPr>
          <p:spPr>
            <a:xfrm>
              <a:off x="56468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3636;p96">
              <a:extLst>
                <a:ext uri="{FF2B5EF4-FFF2-40B4-BE49-F238E27FC236}">
                  <a16:creationId xmlns:a16="http://schemas.microsoft.com/office/drawing/2014/main" id="{513A8EEE-FD8D-09EA-DF7D-B0669595E363}"/>
                </a:ext>
              </a:extLst>
            </p:cNvPr>
            <p:cNvSpPr/>
            <p:nvPr/>
          </p:nvSpPr>
          <p:spPr>
            <a:xfrm>
              <a:off x="5646825"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3637;p96">
              <a:extLst>
                <a:ext uri="{FF2B5EF4-FFF2-40B4-BE49-F238E27FC236}">
                  <a16:creationId xmlns:a16="http://schemas.microsoft.com/office/drawing/2014/main" id="{B4B7A8F6-ED47-2910-5568-C66389F1B8EE}"/>
                </a:ext>
              </a:extLst>
            </p:cNvPr>
            <p:cNvSpPr/>
            <p:nvPr/>
          </p:nvSpPr>
          <p:spPr>
            <a:xfrm>
              <a:off x="56468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3638;p96">
              <a:extLst>
                <a:ext uri="{FF2B5EF4-FFF2-40B4-BE49-F238E27FC236}">
                  <a16:creationId xmlns:a16="http://schemas.microsoft.com/office/drawing/2014/main" id="{A44EABE2-0AC0-4049-B2B6-E53C109B7001}"/>
                </a:ext>
              </a:extLst>
            </p:cNvPr>
            <p:cNvSpPr/>
            <p:nvPr/>
          </p:nvSpPr>
          <p:spPr>
            <a:xfrm>
              <a:off x="5646825" y="2485550"/>
              <a:ext cx="62225" cy="53300"/>
            </a:xfrm>
            <a:custGeom>
              <a:avLst/>
              <a:gdLst/>
              <a:ahLst/>
              <a:cxnLst/>
              <a:rect l="l" t="t" r="r" b="b"/>
              <a:pathLst>
                <a:path w="2489" h="2132" extrusionOk="0">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3639;p96">
              <a:extLst>
                <a:ext uri="{FF2B5EF4-FFF2-40B4-BE49-F238E27FC236}">
                  <a16:creationId xmlns:a16="http://schemas.microsoft.com/office/drawing/2014/main" id="{83D3D583-6031-A308-ED63-A89B7CB380B9}"/>
                </a:ext>
              </a:extLst>
            </p:cNvPr>
            <p:cNvSpPr/>
            <p:nvPr/>
          </p:nvSpPr>
          <p:spPr>
            <a:xfrm>
              <a:off x="56468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3640;p96">
              <a:extLst>
                <a:ext uri="{FF2B5EF4-FFF2-40B4-BE49-F238E27FC236}">
                  <a16:creationId xmlns:a16="http://schemas.microsoft.com/office/drawing/2014/main" id="{419EB865-904D-54FC-012F-15FA49E5323E}"/>
                </a:ext>
              </a:extLst>
            </p:cNvPr>
            <p:cNvSpPr/>
            <p:nvPr/>
          </p:nvSpPr>
          <p:spPr>
            <a:xfrm>
              <a:off x="56468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3641;p96">
              <a:extLst>
                <a:ext uri="{FF2B5EF4-FFF2-40B4-BE49-F238E27FC236}">
                  <a16:creationId xmlns:a16="http://schemas.microsoft.com/office/drawing/2014/main" id="{7E0A297B-A2F6-F043-339C-EA922AD521A7}"/>
                </a:ext>
              </a:extLst>
            </p:cNvPr>
            <p:cNvSpPr/>
            <p:nvPr/>
          </p:nvSpPr>
          <p:spPr>
            <a:xfrm>
              <a:off x="5646825" y="2637775"/>
              <a:ext cx="62225" cy="53450"/>
            </a:xfrm>
            <a:custGeom>
              <a:avLst/>
              <a:gdLst/>
              <a:ahLst/>
              <a:cxnLst/>
              <a:rect l="l" t="t" r="r" b="b"/>
              <a:pathLst>
                <a:path w="2489" h="2138" extrusionOk="0">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3642;p96">
              <a:extLst>
                <a:ext uri="{FF2B5EF4-FFF2-40B4-BE49-F238E27FC236}">
                  <a16:creationId xmlns:a16="http://schemas.microsoft.com/office/drawing/2014/main" id="{C4060AF1-5887-5485-DFC1-2CF21283D150}"/>
                </a:ext>
              </a:extLst>
            </p:cNvPr>
            <p:cNvSpPr/>
            <p:nvPr/>
          </p:nvSpPr>
          <p:spPr>
            <a:xfrm>
              <a:off x="5723050"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3643;p96">
              <a:extLst>
                <a:ext uri="{FF2B5EF4-FFF2-40B4-BE49-F238E27FC236}">
                  <a16:creationId xmlns:a16="http://schemas.microsoft.com/office/drawing/2014/main" id="{12C4A099-2DFB-A6FD-CD3C-8B5EB5C42259}"/>
                </a:ext>
              </a:extLst>
            </p:cNvPr>
            <p:cNvSpPr/>
            <p:nvPr/>
          </p:nvSpPr>
          <p:spPr>
            <a:xfrm>
              <a:off x="5723050"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3644;p96">
              <a:extLst>
                <a:ext uri="{FF2B5EF4-FFF2-40B4-BE49-F238E27FC236}">
                  <a16:creationId xmlns:a16="http://schemas.microsoft.com/office/drawing/2014/main" id="{1346483A-2651-E9F9-A1F6-33591F3A4788}"/>
                </a:ext>
              </a:extLst>
            </p:cNvPr>
            <p:cNvSpPr/>
            <p:nvPr/>
          </p:nvSpPr>
          <p:spPr>
            <a:xfrm>
              <a:off x="5723050" y="1571400"/>
              <a:ext cx="62150" cy="53250"/>
            </a:xfrm>
            <a:custGeom>
              <a:avLst/>
              <a:gdLst/>
              <a:ahLst/>
              <a:cxnLst/>
              <a:rect l="l" t="t" r="r" b="b"/>
              <a:pathLst>
                <a:path w="2486" h="2130" extrusionOk="0">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3645;p96">
              <a:extLst>
                <a:ext uri="{FF2B5EF4-FFF2-40B4-BE49-F238E27FC236}">
                  <a16:creationId xmlns:a16="http://schemas.microsoft.com/office/drawing/2014/main" id="{3F697698-DE69-3AD8-DE83-F3C91EF5CFF6}"/>
                </a:ext>
              </a:extLst>
            </p:cNvPr>
            <p:cNvSpPr/>
            <p:nvPr/>
          </p:nvSpPr>
          <p:spPr>
            <a:xfrm>
              <a:off x="5723050"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3646;p96">
              <a:extLst>
                <a:ext uri="{FF2B5EF4-FFF2-40B4-BE49-F238E27FC236}">
                  <a16:creationId xmlns:a16="http://schemas.microsoft.com/office/drawing/2014/main" id="{F983AEB1-8BCF-EC5A-CF8D-A6B23A822DEA}"/>
                </a:ext>
              </a:extLst>
            </p:cNvPr>
            <p:cNvSpPr/>
            <p:nvPr/>
          </p:nvSpPr>
          <p:spPr>
            <a:xfrm>
              <a:off x="5723050" y="17236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3647;p96">
              <a:extLst>
                <a:ext uri="{FF2B5EF4-FFF2-40B4-BE49-F238E27FC236}">
                  <a16:creationId xmlns:a16="http://schemas.microsoft.com/office/drawing/2014/main" id="{B03428DD-37F3-6929-CF48-51C588C5F4B6}"/>
                </a:ext>
              </a:extLst>
            </p:cNvPr>
            <p:cNvSpPr/>
            <p:nvPr/>
          </p:nvSpPr>
          <p:spPr>
            <a:xfrm>
              <a:off x="5723050" y="17998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3648;p96">
              <a:extLst>
                <a:ext uri="{FF2B5EF4-FFF2-40B4-BE49-F238E27FC236}">
                  <a16:creationId xmlns:a16="http://schemas.microsoft.com/office/drawing/2014/main" id="{AA5184B7-0050-95E6-3EA8-5A96548F224C}"/>
                </a:ext>
              </a:extLst>
            </p:cNvPr>
            <p:cNvSpPr/>
            <p:nvPr/>
          </p:nvSpPr>
          <p:spPr>
            <a:xfrm>
              <a:off x="5723050"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3649;p96">
              <a:extLst>
                <a:ext uri="{FF2B5EF4-FFF2-40B4-BE49-F238E27FC236}">
                  <a16:creationId xmlns:a16="http://schemas.microsoft.com/office/drawing/2014/main" id="{4E0803BD-AE9D-8020-58DC-027113BC813E}"/>
                </a:ext>
              </a:extLst>
            </p:cNvPr>
            <p:cNvSpPr/>
            <p:nvPr/>
          </p:nvSpPr>
          <p:spPr>
            <a:xfrm>
              <a:off x="5723050"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3650;p96">
              <a:extLst>
                <a:ext uri="{FF2B5EF4-FFF2-40B4-BE49-F238E27FC236}">
                  <a16:creationId xmlns:a16="http://schemas.microsoft.com/office/drawing/2014/main" id="{7CCAF40F-20BA-08D2-D0DC-90B53746175C}"/>
                </a:ext>
              </a:extLst>
            </p:cNvPr>
            <p:cNvSpPr/>
            <p:nvPr/>
          </p:nvSpPr>
          <p:spPr>
            <a:xfrm>
              <a:off x="5723050"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3651;p96">
              <a:extLst>
                <a:ext uri="{FF2B5EF4-FFF2-40B4-BE49-F238E27FC236}">
                  <a16:creationId xmlns:a16="http://schemas.microsoft.com/office/drawing/2014/main" id="{BFF27D07-E400-89EE-8403-D297DC7EC6EC}"/>
                </a:ext>
              </a:extLst>
            </p:cNvPr>
            <p:cNvSpPr/>
            <p:nvPr/>
          </p:nvSpPr>
          <p:spPr>
            <a:xfrm>
              <a:off x="5723050"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3652;p96">
              <a:extLst>
                <a:ext uri="{FF2B5EF4-FFF2-40B4-BE49-F238E27FC236}">
                  <a16:creationId xmlns:a16="http://schemas.microsoft.com/office/drawing/2014/main" id="{D5CE5210-B9C3-DF1D-EAA6-B125DAAB8E92}"/>
                </a:ext>
              </a:extLst>
            </p:cNvPr>
            <p:cNvSpPr/>
            <p:nvPr/>
          </p:nvSpPr>
          <p:spPr>
            <a:xfrm>
              <a:off x="5723050"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3653;p96">
              <a:extLst>
                <a:ext uri="{FF2B5EF4-FFF2-40B4-BE49-F238E27FC236}">
                  <a16:creationId xmlns:a16="http://schemas.microsoft.com/office/drawing/2014/main" id="{01B8CAF8-537F-E9F2-2394-9B0818EB64C9}"/>
                </a:ext>
              </a:extLst>
            </p:cNvPr>
            <p:cNvSpPr/>
            <p:nvPr/>
          </p:nvSpPr>
          <p:spPr>
            <a:xfrm>
              <a:off x="57230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3654;p96">
              <a:extLst>
                <a:ext uri="{FF2B5EF4-FFF2-40B4-BE49-F238E27FC236}">
                  <a16:creationId xmlns:a16="http://schemas.microsoft.com/office/drawing/2014/main" id="{AE1DD2F6-FE46-5CED-DD3F-116D3DECE884}"/>
                </a:ext>
              </a:extLst>
            </p:cNvPr>
            <p:cNvSpPr/>
            <p:nvPr/>
          </p:nvSpPr>
          <p:spPr>
            <a:xfrm>
              <a:off x="5723050"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3655;p96">
              <a:extLst>
                <a:ext uri="{FF2B5EF4-FFF2-40B4-BE49-F238E27FC236}">
                  <a16:creationId xmlns:a16="http://schemas.microsoft.com/office/drawing/2014/main" id="{8B1F5A1F-4BC4-95B9-9961-DE17C730D246}"/>
                </a:ext>
              </a:extLst>
            </p:cNvPr>
            <p:cNvSpPr/>
            <p:nvPr/>
          </p:nvSpPr>
          <p:spPr>
            <a:xfrm>
              <a:off x="5722850" y="2485550"/>
              <a:ext cx="62425" cy="53300"/>
            </a:xfrm>
            <a:custGeom>
              <a:avLst/>
              <a:gdLst/>
              <a:ahLst/>
              <a:cxnLst/>
              <a:rect l="l" t="t" r="r" b="b"/>
              <a:pathLst>
                <a:path w="2497" h="2132" extrusionOk="0">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3656;p96">
              <a:extLst>
                <a:ext uri="{FF2B5EF4-FFF2-40B4-BE49-F238E27FC236}">
                  <a16:creationId xmlns:a16="http://schemas.microsoft.com/office/drawing/2014/main" id="{375885F5-0289-8252-1CC0-0E0A6498F0CB}"/>
                </a:ext>
              </a:extLst>
            </p:cNvPr>
            <p:cNvSpPr/>
            <p:nvPr/>
          </p:nvSpPr>
          <p:spPr>
            <a:xfrm>
              <a:off x="5723050"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3657;p96">
              <a:extLst>
                <a:ext uri="{FF2B5EF4-FFF2-40B4-BE49-F238E27FC236}">
                  <a16:creationId xmlns:a16="http://schemas.microsoft.com/office/drawing/2014/main" id="{406D9009-E26B-98B0-A36D-42413248AE72}"/>
                </a:ext>
              </a:extLst>
            </p:cNvPr>
            <p:cNvSpPr/>
            <p:nvPr/>
          </p:nvSpPr>
          <p:spPr>
            <a:xfrm>
              <a:off x="5722850" y="2637775"/>
              <a:ext cx="62425" cy="53450"/>
            </a:xfrm>
            <a:custGeom>
              <a:avLst/>
              <a:gdLst/>
              <a:ahLst/>
              <a:cxnLst/>
              <a:rect l="l" t="t" r="r" b="b"/>
              <a:pathLst>
                <a:path w="2497" h="2138" extrusionOk="0">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3658;p96">
              <a:extLst>
                <a:ext uri="{FF2B5EF4-FFF2-40B4-BE49-F238E27FC236}">
                  <a16:creationId xmlns:a16="http://schemas.microsoft.com/office/drawing/2014/main" id="{AF608EF1-AAD6-6BC4-AE2A-21ABFE8689BE}"/>
                </a:ext>
              </a:extLst>
            </p:cNvPr>
            <p:cNvSpPr/>
            <p:nvPr/>
          </p:nvSpPr>
          <p:spPr>
            <a:xfrm>
              <a:off x="5799275" y="141897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3659;p96">
              <a:extLst>
                <a:ext uri="{FF2B5EF4-FFF2-40B4-BE49-F238E27FC236}">
                  <a16:creationId xmlns:a16="http://schemas.microsoft.com/office/drawing/2014/main" id="{9566004C-8832-9A87-8E84-30EE2A179AEC}"/>
                </a:ext>
              </a:extLst>
            </p:cNvPr>
            <p:cNvSpPr/>
            <p:nvPr/>
          </p:nvSpPr>
          <p:spPr>
            <a:xfrm>
              <a:off x="5799275" y="149520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3660;p96">
              <a:extLst>
                <a:ext uri="{FF2B5EF4-FFF2-40B4-BE49-F238E27FC236}">
                  <a16:creationId xmlns:a16="http://schemas.microsoft.com/office/drawing/2014/main" id="{49283C8E-FAE5-A546-0934-38073A5E7BDA}"/>
                </a:ext>
              </a:extLst>
            </p:cNvPr>
            <p:cNvSpPr/>
            <p:nvPr/>
          </p:nvSpPr>
          <p:spPr>
            <a:xfrm>
              <a:off x="5799275" y="1571400"/>
              <a:ext cx="62150" cy="53275"/>
            </a:xfrm>
            <a:custGeom>
              <a:avLst/>
              <a:gdLst/>
              <a:ahLst/>
              <a:cxnLst/>
              <a:rect l="l" t="t" r="r" b="b"/>
              <a:pathLst>
                <a:path w="2486" h="2131" extrusionOk="0">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3661;p96">
              <a:extLst>
                <a:ext uri="{FF2B5EF4-FFF2-40B4-BE49-F238E27FC236}">
                  <a16:creationId xmlns:a16="http://schemas.microsoft.com/office/drawing/2014/main" id="{E818B9CE-012D-A440-F112-3A151F18F2AD}"/>
                </a:ext>
              </a:extLst>
            </p:cNvPr>
            <p:cNvSpPr/>
            <p:nvPr/>
          </p:nvSpPr>
          <p:spPr>
            <a:xfrm>
              <a:off x="5799275" y="164740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3662;p96">
              <a:extLst>
                <a:ext uri="{FF2B5EF4-FFF2-40B4-BE49-F238E27FC236}">
                  <a16:creationId xmlns:a16="http://schemas.microsoft.com/office/drawing/2014/main" id="{3D52C027-6F9A-9A6D-65DA-6776238D3B1C}"/>
                </a:ext>
              </a:extLst>
            </p:cNvPr>
            <p:cNvSpPr/>
            <p:nvPr/>
          </p:nvSpPr>
          <p:spPr>
            <a:xfrm>
              <a:off x="5799275" y="172362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3663;p96">
              <a:extLst>
                <a:ext uri="{FF2B5EF4-FFF2-40B4-BE49-F238E27FC236}">
                  <a16:creationId xmlns:a16="http://schemas.microsoft.com/office/drawing/2014/main" id="{346E389D-339B-AF4E-2F21-199F0C2A3F3B}"/>
                </a:ext>
              </a:extLst>
            </p:cNvPr>
            <p:cNvSpPr/>
            <p:nvPr/>
          </p:nvSpPr>
          <p:spPr>
            <a:xfrm>
              <a:off x="5799275" y="1799825"/>
              <a:ext cx="62150" cy="53300"/>
            </a:xfrm>
            <a:custGeom>
              <a:avLst/>
              <a:gdLst/>
              <a:ahLst/>
              <a:cxnLst/>
              <a:rect l="l" t="t" r="r" b="b"/>
              <a:pathLst>
                <a:path w="2486" h="2132" extrusionOk="0">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3664;p96">
              <a:extLst>
                <a:ext uri="{FF2B5EF4-FFF2-40B4-BE49-F238E27FC236}">
                  <a16:creationId xmlns:a16="http://schemas.microsoft.com/office/drawing/2014/main" id="{CB6B53E7-BA13-CA29-3E67-DA53E7951BDE}"/>
                </a:ext>
              </a:extLst>
            </p:cNvPr>
            <p:cNvSpPr/>
            <p:nvPr/>
          </p:nvSpPr>
          <p:spPr>
            <a:xfrm>
              <a:off x="5799275" y="187605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3665;p96">
              <a:extLst>
                <a:ext uri="{FF2B5EF4-FFF2-40B4-BE49-F238E27FC236}">
                  <a16:creationId xmlns:a16="http://schemas.microsoft.com/office/drawing/2014/main" id="{BEAF9940-9C6E-FE67-4EC1-49087170A3E5}"/>
                </a:ext>
              </a:extLst>
            </p:cNvPr>
            <p:cNvSpPr/>
            <p:nvPr/>
          </p:nvSpPr>
          <p:spPr>
            <a:xfrm>
              <a:off x="5799275" y="1952050"/>
              <a:ext cx="62200" cy="53500"/>
            </a:xfrm>
            <a:custGeom>
              <a:avLst/>
              <a:gdLst/>
              <a:ahLst/>
              <a:cxnLst/>
              <a:rect l="l" t="t" r="r" b="b"/>
              <a:pathLst>
                <a:path w="2488" h="2140" extrusionOk="0">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3666;p96">
              <a:extLst>
                <a:ext uri="{FF2B5EF4-FFF2-40B4-BE49-F238E27FC236}">
                  <a16:creationId xmlns:a16="http://schemas.microsoft.com/office/drawing/2014/main" id="{3D6FE57E-6438-8825-EE1D-F29C9D1A08FF}"/>
                </a:ext>
              </a:extLst>
            </p:cNvPr>
            <p:cNvSpPr/>
            <p:nvPr/>
          </p:nvSpPr>
          <p:spPr>
            <a:xfrm>
              <a:off x="5799275" y="2028275"/>
              <a:ext cx="62200" cy="53450"/>
            </a:xfrm>
            <a:custGeom>
              <a:avLst/>
              <a:gdLst/>
              <a:ahLst/>
              <a:cxnLst/>
              <a:rect l="l" t="t" r="r" b="b"/>
              <a:pathLst>
                <a:path w="2488" h="2138" extrusionOk="0">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3667;p96">
              <a:extLst>
                <a:ext uri="{FF2B5EF4-FFF2-40B4-BE49-F238E27FC236}">
                  <a16:creationId xmlns:a16="http://schemas.microsoft.com/office/drawing/2014/main" id="{B82DAC1A-2337-386B-08F8-98452B8BB6B0}"/>
                </a:ext>
              </a:extLst>
            </p:cNvPr>
            <p:cNvSpPr/>
            <p:nvPr/>
          </p:nvSpPr>
          <p:spPr>
            <a:xfrm>
              <a:off x="587527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3668;p96">
              <a:extLst>
                <a:ext uri="{FF2B5EF4-FFF2-40B4-BE49-F238E27FC236}">
                  <a16:creationId xmlns:a16="http://schemas.microsoft.com/office/drawing/2014/main" id="{FBB7F837-361A-4EC7-0E03-68F380A01B2F}"/>
                </a:ext>
              </a:extLst>
            </p:cNvPr>
            <p:cNvSpPr/>
            <p:nvPr/>
          </p:nvSpPr>
          <p:spPr>
            <a:xfrm>
              <a:off x="587527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3669;p96">
              <a:extLst>
                <a:ext uri="{FF2B5EF4-FFF2-40B4-BE49-F238E27FC236}">
                  <a16:creationId xmlns:a16="http://schemas.microsoft.com/office/drawing/2014/main" id="{60FE74BC-5DF5-2373-3DFF-CD6515B907F8}"/>
                </a:ext>
              </a:extLst>
            </p:cNvPr>
            <p:cNvSpPr/>
            <p:nvPr/>
          </p:nvSpPr>
          <p:spPr>
            <a:xfrm>
              <a:off x="587527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3670;p96">
              <a:extLst>
                <a:ext uri="{FF2B5EF4-FFF2-40B4-BE49-F238E27FC236}">
                  <a16:creationId xmlns:a16="http://schemas.microsoft.com/office/drawing/2014/main" id="{68F4ED4A-1804-446C-AD17-565BCAC1B42A}"/>
                </a:ext>
              </a:extLst>
            </p:cNvPr>
            <p:cNvSpPr/>
            <p:nvPr/>
          </p:nvSpPr>
          <p:spPr>
            <a:xfrm>
              <a:off x="587527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3671;p96">
              <a:extLst>
                <a:ext uri="{FF2B5EF4-FFF2-40B4-BE49-F238E27FC236}">
                  <a16:creationId xmlns:a16="http://schemas.microsoft.com/office/drawing/2014/main" id="{DCBDF8EB-69D1-FB4D-0CC9-1EC9C1AED578}"/>
                </a:ext>
              </a:extLst>
            </p:cNvPr>
            <p:cNvSpPr/>
            <p:nvPr/>
          </p:nvSpPr>
          <p:spPr>
            <a:xfrm>
              <a:off x="587527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3672;p96">
              <a:extLst>
                <a:ext uri="{FF2B5EF4-FFF2-40B4-BE49-F238E27FC236}">
                  <a16:creationId xmlns:a16="http://schemas.microsoft.com/office/drawing/2014/main" id="{1153905F-980E-2964-25FB-00A0ED045D1E}"/>
                </a:ext>
              </a:extLst>
            </p:cNvPr>
            <p:cNvSpPr/>
            <p:nvPr/>
          </p:nvSpPr>
          <p:spPr>
            <a:xfrm>
              <a:off x="587527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3673;p96">
              <a:extLst>
                <a:ext uri="{FF2B5EF4-FFF2-40B4-BE49-F238E27FC236}">
                  <a16:creationId xmlns:a16="http://schemas.microsoft.com/office/drawing/2014/main" id="{EC4960F3-1659-8F6A-DB25-EBCD88C90694}"/>
                </a:ext>
              </a:extLst>
            </p:cNvPr>
            <p:cNvSpPr/>
            <p:nvPr/>
          </p:nvSpPr>
          <p:spPr>
            <a:xfrm>
              <a:off x="5875275" y="1876050"/>
              <a:ext cx="62225" cy="53350"/>
            </a:xfrm>
            <a:custGeom>
              <a:avLst/>
              <a:gdLst/>
              <a:ahLst/>
              <a:cxnLst/>
              <a:rect l="l" t="t" r="r" b="b"/>
              <a:pathLst>
                <a:path w="2489" h="2134" extrusionOk="0">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3674;p96">
              <a:extLst>
                <a:ext uri="{FF2B5EF4-FFF2-40B4-BE49-F238E27FC236}">
                  <a16:creationId xmlns:a16="http://schemas.microsoft.com/office/drawing/2014/main" id="{13AB9C78-4787-2BF9-8926-C70E4F225E16}"/>
                </a:ext>
              </a:extLst>
            </p:cNvPr>
            <p:cNvSpPr/>
            <p:nvPr/>
          </p:nvSpPr>
          <p:spPr>
            <a:xfrm>
              <a:off x="587527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3675;p96">
              <a:extLst>
                <a:ext uri="{FF2B5EF4-FFF2-40B4-BE49-F238E27FC236}">
                  <a16:creationId xmlns:a16="http://schemas.microsoft.com/office/drawing/2014/main" id="{50390AFC-AC5C-1705-F605-6ED54BB8C425}"/>
                </a:ext>
              </a:extLst>
            </p:cNvPr>
            <p:cNvSpPr/>
            <p:nvPr/>
          </p:nvSpPr>
          <p:spPr>
            <a:xfrm>
              <a:off x="587527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3676;p96">
              <a:extLst>
                <a:ext uri="{FF2B5EF4-FFF2-40B4-BE49-F238E27FC236}">
                  <a16:creationId xmlns:a16="http://schemas.microsoft.com/office/drawing/2014/main" id="{6545A136-1AC0-0F36-2A1E-FD90657D3460}"/>
                </a:ext>
              </a:extLst>
            </p:cNvPr>
            <p:cNvSpPr/>
            <p:nvPr/>
          </p:nvSpPr>
          <p:spPr>
            <a:xfrm>
              <a:off x="587527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3677;p96">
              <a:extLst>
                <a:ext uri="{FF2B5EF4-FFF2-40B4-BE49-F238E27FC236}">
                  <a16:creationId xmlns:a16="http://schemas.microsoft.com/office/drawing/2014/main" id="{0711504E-E8E8-B84B-DC78-EE70E1477BB5}"/>
                </a:ext>
              </a:extLst>
            </p:cNvPr>
            <p:cNvSpPr/>
            <p:nvPr/>
          </p:nvSpPr>
          <p:spPr>
            <a:xfrm>
              <a:off x="5799275" y="2104500"/>
              <a:ext cx="62200" cy="53325"/>
            </a:xfrm>
            <a:custGeom>
              <a:avLst/>
              <a:gdLst/>
              <a:ahLst/>
              <a:cxnLst/>
              <a:rect l="l" t="t" r="r" b="b"/>
              <a:pathLst>
                <a:path w="2488" h="2133"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3678;p96">
              <a:extLst>
                <a:ext uri="{FF2B5EF4-FFF2-40B4-BE49-F238E27FC236}">
                  <a16:creationId xmlns:a16="http://schemas.microsoft.com/office/drawing/2014/main" id="{75F2BA64-2122-ADC8-BE28-5D5C43AEDD26}"/>
                </a:ext>
              </a:extLst>
            </p:cNvPr>
            <p:cNvSpPr/>
            <p:nvPr/>
          </p:nvSpPr>
          <p:spPr>
            <a:xfrm>
              <a:off x="5799275" y="218070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3679;p96">
              <a:extLst>
                <a:ext uri="{FF2B5EF4-FFF2-40B4-BE49-F238E27FC236}">
                  <a16:creationId xmlns:a16="http://schemas.microsoft.com/office/drawing/2014/main" id="{495AAA21-E471-7DB5-3FFF-3F1CD840C9BD}"/>
                </a:ext>
              </a:extLst>
            </p:cNvPr>
            <p:cNvSpPr/>
            <p:nvPr/>
          </p:nvSpPr>
          <p:spPr>
            <a:xfrm>
              <a:off x="5799275" y="2256925"/>
              <a:ext cx="62350" cy="53425"/>
            </a:xfrm>
            <a:custGeom>
              <a:avLst/>
              <a:gdLst/>
              <a:ahLst/>
              <a:cxnLst/>
              <a:rect l="l" t="t" r="r" b="b"/>
              <a:pathLst>
                <a:path w="2494" h="2137" extrusionOk="0">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3680;p96">
              <a:extLst>
                <a:ext uri="{FF2B5EF4-FFF2-40B4-BE49-F238E27FC236}">
                  <a16:creationId xmlns:a16="http://schemas.microsoft.com/office/drawing/2014/main" id="{64B93F1F-89D7-96AB-0C91-901DC731CDA7}"/>
                </a:ext>
              </a:extLst>
            </p:cNvPr>
            <p:cNvSpPr/>
            <p:nvPr/>
          </p:nvSpPr>
          <p:spPr>
            <a:xfrm>
              <a:off x="5799275" y="2333125"/>
              <a:ext cx="62200" cy="53450"/>
            </a:xfrm>
            <a:custGeom>
              <a:avLst/>
              <a:gdLst/>
              <a:ahLst/>
              <a:cxnLst/>
              <a:rect l="l" t="t" r="r" b="b"/>
              <a:pathLst>
                <a:path w="2488" h="2138" extrusionOk="0">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3681;p96">
              <a:extLst>
                <a:ext uri="{FF2B5EF4-FFF2-40B4-BE49-F238E27FC236}">
                  <a16:creationId xmlns:a16="http://schemas.microsoft.com/office/drawing/2014/main" id="{62C92E6B-729C-E594-90A8-FB5998DCBFB7}"/>
                </a:ext>
              </a:extLst>
            </p:cNvPr>
            <p:cNvSpPr/>
            <p:nvPr/>
          </p:nvSpPr>
          <p:spPr>
            <a:xfrm>
              <a:off x="5799050" y="2637775"/>
              <a:ext cx="62425" cy="53450"/>
            </a:xfrm>
            <a:custGeom>
              <a:avLst/>
              <a:gdLst/>
              <a:ahLst/>
              <a:cxnLst/>
              <a:rect l="l" t="t" r="r" b="b"/>
              <a:pathLst>
                <a:path w="2497" h="2138" extrusionOk="0">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3682;p96">
              <a:extLst>
                <a:ext uri="{FF2B5EF4-FFF2-40B4-BE49-F238E27FC236}">
                  <a16:creationId xmlns:a16="http://schemas.microsoft.com/office/drawing/2014/main" id="{00D908BB-3589-B243-383A-4DA5C864B9E9}"/>
                </a:ext>
              </a:extLst>
            </p:cNvPr>
            <p:cNvSpPr/>
            <p:nvPr/>
          </p:nvSpPr>
          <p:spPr>
            <a:xfrm>
              <a:off x="5799275" y="2561575"/>
              <a:ext cx="62200" cy="53425"/>
            </a:xfrm>
            <a:custGeom>
              <a:avLst/>
              <a:gdLst/>
              <a:ahLst/>
              <a:cxnLst/>
              <a:rect l="l" t="t" r="r" b="b"/>
              <a:pathLst>
                <a:path w="2488" h="2137" extrusionOk="0">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3683;p96">
              <a:extLst>
                <a:ext uri="{FF2B5EF4-FFF2-40B4-BE49-F238E27FC236}">
                  <a16:creationId xmlns:a16="http://schemas.microsoft.com/office/drawing/2014/main" id="{C8439001-051E-E457-4410-AFAE9339E53E}"/>
                </a:ext>
              </a:extLst>
            </p:cNvPr>
            <p:cNvSpPr/>
            <p:nvPr/>
          </p:nvSpPr>
          <p:spPr>
            <a:xfrm>
              <a:off x="5799050" y="2485550"/>
              <a:ext cx="62425" cy="53300"/>
            </a:xfrm>
            <a:custGeom>
              <a:avLst/>
              <a:gdLst/>
              <a:ahLst/>
              <a:cxnLst/>
              <a:rect l="l" t="t" r="r" b="b"/>
              <a:pathLst>
                <a:path w="2497" h="2132" extrusionOk="0">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3684;p96">
              <a:extLst>
                <a:ext uri="{FF2B5EF4-FFF2-40B4-BE49-F238E27FC236}">
                  <a16:creationId xmlns:a16="http://schemas.microsoft.com/office/drawing/2014/main" id="{D4C3F324-1D40-5C89-77EF-5D42B54C9E40}"/>
                </a:ext>
              </a:extLst>
            </p:cNvPr>
            <p:cNvSpPr/>
            <p:nvPr/>
          </p:nvSpPr>
          <p:spPr>
            <a:xfrm>
              <a:off x="5799275" y="240935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3685;p96">
              <a:extLst>
                <a:ext uri="{FF2B5EF4-FFF2-40B4-BE49-F238E27FC236}">
                  <a16:creationId xmlns:a16="http://schemas.microsoft.com/office/drawing/2014/main" id="{8EB17F39-A818-8818-27F1-57A507739780}"/>
                </a:ext>
              </a:extLst>
            </p:cNvPr>
            <p:cNvSpPr/>
            <p:nvPr/>
          </p:nvSpPr>
          <p:spPr>
            <a:xfrm>
              <a:off x="5723050"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3686;p96">
              <a:extLst>
                <a:ext uri="{FF2B5EF4-FFF2-40B4-BE49-F238E27FC236}">
                  <a16:creationId xmlns:a16="http://schemas.microsoft.com/office/drawing/2014/main" id="{70D484BE-2626-5BE0-FF67-5B636D95C70D}"/>
                </a:ext>
              </a:extLst>
            </p:cNvPr>
            <p:cNvSpPr/>
            <p:nvPr/>
          </p:nvSpPr>
          <p:spPr>
            <a:xfrm>
              <a:off x="56468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3687;p96">
              <a:extLst>
                <a:ext uri="{FF2B5EF4-FFF2-40B4-BE49-F238E27FC236}">
                  <a16:creationId xmlns:a16="http://schemas.microsoft.com/office/drawing/2014/main" id="{3BB929EA-475F-9805-A385-B1F4E639B04F}"/>
                </a:ext>
              </a:extLst>
            </p:cNvPr>
            <p:cNvSpPr/>
            <p:nvPr/>
          </p:nvSpPr>
          <p:spPr>
            <a:xfrm>
              <a:off x="5570625" y="240935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3688;p96">
              <a:extLst>
                <a:ext uri="{FF2B5EF4-FFF2-40B4-BE49-F238E27FC236}">
                  <a16:creationId xmlns:a16="http://schemas.microsoft.com/office/drawing/2014/main" id="{86BBCB1D-87A0-F97E-3D17-4175987F7CA1}"/>
                </a:ext>
              </a:extLst>
            </p:cNvPr>
            <p:cNvSpPr/>
            <p:nvPr/>
          </p:nvSpPr>
          <p:spPr>
            <a:xfrm>
              <a:off x="54944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3689;p96">
              <a:extLst>
                <a:ext uri="{FF2B5EF4-FFF2-40B4-BE49-F238E27FC236}">
                  <a16:creationId xmlns:a16="http://schemas.microsoft.com/office/drawing/2014/main" id="{01E32049-99A1-8C2A-449C-EF9DCA20C090}"/>
                </a:ext>
              </a:extLst>
            </p:cNvPr>
            <p:cNvSpPr/>
            <p:nvPr/>
          </p:nvSpPr>
          <p:spPr>
            <a:xfrm>
              <a:off x="5418200" y="240935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3690;p96">
              <a:extLst>
                <a:ext uri="{FF2B5EF4-FFF2-40B4-BE49-F238E27FC236}">
                  <a16:creationId xmlns:a16="http://schemas.microsoft.com/office/drawing/2014/main" id="{A6BE44B1-6710-5F7C-9C69-385E5998AFE3}"/>
                </a:ext>
              </a:extLst>
            </p:cNvPr>
            <p:cNvSpPr/>
            <p:nvPr/>
          </p:nvSpPr>
          <p:spPr>
            <a:xfrm>
              <a:off x="5341975"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3691;p96">
              <a:extLst>
                <a:ext uri="{FF2B5EF4-FFF2-40B4-BE49-F238E27FC236}">
                  <a16:creationId xmlns:a16="http://schemas.microsoft.com/office/drawing/2014/main" id="{963016D1-CC17-D070-DAAD-54754625F368}"/>
                </a:ext>
              </a:extLst>
            </p:cNvPr>
            <p:cNvSpPr/>
            <p:nvPr/>
          </p:nvSpPr>
          <p:spPr>
            <a:xfrm>
              <a:off x="6027500" y="3399500"/>
              <a:ext cx="62425" cy="53350"/>
            </a:xfrm>
            <a:custGeom>
              <a:avLst/>
              <a:gdLst/>
              <a:ahLst/>
              <a:cxnLst/>
              <a:rect l="l" t="t" r="r" b="b"/>
              <a:pathLst>
                <a:path w="2497" h="2134" extrusionOk="0">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3692;p96">
              <a:extLst>
                <a:ext uri="{FF2B5EF4-FFF2-40B4-BE49-F238E27FC236}">
                  <a16:creationId xmlns:a16="http://schemas.microsoft.com/office/drawing/2014/main" id="{FFAC327E-A105-AE5B-9A74-2D99887FA962}"/>
                </a:ext>
              </a:extLst>
            </p:cNvPr>
            <p:cNvSpPr/>
            <p:nvPr/>
          </p:nvSpPr>
          <p:spPr>
            <a:xfrm>
              <a:off x="6027500" y="33233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3693;p96">
              <a:extLst>
                <a:ext uri="{FF2B5EF4-FFF2-40B4-BE49-F238E27FC236}">
                  <a16:creationId xmlns:a16="http://schemas.microsoft.com/office/drawing/2014/main" id="{FFDADB72-7D14-B68A-4D38-B43C49B487DD}"/>
                </a:ext>
              </a:extLst>
            </p:cNvPr>
            <p:cNvSpPr/>
            <p:nvPr/>
          </p:nvSpPr>
          <p:spPr>
            <a:xfrm>
              <a:off x="6103700"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3694;p96">
              <a:extLst>
                <a:ext uri="{FF2B5EF4-FFF2-40B4-BE49-F238E27FC236}">
                  <a16:creationId xmlns:a16="http://schemas.microsoft.com/office/drawing/2014/main" id="{27CDA34C-CC68-047C-0176-36782EE5004A}"/>
                </a:ext>
              </a:extLst>
            </p:cNvPr>
            <p:cNvSpPr/>
            <p:nvPr/>
          </p:nvSpPr>
          <p:spPr>
            <a:xfrm>
              <a:off x="6103700" y="3094850"/>
              <a:ext cx="62425" cy="53350"/>
            </a:xfrm>
            <a:custGeom>
              <a:avLst/>
              <a:gdLst/>
              <a:ahLst/>
              <a:cxnLst/>
              <a:rect l="l" t="t" r="r" b="b"/>
              <a:pathLst>
                <a:path w="2497" h="2134" extrusionOk="0">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3695;p96">
              <a:extLst>
                <a:ext uri="{FF2B5EF4-FFF2-40B4-BE49-F238E27FC236}">
                  <a16:creationId xmlns:a16="http://schemas.microsoft.com/office/drawing/2014/main" id="{E93C0CEF-5343-9E42-28EB-934AF9BB2467}"/>
                </a:ext>
              </a:extLst>
            </p:cNvPr>
            <p:cNvSpPr/>
            <p:nvPr/>
          </p:nvSpPr>
          <p:spPr>
            <a:xfrm>
              <a:off x="5951475"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3696;p96">
              <a:extLst>
                <a:ext uri="{FF2B5EF4-FFF2-40B4-BE49-F238E27FC236}">
                  <a16:creationId xmlns:a16="http://schemas.microsoft.com/office/drawing/2014/main" id="{7F44112A-B7CC-8A3F-EED6-390202834150}"/>
                </a:ext>
              </a:extLst>
            </p:cNvPr>
            <p:cNvSpPr/>
            <p:nvPr/>
          </p:nvSpPr>
          <p:spPr>
            <a:xfrm>
              <a:off x="595147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3697;p96">
              <a:extLst>
                <a:ext uri="{FF2B5EF4-FFF2-40B4-BE49-F238E27FC236}">
                  <a16:creationId xmlns:a16="http://schemas.microsoft.com/office/drawing/2014/main" id="{14879DF0-E143-AC46-C7BE-6AA36D44BD57}"/>
                </a:ext>
              </a:extLst>
            </p:cNvPr>
            <p:cNvSpPr/>
            <p:nvPr/>
          </p:nvSpPr>
          <p:spPr>
            <a:xfrm>
              <a:off x="587527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3698;p96">
              <a:extLst>
                <a:ext uri="{FF2B5EF4-FFF2-40B4-BE49-F238E27FC236}">
                  <a16:creationId xmlns:a16="http://schemas.microsoft.com/office/drawing/2014/main" id="{00A0F5D9-E3BD-A94B-33F2-DE972C601B38}"/>
                </a:ext>
              </a:extLst>
            </p:cNvPr>
            <p:cNvSpPr/>
            <p:nvPr/>
          </p:nvSpPr>
          <p:spPr>
            <a:xfrm>
              <a:off x="587527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3699;p96">
              <a:extLst>
                <a:ext uri="{FF2B5EF4-FFF2-40B4-BE49-F238E27FC236}">
                  <a16:creationId xmlns:a16="http://schemas.microsoft.com/office/drawing/2014/main" id="{C9E24B49-7CE6-2281-FBEE-7D1E7ED5C051}"/>
                </a:ext>
              </a:extLst>
            </p:cNvPr>
            <p:cNvSpPr/>
            <p:nvPr/>
          </p:nvSpPr>
          <p:spPr>
            <a:xfrm>
              <a:off x="587527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3700;p96">
              <a:extLst>
                <a:ext uri="{FF2B5EF4-FFF2-40B4-BE49-F238E27FC236}">
                  <a16:creationId xmlns:a16="http://schemas.microsoft.com/office/drawing/2014/main" id="{77BF9554-701E-AEE6-4CC8-208BBD4252D1}"/>
                </a:ext>
              </a:extLst>
            </p:cNvPr>
            <p:cNvSpPr/>
            <p:nvPr/>
          </p:nvSpPr>
          <p:spPr>
            <a:xfrm>
              <a:off x="5799125" y="3399500"/>
              <a:ext cx="62350" cy="53450"/>
            </a:xfrm>
            <a:custGeom>
              <a:avLst/>
              <a:gdLst/>
              <a:ahLst/>
              <a:cxnLst/>
              <a:rect l="l" t="t" r="r" b="b"/>
              <a:pathLst>
                <a:path w="2494" h="2138" extrusionOk="0">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3701;p96">
              <a:extLst>
                <a:ext uri="{FF2B5EF4-FFF2-40B4-BE49-F238E27FC236}">
                  <a16:creationId xmlns:a16="http://schemas.microsoft.com/office/drawing/2014/main" id="{1A233731-FE34-7A1E-B947-FF34D32F8748}"/>
                </a:ext>
              </a:extLst>
            </p:cNvPr>
            <p:cNvSpPr/>
            <p:nvPr/>
          </p:nvSpPr>
          <p:spPr>
            <a:xfrm>
              <a:off x="5799125" y="3323300"/>
              <a:ext cx="62350" cy="53425"/>
            </a:xfrm>
            <a:custGeom>
              <a:avLst/>
              <a:gdLst/>
              <a:ahLst/>
              <a:cxnLst/>
              <a:rect l="l" t="t" r="r" b="b"/>
              <a:pathLst>
                <a:path w="2494" h="2137" extrusionOk="0">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3702;p96">
              <a:extLst>
                <a:ext uri="{FF2B5EF4-FFF2-40B4-BE49-F238E27FC236}">
                  <a16:creationId xmlns:a16="http://schemas.microsoft.com/office/drawing/2014/main" id="{9C89CACB-32DA-E235-8CCD-544EF764DBC4}"/>
                </a:ext>
              </a:extLst>
            </p:cNvPr>
            <p:cNvSpPr/>
            <p:nvPr/>
          </p:nvSpPr>
          <p:spPr>
            <a:xfrm>
              <a:off x="6027500" y="355192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3703;p96">
              <a:extLst>
                <a:ext uri="{FF2B5EF4-FFF2-40B4-BE49-F238E27FC236}">
                  <a16:creationId xmlns:a16="http://schemas.microsoft.com/office/drawing/2014/main" id="{CD89C975-C414-C3B5-7E8F-9D3484C43101}"/>
                </a:ext>
              </a:extLst>
            </p:cNvPr>
            <p:cNvSpPr/>
            <p:nvPr/>
          </p:nvSpPr>
          <p:spPr>
            <a:xfrm>
              <a:off x="5951475"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3704;p96">
              <a:extLst>
                <a:ext uri="{FF2B5EF4-FFF2-40B4-BE49-F238E27FC236}">
                  <a16:creationId xmlns:a16="http://schemas.microsoft.com/office/drawing/2014/main" id="{BEA9C31F-7971-9DF7-C358-B8175424F84A}"/>
                </a:ext>
              </a:extLst>
            </p:cNvPr>
            <p:cNvSpPr/>
            <p:nvPr/>
          </p:nvSpPr>
          <p:spPr>
            <a:xfrm>
              <a:off x="587527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3705;p96">
              <a:extLst>
                <a:ext uri="{FF2B5EF4-FFF2-40B4-BE49-F238E27FC236}">
                  <a16:creationId xmlns:a16="http://schemas.microsoft.com/office/drawing/2014/main" id="{55CBEAA0-C5B0-027A-6AB5-053AED50FD67}"/>
                </a:ext>
              </a:extLst>
            </p:cNvPr>
            <p:cNvSpPr/>
            <p:nvPr/>
          </p:nvSpPr>
          <p:spPr>
            <a:xfrm>
              <a:off x="5799050" y="3551925"/>
              <a:ext cx="62375" cy="53300"/>
            </a:xfrm>
            <a:custGeom>
              <a:avLst/>
              <a:gdLst/>
              <a:ahLst/>
              <a:cxnLst/>
              <a:rect l="l" t="t" r="r" b="b"/>
              <a:pathLst>
                <a:path w="2495" h="2132" extrusionOk="0">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3706;p96">
              <a:extLst>
                <a:ext uri="{FF2B5EF4-FFF2-40B4-BE49-F238E27FC236}">
                  <a16:creationId xmlns:a16="http://schemas.microsoft.com/office/drawing/2014/main" id="{3104AFB3-CC82-8140-ACB8-D92C9BA73CF0}"/>
                </a:ext>
              </a:extLst>
            </p:cNvPr>
            <p:cNvSpPr/>
            <p:nvPr/>
          </p:nvSpPr>
          <p:spPr>
            <a:xfrm>
              <a:off x="5723050" y="3551925"/>
              <a:ext cx="62150" cy="53300"/>
            </a:xfrm>
            <a:custGeom>
              <a:avLst/>
              <a:gdLst/>
              <a:ahLst/>
              <a:cxnLst/>
              <a:rect l="l" t="t" r="r" b="b"/>
              <a:pathLst>
                <a:path w="2486" h="2132" extrusionOk="0">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3707;p96">
              <a:extLst>
                <a:ext uri="{FF2B5EF4-FFF2-40B4-BE49-F238E27FC236}">
                  <a16:creationId xmlns:a16="http://schemas.microsoft.com/office/drawing/2014/main" id="{387BAF8D-025E-339A-E556-B6D6E0A4F86E}"/>
                </a:ext>
              </a:extLst>
            </p:cNvPr>
            <p:cNvSpPr/>
            <p:nvPr/>
          </p:nvSpPr>
          <p:spPr>
            <a:xfrm>
              <a:off x="5723050"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3708;p96">
              <a:extLst>
                <a:ext uri="{FF2B5EF4-FFF2-40B4-BE49-F238E27FC236}">
                  <a16:creationId xmlns:a16="http://schemas.microsoft.com/office/drawing/2014/main" id="{C295845F-E743-8E06-E5FD-5C3B5D9AB28C}"/>
                </a:ext>
              </a:extLst>
            </p:cNvPr>
            <p:cNvSpPr/>
            <p:nvPr/>
          </p:nvSpPr>
          <p:spPr>
            <a:xfrm>
              <a:off x="56468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3709;p96">
              <a:extLst>
                <a:ext uri="{FF2B5EF4-FFF2-40B4-BE49-F238E27FC236}">
                  <a16:creationId xmlns:a16="http://schemas.microsoft.com/office/drawing/2014/main" id="{FA3CAC30-C731-D8A0-9CB6-1F76552CDE8E}"/>
                </a:ext>
              </a:extLst>
            </p:cNvPr>
            <p:cNvSpPr/>
            <p:nvPr/>
          </p:nvSpPr>
          <p:spPr>
            <a:xfrm>
              <a:off x="5646700" y="3399500"/>
              <a:ext cx="62350" cy="53350"/>
            </a:xfrm>
            <a:custGeom>
              <a:avLst/>
              <a:gdLst/>
              <a:ahLst/>
              <a:cxnLst/>
              <a:rect l="l" t="t" r="r" b="b"/>
              <a:pathLst>
                <a:path w="2494" h="2134" extrusionOk="0">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3710;p96">
              <a:extLst>
                <a:ext uri="{FF2B5EF4-FFF2-40B4-BE49-F238E27FC236}">
                  <a16:creationId xmlns:a16="http://schemas.microsoft.com/office/drawing/2014/main" id="{000F355B-D590-77D2-F387-8B0D7365D7F7}"/>
                </a:ext>
              </a:extLst>
            </p:cNvPr>
            <p:cNvSpPr/>
            <p:nvPr/>
          </p:nvSpPr>
          <p:spPr>
            <a:xfrm>
              <a:off x="5570475" y="3399500"/>
              <a:ext cx="62350" cy="53350"/>
            </a:xfrm>
            <a:custGeom>
              <a:avLst/>
              <a:gdLst/>
              <a:ahLst/>
              <a:cxnLst/>
              <a:rect l="l" t="t" r="r" b="b"/>
              <a:pathLst>
                <a:path w="2494" h="2134" extrusionOk="0">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3711;p96">
              <a:extLst>
                <a:ext uri="{FF2B5EF4-FFF2-40B4-BE49-F238E27FC236}">
                  <a16:creationId xmlns:a16="http://schemas.microsoft.com/office/drawing/2014/main" id="{5E7638CC-12AD-374C-F684-80B8CF2A1B56}"/>
                </a:ext>
              </a:extLst>
            </p:cNvPr>
            <p:cNvSpPr/>
            <p:nvPr/>
          </p:nvSpPr>
          <p:spPr>
            <a:xfrm>
              <a:off x="5570475"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3712;p96">
              <a:extLst>
                <a:ext uri="{FF2B5EF4-FFF2-40B4-BE49-F238E27FC236}">
                  <a16:creationId xmlns:a16="http://schemas.microsoft.com/office/drawing/2014/main" id="{61531DF7-DB63-977D-24F3-5B2931711FD4}"/>
                </a:ext>
              </a:extLst>
            </p:cNvPr>
            <p:cNvSpPr/>
            <p:nvPr/>
          </p:nvSpPr>
          <p:spPr>
            <a:xfrm>
              <a:off x="5494275" y="3323300"/>
              <a:ext cx="62350" cy="53425"/>
            </a:xfrm>
            <a:custGeom>
              <a:avLst/>
              <a:gdLst/>
              <a:ahLst/>
              <a:cxnLst/>
              <a:rect l="l" t="t" r="r" b="b"/>
              <a:pathLst>
                <a:path w="2494" h="2137" extrusionOk="0">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3713;p96">
              <a:extLst>
                <a:ext uri="{FF2B5EF4-FFF2-40B4-BE49-F238E27FC236}">
                  <a16:creationId xmlns:a16="http://schemas.microsoft.com/office/drawing/2014/main" id="{C014A886-6E8B-EB8F-29F1-422EA4F4E41F}"/>
                </a:ext>
              </a:extLst>
            </p:cNvPr>
            <p:cNvSpPr/>
            <p:nvPr/>
          </p:nvSpPr>
          <p:spPr>
            <a:xfrm>
              <a:off x="5494275" y="3247075"/>
              <a:ext cx="62350" cy="53500"/>
            </a:xfrm>
            <a:custGeom>
              <a:avLst/>
              <a:gdLst/>
              <a:ahLst/>
              <a:cxnLst/>
              <a:rect l="l" t="t" r="r" b="b"/>
              <a:pathLst>
                <a:path w="2494" h="2140" extrusionOk="0">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3714;p96">
              <a:extLst>
                <a:ext uri="{FF2B5EF4-FFF2-40B4-BE49-F238E27FC236}">
                  <a16:creationId xmlns:a16="http://schemas.microsoft.com/office/drawing/2014/main" id="{99B6624E-DB0B-A925-7D51-80C20DED3B96}"/>
                </a:ext>
              </a:extLst>
            </p:cNvPr>
            <p:cNvSpPr/>
            <p:nvPr/>
          </p:nvSpPr>
          <p:spPr>
            <a:xfrm>
              <a:off x="5646700" y="3247075"/>
              <a:ext cx="62350" cy="53450"/>
            </a:xfrm>
            <a:custGeom>
              <a:avLst/>
              <a:gdLst/>
              <a:ahLst/>
              <a:cxnLst/>
              <a:rect l="l" t="t" r="r" b="b"/>
              <a:pathLst>
                <a:path w="2494" h="2138" extrusionOk="0">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3715;p96">
              <a:extLst>
                <a:ext uri="{FF2B5EF4-FFF2-40B4-BE49-F238E27FC236}">
                  <a16:creationId xmlns:a16="http://schemas.microsoft.com/office/drawing/2014/main" id="{E8F4D0B1-91E3-8F1A-7320-5995E32229BF}"/>
                </a:ext>
              </a:extLst>
            </p:cNvPr>
            <p:cNvSpPr/>
            <p:nvPr/>
          </p:nvSpPr>
          <p:spPr>
            <a:xfrm>
              <a:off x="5570625" y="3171075"/>
              <a:ext cx="62200" cy="53350"/>
            </a:xfrm>
            <a:custGeom>
              <a:avLst/>
              <a:gdLst/>
              <a:ahLst/>
              <a:cxnLst/>
              <a:rect l="l" t="t" r="r" b="b"/>
              <a:pathLst>
                <a:path w="2488" h="2134" extrusionOk="0">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3716;p96">
              <a:extLst>
                <a:ext uri="{FF2B5EF4-FFF2-40B4-BE49-F238E27FC236}">
                  <a16:creationId xmlns:a16="http://schemas.microsoft.com/office/drawing/2014/main" id="{F1043633-BB4D-4060-D4CB-03F1F5CB1F07}"/>
                </a:ext>
              </a:extLst>
            </p:cNvPr>
            <p:cNvSpPr/>
            <p:nvPr/>
          </p:nvSpPr>
          <p:spPr>
            <a:xfrm>
              <a:off x="5494400"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3717;p96">
              <a:extLst>
                <a:ext uri="{FF2B5EF4-FFF2-40B4-BE49-F238E27FC236}">
                  <a16:creationId xmlns:a16="http://schemas.microsoft.com/office/drawing/2014/main" id="{082428ED-6539-7C4E-721A-F2B0862C0FB2}"/>
                </a:ext>
              </a:extLst>
            </p:cNvPr>
            <p:cNvSpPr/>
            <p:nvPr/>
          </p:nvSpPr>
          <p:spPr>
            <a:xfrm>
              <a:off x="732252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3718;p96">
              <a:extLst>
                <a:ext uri="{FF2B5EF4-FFF2-40B4-BE49-F238E27FC236}">
                  <a16:creationId xmlns:a16="http://schemas.microsoft.com/office/drawing/2014/main" id="{8C060867-AC97-2314-2E11-B4BE330351C9}"/>
                </a:ext>
              </a:extLst>
            </p:cNvPr>
            <p:cNvSpPr/>
            <p:nvPr/>
          </p:nvSpPr>
          <p:spPr>
            <a:xfrm>
              <a:off x="72465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3719;p96">
              <a:extLst>
                <a:ext uri="{FF2B5EF4-FFF2-40B4-BE49-F238E27FC236}">
                  <a16:creationId xmlns:a16="http://schemas.microsoft.com/office/drawing/2014/main" id="{E3739CC7-F2FE-9422-DA05-6371C6D3676F}"/>
                </a:ext>
              </a:extLst>
            </p:cNvPr>
            <p:cNvSpPr/>
            <p:nvPr/>
          </p:nvSpPr>
          <p:spPr>
            <a:xfrm>
              <a:off x="72465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3720;p96">
              <a:extLst>
                <a:ext uri="{FF2B5EF4-FFF2-40B4-BE49-F238E27FC236}">
                  <a16:creationId xmlns:a16="http://schemas.microsoft.com/office/drawing/2014/main" id="{C81AE0C9-BB05-4068-FA4E-B43025EFF85D}"/>
                </a:ext>
              </a:extLst>
            </p:cNvPr>
            <p:cNvSpPr/>
            <p:nvPr/>
          </p:nvSpPr>
          <p:spPr>
            <a:xfrm>
              <a:off x="71703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3721;p96">
              <a:extLst>
                <a:ext uri="{FF2B5EF4-FFF2-40B4-BE49-F238E27FC236}">
                  <a16:creationId xmlns:a16="http://schemas.microsoft.com/office/drawing/2014/main" id="{46021BA1-CE10-BD43-9603-A500DBACC398}"/>
                </a:ext>
              </a:extLst>
            </p:cNvPr>
            <p:cNvSpPr/>
            <p:nvPr/>
          </p:nvSpPr>
          <p:spPr>
            <a:xfrm>
              <a:off x="71703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3722;p96">
              <a:extLst>
                <a:ext uri="{FF2B5EF4-FFF2-40B4-BE49-F238E27FC236}">
                  <a16:creationId xmlns:a16="http://schemas.microsoft.com/office/drawing/2014/main" id="{1E6DD813-2C2B-B8BB-E5AF-7D1486044046}"/>
                </a:ext>
              </a:extLst>
            </p:cNvPr>
            <p:cNvSpPr/>
            <p:nvPr/>
          </p:nvSpPr>
          <p:spPr>
            <a:xfrm>
              <a:off x="7094075"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3723;p96">
              <a:extLst>
                <a:ext uri="{FF2B5EF4-FFF2-40B4-BE49-F238E27FC236}">
                  <a16:creationId xmlns:a16="http://schemas.microsoft.com/office/drawing/2014/main" id="{AACF5F31-24D5-0D52-058B-B8BE7117AF8C}"/>
                </a:ext>
              </a:extLst>
            </p:cNvPr>
            <p:cNvSpPr/>
            <p:nvPr/>
          </p:nvSpPr>
          <p:spPr>
            <a:xfrm>
              <a:off x="7094075" y="141897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3724;p96">
              <a:extLst>
                <a:ext uri="{FF2B5EF4-FFF2-40B4-BE49-F238E27FC236}">
                  <a16:creationId xmlns:a16="http://schemas.microsoft.com/office/drawing/2014/main" id="{C3428701-FEAA-6E12-2BE4-00873D307315}"/>
                </a:ext>
              </a:extLst>
            </p:cNvPr>
            <p:cNvSpPr/>
            <p:nvPr/>
          </p:nvSpPr>
          <p:spPr>
            <a:xfrm>
              <a:off x="7017875" y="1571400"/>
              <a:ext cx="62400" cy="53250"/>
            </a:xfrm>
            <a:custGeom>
              <a:avLst/>
              <a:gdLst/>
              <a:ahLst/>
              <a:cxnLst/>
              <a:rect l="l" t="t" r="r" b="b"/>
              <a:pathLst>
                <a:path w="2496" h="2130" extrusionOk="0">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3725;p96">
              <a:extLst>
                <a:ext uri="{FF2B5EF4-FFF2-40B4-BE49-F238E27FC236}">
                  <a16:creationId xmlns:a16="http://schemas.microsoft.com/office/drawing/2014/main" id="{9B0D865B-54A9-4572-C87E-AA84CBF6B0E5}"/>
                </a:ext>
              </a:extLst>
            </p:cNvPr>
            <p:cNvSpPr/>
            <p:nvPr/>
          </p:nvSpPr>
          <p:spPr>
            <a:xfrm>
              <a:off x="7017875" y="1418975"/>
              <a:ext cx="62400" cy="53350"/>
            </a:xfrm>
            <a:custGeom>
              <a:avLst/>
              <a:gdLst/>
              <a:ahLst/>
              <a:cxnLst/>
              <a:rect l="l" t="t" r="r" b="b"/>
              <a:pathLst>
                <a:path w="2496" h="2134" extrusionOk="0">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3726;p96">
              <a:extLst>
                <a:ext uri="{FF2B5EF4-FFF2-40B4-BE49-F238E27FC236}">
                  <a16:creationId xmlns:a16="http://schemas.microsoft.com/office/drawing/2014/main" id="{0AEE917D-420E-F714-F541-9A98D4C5C7DF}"/>
                </a:ext>
              </a:extLst>
            </p:cNvPr>
            <p:cNvSpPr/>
            <p:nvPr/>
          </p:nvSpPr>
          <p:spPr>
            <a:xfrm>
              <a:off x="694185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3727;p96">
              <a:extLst>
                <a:ext uri="{FF2B5EF4-FFF2-40B4-BE49-F238E27FC236}">
                  <a16:creationId xmlns:a16="http://schemas.microsoft.com/office/drawing/2014/main" id="{0567B233-7818-4629-9EA5-8EA638ECB9AF}"/>
                </a:ext>
              </a:extLst>
            </p:cNvPr>
            <p:cNvSpPr/>
            <p:nvPr/>
          </p:nvSpPr>
          <p:spPr>
            <a:xfrm>
              <a:off x="69418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3728;p96">
              <a:extLst>
                <a:ext uri="{FF2B5EF4-FFF2-40B4-BE49-F238E27FC236}">
                  <a16:creationId xmlns:a16="http://schemas.microsoft.com/office/drawing/2014/main" id="{37E8A120-B6D0-18F7-ACB8-676477EAC657}"/>
                </a:ext>
              </a:extLst>
            </p:cNvPr>
            <p:cNvSpPr/>
            <p:nvPr/>
          </p:nvSpPr>
          <p:spPr>
            <a:xfrm>
              <a:off x="69418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3729;p96">
              <a:extLst>
                <a:ext uri="{FF2B5EF4-FFF2-40B4-BE49-F238E27FC236}">
                  <a16:creationId xmlns:a16="http://schemas.microsoft.com/office/drawing/2014/main" id="{7F3A1B76-55B1-5612-C6F9-39D846A6EC59}"/>
                </a:ext>
              </a:extLst>
            </p:cNvPr>
            <p:cNvSpPr/>
            <p:nvPr/>
          </p:nvSpPr>
          <p:spPr>
            <a:xfrm>
              <a:off x="69418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3730;p96">
              <a:extLst>
                <a:ext uri="{FF2B5EF4-FFF2-40B4-BE49-F238E27FC236}">
                  <a16:creationId xmlns:a16="http://schemas.microsoft.com/office/drawing/2014/main" id="{9DAA5934-5706-A679-6AB3-F9324E27AB91}"/>
                </a:ext>
              </a:extLst>
            </p:cNvPr>
            <p:cNvSpPr/>
            <p:nvPr/>
          </p:nvSpPr>
          <p:spPr>
            <a:xfrm>
              <a:off x="68656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3731;p96">
              <a:extLst>
                <a:ext uri="{FF2B5EF4-FFF2-40B4-BE49-F238E27FC236}">
                  <a16:creationId xmlns:a16="http://schemas.microsoft.com/office/drawing/2014/main" id="{806DF8E0-1042-F9DC-9442-93CCA2EF0D96}"/>
                </a:ext>
              </a:extLst>
            </p:cNvPr>
            <p:cNvSpPr/>
            <p:nvPr/>
          </p:nvSpPr>
          <p:spPr>
            <a:xfrm>
              <a:off x="686565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3732;p96">
              <a:extLst>
                <a:ext uri="{FF2B5EF4-FFF2-40B4-BE49-F238E27FC236}">
                  <a16:creationId xmlns:a16="http://schemas.microsoft.com/office/drawing/2014/main" id="{07E97A96-6BBF-2138-4E67-833A2A82EBF4}"/>
                </a:ext>
              </a:extLst>
            </p:cNvPr>
            <p:cNvSpPr/>
            <p:nvPr/>
          </p:nvSpPr>
          <p:spPr>
            <a:xfrm>
              <a:off x="68656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3733;p96">
              <a:extLst>
                <a:ext uri="{FF2B5EF4-FFF2-40B4-BE49-F238E27FC236}">
                  <a16:creationId xmlns:a16="http://schemas.microsoft.com/office/drawing/2014/main" id="{4F7B79F9-1990-DC86-797E-A8DFEBB8A702}"/>
                </a:ext>
              </a:extLst>
            </p:cNvPr>
            <p:cNvSpPr/>
            <p:nvPr/>
          </p:nvSpPr>
          <p:spPr>
            <a:xfrm>
              <a:off x="68656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3734;p96">
              <a:extLst>
                <a:ext uri="{FF2B5EF4-FFF2-40B4-BE49-F238E27FC236}">
                  <a16:creationId xmlns:a16="http://schemas.microsoft.com/office/drawing/2014/main" id="{6D243553-2A14-C00B-36F7-417DC367EADA}"/>
                </a:ext>
              </a:extLst>
            </p:cNvPr>
            <p:cNvSpPr/>
            <p:nvPr/>
          </p:nvSpPr>
          <p:spPr>
            <a:xfrm>
              <a:off x="678922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3735;p96">
              <a:extLst>
                <a:ext uri="{FF2B5EF4-FFF2-40B4-BE49-F238E27FC236}">
                  <a16:creationId xmlns:a16="http://schemas.microsoft.com/office/drawing/2014/main" id="{5CEAA107-302C-75DD-87E6-5C776AF6E662}"/>
                </a:ext>
              </a:extLst>
            </p:cNvPr>
            <p:cNvSpPr/>
            <p:nvPr/>
          </p:nvSpPr>
          <p:spPr>
            <a:xfrm>
              <a:off x="678922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3736;p96">
              <a:extLst>
                <a:ext uri="{FF2B5EF4-FFF2-40B4-BE49-F238E27FC236}">
                  <a16:creationId xmlns:a16="http://schemas.microsoft.com/office/drawing/2014/main" id="{DEDAF964-5E32-ABE8-6784-FE6BF197A0E8}"/>
                </a:ext>
              </a:extLst>
            </p:cNvPr>
            <p:cNvSpPr/>
            <p:nvPr/>
          </p:nvSpPr>
          <p:spPr>
            <a:xfrm>
              <a:off x="678922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3737;p96">
              <a:extLst>
                <a:ext uri="{FF2B5EF4-FFF2-40B4-BE49-F238E27FC236}">
                  <a16:creationId xmlns:a16="http://schemas.microsoft.com/office/drawing/2014/main" id="{F9CAADF4-34A6-0984-270C-AB3586E3C283}"/>
                </a:ext>
              </a:extLst>
            </p:cNvPr>
            <p:cNvSpPr/>
            <p:nvPr/>
          </p:nvSpPr>
          <p:spPr>
            <a:xfrm>
              <a:off x="6789225" y="134275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3738;p96">
              <a:extLst>
                <a:ext uri="{FF2B5EF4-FFF2-40B4-BE49-F238E27FC236}">
                  <a16:creationId xmlns:a16="http://schemas.microsoft.com/office/drawing/2014/main" id="{9CBDDBD1-16ED-182B-2CA2-2DF1D3DF22C3}"/>
                </a:ext>
              </a:extLst>
            </p:cNvPr>
            <p:cNvSpPr/>
            <p:nvPr/>
          </p:nvSpPr>
          <p:spPr>
            <a:xfrm>
              <a:off x="671322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3739;p96">
              <a:extLst>
                <a:ext uri="{FF2B5EF4-FFF2-40B4-BE49-F238E27FC236}">
                  <a16:creationId xmlns:a16="http://schemas.microsoft.com/office/drawing/2014/main" id="{EE0964A5-789F-E78A-1253-57BA9BB388FD}"/>
                </a:ext>
              </a:extLst>
            </p:cNvPr>
            <p:cNvSpPr/>
            <p:nvPr/>
          </p:nvSpPr>
          <p:spPr>
            <a:xfrm>
              <a:off x="671322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3740;p96">
              <a:extLst>
                <a:ext uri="{FF2B5EF4-FFF2-40B4-BE49-F238E27FC236}">
                  <a16:creationId xmlns:a16="http://schemas.microsoft.com/office/drawing/2014/main" id="{40E2C587-B6E8-C84F-38EB-71AA37650B7C}"/>
                </a:ext>
              </a:extLst>
            </p:cNvPr>
            <p:cNvSpPr/>
            <p:nvPr/>
          </p:nvSpPr>
          <p:spPr>
            <a:xfrm>
              <a:off x="671322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3741;p96">
              <a:extLst>
                <a:ext uri="{FF2B5EF4-FFF2-40B4-BE49-F238E27FC236}">
                  <a16:creationId xmlns:a16="http://schemas.microsoft.com/office/drawing/2014/main" id="{576328A7-0FE1-7BDE-60D3-6A2F364F5345}"/>
                </a:ext>
              </a:extLst>
            </p:cNvPr>
            <p:cNvSpPr/>
            <p:nvPr/>
          </p:nvSpPr>
          <p:spPr>
            <a:xfrm>
              <a:off x="671322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3742;p96">
              <a:extLst>
                <a:ext uri="{FF2B5EF4-FFF2-40B4-BE49-F238E27FC236}">
                  <a16:creationId xmlns:a16="http://schemas.microsoft.com/office/drawing/2014/main" id="{6C0F716E-9840-EF9B-0372-30146E08CCEA}"/>
                </a:ext>
              </a:extLst>
            </p:cNvPr>
            <p:cNvSpPr/>
            <p:nvPr/>
          </p:nvSpPr>
          <p:spPr>
            <a:xfrm>
              <a:off x="671322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3743;p96">
              <a:extLst>
                <a:ext uri="{FF2B5EF4-FFF2-40B4-BE49-F238E27FC236}">
                  <a16:creationId xmlns:a16="http://schemas.microsoft.com/office/drawing/2014/main" id="{3D023639-7E6A-D25E-A06E-9B6CBE46DEF8}"/>
                </a:ext>
              </a:extLst>
            </p:cNvPr>
            <p:cNvSpPr/>
            <p:nvPr/>
          </p:nvSpPr>
          <p:spPr>
            <a:xfrm>
              <a:off x="6637000" y="164740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3744;p96">
              <a:extLst>
                <a:ext uri="{FF2B5EF4-FFF2-40B4-BE49-F238E27FC236}">
                  <a16:creationId xmlns:a16="http://schemas.microsoft.com/office/drawing/2014/main" id="{60C40206-0773-E08B-C34B-7CBC91CA3BB0}"/>
                </a:ext>
              </a:extLst>
            </p:cNvPr>
            <p:cNvSpPr/>
            <p:nvPr/>
          </p:nvSpPr>
          <p:spPr>
            <a:xfrm>
              <a:off x="6637000" y="134275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3745;p96">
              <a:extLst>
                <a:ext uri="{FF2B5EF4-FFF2-40B4-BE49-F238E27FC236}">
                  <a16:creationId xmlns:a16="http://schemas.microsoft.com/office/drawing/2014/main" id="{2BDDF07A-E3E8-39A1-B602-84A2A44C61D3}"/>
                </a:ext>
              </a:extLst>
            </p:cNvPr>
            <p:cNvSpPr/>
            <p:nvPr/>
          </p:nvSpPr>
          <p:spPr>
            <a:xfrm>
              <a:off x="6560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3746;p96">
              <a:extLst>
                <a:ext uri="{FF2B5EF4-FFF2-40B4-BE49-F238E27FC236}">
                  <a16:creationId xmlns:a16="http://schemas.microsoft.com/office/drawing/2014/main" id="{1E369DC7-6977-4281-3CE4-191920A71E41}"/>
                </a:ext>
              </a:extLst>
            </p:cNvPr>
            <p:cNvSpPr/>
            <p:nvPr/>
          </p:nvSpPr>
          <p:spPr>
            <a:xfrm>
              <a:off x="656080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3747;p96">
              <a:extLst>
                <a:ext uri="{FF2B5EF4-FFF2-40B4-BE49-F238E27FC236}">
                  <a16:creationId xmlns:a16="http://schemas.microsoft.com/office/drawing/2014/main" id="{69EF892A-9EA3-A20B-6C0A-7046EB5EBBAF}"/>
                </a:ext>
              </a:extLst>
            </p:cNvPr>
            <p:cNvSpPr/>
            <p:nvPr/>
          </p:nvSpPr>
          <p:spPr>
            <a:xfrm>
              <a:off x="6560800" y="1266550"/>
              <a:ext cx="62200" cy="53450"/>
            </a:xfrm>
            <a:custGeom>
              <a:avLst/>
              <a:gdLst/>
              <a:ahLst/>
              <a:cxnLst/>
              <a:rect l="l" t="t" r="r" b="b"/>
              <a:pathLst>
                <a:path w="2488" h="2138" extrusionOk="0">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3748;p96">
              <a:extLst>
                <a:ext uri="{FF2B5EF4-FFF2-40B4-BE49-F238E27FC236}">
                  <a16:creationId xmlns:a16="http://schemas.microsoft.com/office/drawing/2014/main" id="{E2A8ABC6-01A0-6172-6D27-BA5A3118F2AA}"/>
                </a:ext>
              </a:extLst>
            </p:cNvPr>
            <p:cNvSpPr/>
            <p:nvPr/>
          </p:nvSpPr>
          <p:spPr>
            <a:xfrm>
              <a:off x="6484575" y="1647400"/>
              <a:ext cx="62425" cy="53450"/>
            </a:xfrm>
            <a:custGeom>
              <a:avLst/>
              <a:gdLst/>
              <a:ahLst/>
              <a:cxnLst/>
              <a:rect l="l" t="t" r="r" b="b"/>
              <a:pathLst>
                <a:path w="2497" h="2138" extrusionOk="0">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3749;p96">
              <a:extLst>
                <a:ext uri="{FF2B5EF4-FFF2-40B4-BE49-F238E27FC236}">
                  <a16:creationId xmlns:a16="http://schemas.microsoft.com/office/drawing/2014/main" id="{63F87F23-C4B9-6F8F-AEE8-869433C7510D}"/>
                </a:ext>
              </a:extLst>
            </p:cNvPr>
            <p:cNvSpPr/>
            <p:nvPr/>
          </p:nvSpPr>
          <p:spPr>
            <a:xfrm>
              <a:off x="6484575" y="1266550"/>
              <a:ext cx="62425" cy="53450"/>
            </a:xfrm>
            <a:custGeom>
              <a:avLst/>
              <a:gdLst/>
              <a:ahLst/>
              <a:cxnLst/>
              <a:rect l="l" t="t" r="r" b="b"/>
              <a:pathLst>
                <a:path w="2497" h="2138" extrusionOk="0">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3750;p96">
              <a:extLst>
                <a:ext uri="{FF2B5EF4-FFF2-40B4-BE49-F238E27FC236}">
                  <a16:creationId xmlns:a16="http://schemas.microsoft.com/office/drawing/2014/main" id="{EB63947C-3504-E689-762C-BF5143881A05}"/>
                </a:ext>
              </a:extLst>
            </p:cNvPr>
            <p:cNvSpPr/>
            <p:nvPr/>
          </p:nvSpPr>
          <p:spPr>
            <a:xfrm>
              <a:off x="6408350" y="2333125"/>
              <a:ext cx="62425" cy="53450"/>
            </a:xfrm>
            <a:custGeom>
              <a:avLst/>
              <a:gdLst/>
              <a:ahLst/>
              <a:cxnLst/>
              <a:rect l="l" t="t" r="r" b="b"/>
              <a:pathLst>
                <a:path w="2497" h="2138" extrusionOk="0">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3751;p96">
              <a:extLst>
                <a:ext uri="{FF2B5EF4-FFF2-40B4-BE49-F238E27FC236}">
                  <a16:creationId xmlns:a16="http://schemas.microsoft.com/office/drawing/2014/main" id="{397A7FA7-C85F-FE0C-BCD9-2B6189867C37}"/>
                </a:ext>
              </a:extLst>
            </p:cNvPr>
            <p:cNvSpPr/>
            <p:nvPr/>
          </p:nvSpPr>
          <p:spPr>
            <a:xfrm>
              <a:off x="6408350" y="2256925"/>
              <a:ext cx="62575" cy="53425"/>
            </a:xfrm>
            <a:custGeom>
              <a:avLst/>
              <a:gdLst/>
              <a:ahLst/>
              <a:cxnLst/>
              <a:rect l="l" t="t" r="r" b="b"/>
              <a:pathLst>
                <a:path w="2503" h="2137" extrusionOk="0">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3752;p96">
              <a:extLst>
                <a:ext uri="{FF2B5EF4-FFF2-40B4-BE49-F238E27FC236}">
                  <a16:creationId xmlns:a16="http://schemas.microsoft.com/office/drawing/2014/main" id="{6BDA50B5-16D0-18A3-4B75-B1E26E3AEAEA}"/>
                </a:ext>
              </a:extLst>
            </p:cNvPr>
            <p:cNvSpPr/>
            <p:nvPr/>
          </p:nvSpPr>
          <p:spPr>
            <a:xfrm>
              <a:off x="6408350" y="21045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3753;p96">
              <a:extLst>
                <a:ext uri="{FF2B5EF4-FFF2-40B4-BE49-F238E27FC236}">
                  <a16:creationId xmlns:a16="http://schemas.microsoft.com/office/drawing/2014/main" id="{2860AF0A-D0B2-D902-84B3-A6A108EDCC08}"/>
                </a:ext>
              </a:extLst>
            </p:cNvPr>
            <p:cNvSpPr/>
            <p:nvPr/>
          </p:nvSpPr>
          <p:spPr>
            <a:xfrm>
              <a:off x="6408350" y="179985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3754;p96">
              <a:extLst>
                <a:ext uri="{FF2B5EF4-FFF2-40B4-BE49-F238E27FC236}">
                  <a16:creationId xmlns:a16="http://schemas.microsoft.com/office/drawing/2014/main" id="{6BF2E04E-BBE1-1D5E-87A0-B8108ACEEBF3}"/>
                </a:ext>
              </a:extLst>
            </p:cNvPr>
            <p:cNvSpPr/>
            <p:nvPr/>
          </p:nvSpPr>
          <p:spPr>
            <a:xfrm>
              <a:off x="6408350" y="164740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3755;p96">
              <a:extLst>
                <a:ext uri="{FF2B5EF4-FFF2-40B4-BE49-F238E27FC236}">
                  <a16:creationId xmlns:a16="http://schemas.microsoft.com/office/drawing/2014/main" id="{CA5805DA-377D-5DD1-7D03-B2737ACCAD20}"/>
                </a:ext>
              </a:extLst>
            </p:cNvPr>
            <p:cNvSpPr/>
            <p:nvPr/>
          </p:nvSpPr>
          <p:spPr>
            <a:xfrm>
              <a:off x="6408350" y="134275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3756;p96">
              <a:extLst>
                <a:ext uri="{FF2B5EF4-FFF2-40B4-BE49-F238E27FC236}">
                  <a16:creationId xmlns:a16="http://schemas.microsoft.com/office/drawing/2014/main" id="{6F871A45-CCCE-6026-6C5C-F8497DDEA473}"/>
                </a:ext>
              </a:extLst>
            </p:cNvPr>
            <p:cNvSpPr/>
            <p:nvPr/>
          </p:nvSpPr>
          <p:spPr>
            <a:xfrm>
              <a:off x="6408350" y="1266550"/>
              <a:ext cx="62425" cy="53450"/>
            </a:xfrm>
            <a:custGeom>
              <a:avLst/>
              <a:gdLst/>
              <a:ahLst/>
              <a:cxnLst/>
              <a:rect l="l" t="t" r="r" b="b"/>
              <a:pathLst>
                <a:path w="2497" h="2138" extrusionOk="0">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3757;p96">
              <a:extLst>
                <a:ext uri="{FF2B5EF4-FFF2-40B4-BE49-F238E27FC236}">
                  <a16:creationId xmlns:a16="http://schemas.microsoft.com/office/drawing/2014/main" id="{E2024954-623A-9AE6-FD10-1029D0E17E24}"/>
                </a:ext>
              </a:extLst>
            </p:cNvPr>
            <p:cNvSpPr/>
            <p:nvPr/>
          </p:nvSpPr>
          <p:spPr>
            <a:xfrm>
              <a:off x="63323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3758;p96">
              <a:extLst>
                <a:ext uri="{FF2B5EF4-FFF2-40B4-BE49-F238E27FC236}">
                  <a16:creationId xmlns:a16="http://schemas.microsoft.com/office/drawing/2014/main" id="{3AE55B39-7459-5853-DAA6-2AA85D0A8F7A}"/>
                </a:ext>
              </a:extLst>
            </p:cNvPr>
            <p:cNvSpPr/>
            <p:nvPr/>
          </p:nvSpPr>
          <p:spPr>
            <a:xfrm>
              <a:off x="63323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3759;p96">
              <a:extLst>
                <a:ext uri="{FF2B5EF4-FFF2-40B4-BE49-F238E27FC236}">
                  <a16:creationId xmlns:a16="http://schemas.microsoft.com/office/drawing/2014/main" id="{751DAFA2-4A09-A02A-C5D2-BE44D8A02FBC}"/>
                </a:ext>
              </a:extLst>
            </p:cNvPr>
            <p:cNvSpPr/>
            <p:nvPr/>
          </p:nvSpPr>
          <p:spPr>
            <a:xfrm>
              <a:off x="63323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3760;p96">
              <a:extLst>
                <a:ext uri="{FF2B5EF4-FFF2-40B4-BE49-F238E27FC236}">
                  <a16:creationId xmlns:a16="http://schemas.microsoft.com/office/drawing/2014/main" id="{1EECA4A5-0A17-797C-0D0C-02CB40B78D4E}"/>
                </a:ext>
              </a:extLst>
            </p:cNvPr>
            <p:cNvSpPr/>
            <p:nvPr/>
          </p:nvSpPr>
          <p:spPr>
            <a:xfrm>
              <a:off x="633235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3761;p96">
              <a:extLst>
                <a:ext uri="{FF2B5EF4-FFF2-40B4-BE49-F238E27FC236}">
                  <a16:creationId xmlns:a16="http://schemas.microsoft.com/office/drawing/2014/main" id="{58C0ED12-6C2B-CE66-5BC2-E95774483E92}"/>
                </a:ext>
              </a:extLst>
            </p:cNvPr>
            <p:cNvSpPr/>
            <p:nvPr/>
          </p:nvSpPr>
          <p:spPr>
            <a:xfrm>
              <a:off x="633235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3762;p96">
              <a:extLst>
                <a:ext uri="{FF2B5EF4-FFF2-40B4-BE49-F238E27FC236}">
                  <a16:creationId xmlns:a16="http://schemas.microsoft.com/office/drawing/2014/main" id="{D6718977-436A-3FCB-6F39-878E7CA7D1A0}"/>
                </a:ext>
              </a:extLst>
            </p:cNvPr>
            <p:cNvSpPr/>
            <p:nvPr/>
          </p:nvSpPr>
          <p:spPr>
            <a:xfrm>
              <a:off x="63323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3763;p96">
              <a:extLst>
                <a:ext uri="{FF2B5EF4-FFF2-40B4-BE49-F238E27FC236}">
                  <a16:creationId xmlns:a16="http://schemas.microsoft.com/office/drawing/2014/main" id="{A17A5044-FDC7-289E-3DEB-C9D1AA17CAEC}"/>
                </a:ext>
              </a:extLst>
            </p:cNvPr>
            <p:cNvSpPr/>
            <p:nvPr/>
          </p:nvSpPr>
          <p:spPr>
            <a:xfrm>
              <a:off x="63323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3764;p96">
              <a:extLst>
                <a:ext uri="{FF2B5EF4-FFF2-40B4-BE49-F238E27FC236}">
                  <a16:creationId xmlns:a16="http://schemas.microsoft.com/office/drawing/2014/main" id="{2DA792B8-CC1C-EF22-24E5-E5E5043D257D}"/>
                </a:ext>
              </a:extLst>
            </p:cNvPr>
            <p:cNvSpPr/>
            <p:nvPr/>
          </p:nvSpPr>
          <p:spPr>
            <a:xfrm>
              <a:off x="6256150" y="2485550"/>
              <a:ext cx="62200" cy="53300"/>
            </a:xfrm>
            <a:custGeom>
              <a:avLst/>
              <a:gdLst/>
              <a:ahLst/>
              <a:cxnLst/>
              <a:rect l="l" t="t" r="r" b="b"/>
              <a:pathLst>
                <a:path w="2488" h="2132" extrusionOk="0">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3765;p96">
              <a:extLst>
                <a:ext uri="{FF2B5EF4-FFF2-40B4-BE49-F238E27FC236}">
                  <a16:creationId xmlns:a16="http://schemas.microsoft.com/office/drawing/2014/main" id="{DF939707-4852-588F-F4D0-8FC4D8E8F798}"/>
                </a:ext>
              </a:extLst>
            </p:cNvPr>
            <p:cNvSpPr/>
            <p:nvPr/>
          </p:nvSpPr>
          <p:spPr>
            <a:xfrm>
              <a:off x="6256150" y="2409350"/>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3766;p96">
              <a:extLst>
                <a:ext uri="{FF2B5EF4-FFF2-40B4-BE49-F238E27FC236}">
                  <a16:creationId xmlns:a16="http://schemas.microsoft.com/office/drawing/2014/main" id="{C1981B47-6928-01FE-1503-22B681A1B2AF}"/>
                </a:ext>
              </a:extLst>
            </p:cNvPr>
            <p:cNvSpPr/>
            <p:nvPr/>
          </p:nvSpPr>
          <p:spPr>
            <a:xfrm>
              <a:off x="6256150" y="2028275"/>
              <a:ext cx="62200" cy="53450"/>
            </a:xfrm>
            <a:custGeom>
              <a:avLst/>
              <a:gdLst/>
              <a:ahLst/>
              <a:cxnLst/>
              <a:rect l="l" t="t" r="r" b="b"/>
              <a:pathLst>
                <a:path w="2488" h="2138" extrusionOk="0">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3767;p96">
              <a:extLst>
                <a:ext uri="{FF2B5EF4-FFF2-40B4-BE49-F238E27FC236}">
                  <a16:creationId xmlns:a16="http://schemas.microsoft.com/office/drawing/2014/main" id="{34A3165E-CEDC-93A7-A8F4-11DF61EDC1AD}"/>
                </a:ext>
              </a:extLst>
            </p:cNvPr>
            <p:cNvSpPr/>
            <p:nvPr/>
          </p:nvSpPr>
          <p:spPr>
            <a:xfrm>
              <a:off x="6256150" y="1952050"/>
              <a:ext cx="62200" cy="53450"/>
            </a:xfrm>
            <a:custGeom>
              <a:avLst/>
              <a:gdLst/>
              <a:ahLst/>
              <a:cxnLst/>
              <a:rect l="l" t="t" r="r" b="b"/>
              <a:pathLst>
                <a:path w="2488" h="2138" extrusionOk="0">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3768;p96">
              <a:extLst>
                <a:ext uri="{FF2B5EF4-FFF2-40B4-BE49-F238E27FC236}">
                  <a16:creationId xmlns:a16="http://schemas.microsoft.com/office/drawing/2014/main" id="{7280908A-4B02-C9A6-1AAA-2E20B5C30FC4}"/>
                </a:ext>
              </a:extLst>
            </p:cNvPr>
            <p:cNvSpPr/>
            <p:nvPr/>
          </p:nvSpPr>
          <p:spPr>
            <a:xfrm>
              <a:off x="6256150" y="1876050"/>
              <a:ext cx="62200" cy="53350"/>
            </a:xfrm>
            <a:custGeom>
              <a:avLst/>
              <a:gdLst/>
              <a:ahLst/>
              <a:cxnLst/>
              <a:rect l="l" t="t" r="r" b="b"/>
              <a:pathLst>
                <a:path w="2488" h="2134" extrusionOk="0">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3769;p96">
              <a:extLst>
                <a:ext uri="{FF2B5EF4-FFF2-40B4-BE49-F238E27FC236}">
                  <a16:creationId xmlns:a16="http://schemas.microsoft.com/office/drawing/2014/main" id="{89A3B808-9DB0-46E8-D0BD-6F4B797A1C76}"/>
                </a:ext>
              </a:extLst>
            </p:cNvPr>
            <p:cNvSpPr/>
            <p:nvPr/>
          </p:nvSpPr>
          <p:spPr>
            <a:xfrm>
              <a:off x="6256150" y="179985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3770;p96">
              <a:extLst>
                <a:ext uri="{FF2B5EF4-FFF2-40B4-BE49-F238E27FC236}">
                  <a16:creationId xmlns:a16="http://schemas.microsoft.com/office/drawing/2014/main" id="{862E166E-FFCD-BBF3-2F06-E965CDD61ED3}"/>
                </a:ext>
              </a:extLst>
            </p:cNvPr>
            <p:cNvSpPr/>
            <p:nvPr/>
          </p:nvSpPr>
          <p:spPr>
            <a:xfrm>
              <a:off x="6256150" y="172362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3771;p96">
              <a:extLst>
                <a:ext uri="{FF2B5EF4-FFF2-40B4-BE49-F238E27FC236}">
                  <a16:creationId xmlns:a16="http://schemas.microsoft.com/office/drawing/2014/main" id="{B826BA62-4A32-46D0-1FEC-9246622714CC}"/>
                </a:ext>
              </a:extLst>
            </p:cNvPr>
            <p:cNvSpPr/>
            <p:nvPr/>
          </p:nvSpPr>
          <p:spPr>
            <a:xfrm>
              <a:off x="6256150" y="134275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3772;p96">
              <a:extLst>
                <a:ext uri="{FF2B5EF4-FFF2-40B4-BE49-F238E27FC236}">
                  <a16:creationId xmlns:a16="http://schemas.microsoft.com/office/drawing/2014/main" id="{601C4AEB-DD20-8D26-D20C-73A367C5A1C4}"/>
                </a:ext>
              </a:extLst>
            </p:cNvPr>
            <p:cNvSpPr/>
            <p:nvPr/>
          </p:nvSpPr>
          <p:spPr>
            <a:xfrm>
              <a:off x="617992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3773;p96">
              <a:extLst>
                <a:ext uri="{FF2B5EF4-FFF2-40B4-BE49-F238E27FC236}">
                  <a16:creationId xmlns:a16="http://schemas.microsoft.com/office/drawing/2014/main" id="{1B196737-AE4F-A9D5-1BD4-176391257973}"/>
                </a:ext>
              </a:extLst>
            </p:cNvPr>
            <p:cNvSpPr/>
            <p:nvPr/>
          </p:nvSpPr>
          <p:spPr>
            <a:xfrm>
              <a:off x="617992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3774;p96">
              <a:extLst>
                <a:ext uri="{FF2B5EF4-FFF2-40B4-BE49-F238E27FC236}">
                  <a16:creationId xmlns:a16="http://schemas.microsoft.com/office/drawing/2014/main" id="{7FA49C1A-EEE9-42AF-C259-80AD1729B7C1}"/>
                </a:ext>
              </a:extLst>
            </p:cNvPr>
            <p:cNvSpPr/>
            <p:nvPr/>
          </p:nvSpPr>
          <p:spPr>
            <a:xfrm>
              <a:off x="617992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3775;p96">
              <a:extLst>
                <a:ext uri="{FF2B5EF4-FFF2-40B4-BE49-F238E27FC236}">
                  <a16:creationId xmlns:a16="http://schemas.microsoft.com/office/drawing/2014/main" id="{2CA51465-6228-3B6E-5CA6-C38494DE5128}"/>
                </a:ext>
              </a:extLst>
            </p:cNvPr>
            <p:cNvSpPr/>
            <p:nvPr/>
          </p:nvSpPr>
          <p:spPr>
            <a:xfrm>
              <a:off x="617992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3776;p96">
              <a:extLst>
                <a:ext uri="{FF2B5EF4-FFF2-40B4-BE49-F238E27FC236}">
                  <a16:creationId xmlns:a16="http://schemas.microsoft.com/office/drawing/2014/main" id="{FCF43031-474C-FC19-CF75-9B6F112B0B23}"/>
                </a:ext>
              </a:extLst>
            </p:cNvPr>
            <p:cNvSpPr/>
            <p:nvPr/>
          </p:nvSpPr>
          <p:spPr>
            <a:xfrm>
              <a:off x="6103700"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3777;p96">
              <a:extLst>
                <a:ext uri="{FF2B5EF4-FFF2-40B4-BE49-F238E27FC236}">
                  <a16:creationId xmlns:a16="http://schemas.microsoft.com/office/drawing/2014/main" id="{687B9FB3-A795-4F50-CCA4-0A4677D36C45}"/>
                </a:ext>
              </a:extLst>
            </p:cNvPr>
            <p:cNvSpPr/>
            <p:nvPr/>
          </p:nvSpPr>
          <p:spPr>
            <a:xfrm>
              <a:off x="6103700"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3778;p96">
              <a:extLst>
                <a:ext uri="{FF2B5EF4-FFF2-40B4-BE49-F238E27FC236}">
                  <a16:creationId xmlns:a16="http://schemas.microsoft.com/office/drawing/2014/main" id="{618C24C9-B51F-8F12-D411-B0A5940796D0}"/>
                </a:ext>
              </a:extLst>
            </p:cNvPr>
            <p:cNvSpPr/>
            <p:nvPr/>
          </p:nvSpPr>
          <p:spPr>
            <a:xfrm>
              <a:off x="6103700"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3779;p96">
              <a:extLst>
                <a:ext uri="{FF2B5EF4-FFF2-40B4-BE49-F238E27FC236}">
                  <a16:creationId xmlns:a16="http://schemas.microsoft.com/office/drawing/2014/main" id="{2D498310-47A3-549D-26A1-75AE848CC9A2}"/>
                </a:ext>
              </a:extLst>
            </p:cNvPr>
            <p:cNvSpPr/>
            <p:nvPr/>
          </p:nvSpPr>
          <p:spPr>
            <a:xfrm>
              <a:off x="6103700" y="21045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3780;p96">
              <a:extLst>
                <a:ext uri="{FF2B5EF4-FFF2-40B4-BE49-F238E27FC236}">
                  <a16:creationId xmlns:a16="http://schemas.microsoft.com/office/drawing/2014/main" id="{4F9532BC-DFF4-477B-9BF8-5805B443B9E7}"/>
                </a:ext>
              </a:extLst>
            </p:cNvPr>
            <p:cNvSpPr/>
            <p:nvPr/>
          </p:nvSpPr>
          <p:spPr>
            <a:xfrm>
              <a:off x="6103700" y="1342750"/>
              <a:ext cx="62425" cy="53450"/>
            </a:xfrm>
            <a:custGeom>
              <a:avLst/>
              <a:gdLst/>
              <a:ahLst/>
              <a:cxnLst/>
              <a:rect l="l" t="t" r="r" b="b"/>
              <a:pathLst>
                <a:path w="2497" h="2138" extrusionOk="0">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3781;p96">
              <a:extLst>
                <a:ext uri="{FF2B5EF4-FFF2-40B4-BE49-F238E27FC236}">
                  <a16:creationId xmlns:a16="http://schemas.microsoft.com/office/drawing/2014/main" id="{2EA6822B-2BF6-1C0F-0570-83E51647124D}"/>
                </a:ext>
              </a:extLst>
            </p:cNvPr>
            <p:cNvSpPr/>
            <p:nvPr/>
          </p:nvSpPr>
          <p:spPr>
            <a:xfrm>
              <a:off x="6027500" y="2180700"/>
              <a:ext cx="62425" cy="53350"/>
            </a:xfrm>
            <a:custGeom>
              <a:avLst/>
              <a:gdLst/>
              <a:ahLst/>
              <a:cxnLst/>
              <a:rect l="l" t="t" r="r" b="b"/>
              <a:pathLst>
                <a:path w="2497" h="2134" extrusionOk="0">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3782;p96">
              <a:extLst>
                <a:ext uri="{FF2B5EF4-FFF2-40B4-BE49-F238E27FC236}">
                  <a16:creationId xmlns:a16="http://schemas.microsoft.com/office/drawing/2014/main" id="{FC6116D9-9A31-4DDE-A63D-F7A22C111496}"/>
                </a:ext>
              </a:extLst>
            </p:cNvPr>
            <p:cNvSpPr/>
            <p:nvPr/>
          </p:nvSpPr>
          <p:spPr>
            <a:xfrm>
              <a:off x="6027500" y="134275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3783;p96">
              <a:extLst>
                <a:ext uri="{FF2B5EF4-FFF2-40B4-BE49-F238E27FC236}">
                  <a16:creationId xmlns:a16="http://schemas.microsoft.com/office/drawing/2014/main" id="{5AB41D45-A42D-E514-1C16-6C4E86299264}"/>
                </a:ext>
              </a:extLst>
            </p:cNvPr>
            <p:cNvSpPr/>
            <p:nvPr/>
          </p:nvSpPr>
          <p:spPr>
            <a:xfrm>
              <a:off x="5951475"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3784;p96">
              <a:extLst>
                <a:ext uri="{FF2B5EF4-FFF2-40B4-BE49-F238E27FC236}">
                  <a16:creationId xmlns:a16="http://schemas.microsoft.com/office/drawing/2014/main" id="{C2A15B8F-C06B-D830-9D94-04C3CCCB1E15}"/>
                </a:ext>
              </a:extLst>
            </p:cNvPr>
            <p:cNvSpPr/>
            <p:nvPr/>
          </p:nvSpPr>
          <p:spPr>
            <a:xfrm>
              <a:off x="595147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3785;p96">
              <a:extLst>
                <a:ext uri="{FF2B5EF4-FFF2-40B4-BE49-F238E27FC236}">
                  <a16:creationId xmlns:a16="http://schemas.microsoft.com/office/drawing/2014/main" id="{0C97D882-E0A0-8A07-3343-B7341FB8A26F}"/>
                </a:ext>
              </a:extLst>
            </p:cNvPr>
            <p:cNvSpPr/>
            <p:nvPr/>
          </p:nvSpPr>
          <p:spPr>
            <a:xfrm>
              <a:off x="595147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3786;p96">
              <a:extLst>
                <a:ext uri="{FF2B5EF4-FFF2-40B4-BE49-F238E27FC236}">
                  <a16:creationId xmlns:a16="http://schemas.microsoft.com/office/drawing/2014/main" id="{3FE5252E-F89B-4E09-3D85-B51C5ED081E7}"/>
                </a:ext>
              </a:extLst>
            </p:cNvPr>
            <p:cNvSpPr/>
            <p:nvPr/>
          </p:nvSpPr>
          <p:spPr>
            <a:xfrm>
              <a:off x="595147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3787;p96">
              <a:extLst>
                <a:ext uri="{FF2B5EF4-FFF2-40B4-BE49-F238E27FC236}">
                  <a16:creationId xmlns:a16="http://schemas.microsoft.com/office/drawing/2014/main" id="{265014F9-5CBE-31D8-BD91-4F3AB1334363}"/>
                </a:ext>
              </a:extLst>
            </p:cNvPr>
            <p:cNvSpPr/>
            <p:nvPr/>
          </p:nvSpPr>
          <p:spPr>
            <a:xfrm>
              <a:off x="59514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3788;p96">
              <a:extLst>
                <a:ext uri="{FF2B5EF4-FFF2-40B4-BE49-F238E27FC236}">
                  <a16:creationId xmlns:a16="http://schemas.microsoft.com/office/drawing/2014/main" id="{5196CCF6-D65A-A3EA-7C2C-A44BDDFBCF1F}"/>
                </a:ext>
              </a:extLst>
            </p:cNvPr>
            <p:cNvSpPr/>
            <p:nvPr/>
          </p:nvSpPr>
          <p:spPr>
            <a:xfrm>
              <a:off x="587527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3789;p96">
              <a:extLst>
                <a:ext uri="{FF2B5EF4-FFF2-40B4-BE49-F238E27FC236}">
                  <a16:creationId xmlns:a16="http://schemas.microsoft.com/office/drawing/2014/main" id="{EAD965FD-187E-90BC-3FF3-3E841DC04198}"/>
                </a:ext>
              </a:extLst>
            </p:cNvPr>
            <p:cNvSpPr/>
            <p:nvPr/>
          </p:nvSpPr>
          <p:spPr>
            <a:xfrm>
              <a:off x="5875275" y="2637775"/>
              <a:ext cx="62225" cy="53450"/>
            </a:xfrm>
            <a:custGeom>
              <a:avLst/>
              <a:gdLst/>
              <a:ahLst/>
              <a:cxnLst/>
              <a:rect l="l" t="t" r="r" b="b"/>
              <a:pathLst>
                <a:path w="2489"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3790;p96">
              <a:extLst>
                <a:ext uri="{FF2B5EF4-FFF2-40B4-BE49-F238E27FC236}">
                  <a16:creationId xmlns:a16="http://schemas.microsoft.com/office/drawing/2014/main" id="{50754B57-13AE-0645-94B7-12FEE80F686A}"/>
                </a:ext>
              </a:extLst>
            </p:cNvPr>
            <p:cNvSpPr/>
            <p:nvPr/>
          </p:nvSpPr>
          <p:spPr>
            <a:xfrm>
              <a:off x="5875275" y="2561575"/>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3791;p96">
              <a:extLst>
                <a:ext uri="{FF2B5EF4-FFF2-40B4-BE49-F238E27FC236}">
                  <a16:creationId xmlns:a16="http://schemas.microsoft.com/office/drawing/2014/main" id="{D24E4D40-0DD9-260B-6325-4046F7DAB558}"/>
                </a:ext>
              </a:extLst>
            </p:cNvPr>
            <p:cNvSpPr/>
            <p:nvPr/>
          </p:nvSpPr>
          <p:spPr>
            <a:xfrm>
              <a:off x="587527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3792;p96">
              <a:extLst>
                <a:ext uri="{FF2B5EF4-FFF2-40B4-BE49-F238E27FC236}">
                  <a16:creationId xmlns:a16="http://schemas.microsoft.com/office/drawing/2014/main" id="{4EFA98BD-B3CA-01DF-AC18-2D2CF542B291}"/>
                </a:ext>
              </a:extLst>
            </p:cNvPr>
            <p:cNvSpPr/>
            <p:nvPr/>
          </p:nvSpPr>
          <p:spPr>
            <a:xfrm>
              <a:off x="5875275"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3793;p96">
              <a:extLst>
                <a:ext uri="{FF2B5EF4-FFF2-40B4-BE49-F238E27FC236}">
                  <a16:creationId xmlns:a16="http://schemas.microsoft.com/office/drawing/2014/main" id="{A3656CD3-88CA-A9C2-FC00-5E3462821493}"/>
                </a:ext>
              </a:extLst>
            </p:cNvPr>
            <p:cNvSpPr/>
            <p:nvPr/>
          </p:nvSpPr>
          <p:spPr>
            <a:xfrm>
              <a:off x="587527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3794;p96">
              <a:extLst>
                <a:ext uri="{FF2B5EF4-FFF2-40B4-BE49-F238E27FC236}">
                  <a16:creationId xmlns:a16="http://schemas.microsoft.com/office/drawing/2014/main" id="{5C6E71D0-2824-AB23-6575-91987E4BE898}"/>
                </a:ext>
              </a:extLst>
            </p:cNvPr>
            <p:cNvSpPr/>
            <p:nvPr/>
          </p:nvSpPr>
          <p:spPr>
            <a:xfrm>
              <a:off x="587527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3795;p96">
              <a:extLst>
                <a:ext uri="{FF2B5EF4-FFF2-40B4-BE49-F238E27FC236}">
                  <a16:creationId xmlns:a16="http://schemas.microsoft.com/office/drawing/2014/main" id="{C380D04E-0102-ED04-EF1B-3C1928C8EEDE}"/>
                </a:ext>
              </a:extLst>
            </p:cNvPr>
            <p:cNvSpPr/>
            <p:nvPr/>
          </p:nvSpPr>
          <p:spPr>
            <a:xfrm>
              <a:off x="5799275" y="2714000"/>
              <a:ext cx="62200" cy="53350"/>
            </a:xfrm>
            <a:custGeom>
              <a:avLst/>
              <a:gdLst/>
              <a:ahLst/>
              <a:cxnLst/>
              <a:rect l="l" t="t" r="r" b="b"/>
              <a:pathLst>
                <a:path w="2488" h="2134"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3796;p96">
              <a:extLst>
                <a:ext uri="{FF2B5EF4-FFF2-40B4-BE49-F238E27FC236}">
                  <a16:creationId xmlns:a16="http://schemas.microsoft.com/office/drawing/2014/main" id="{DC8F147F-F620-9F88-9222-4D43D11C192D}"/>
                </a:ext>
              </a:extLst>
            </p:cNvPr>
            <p:cNvSpPr/>
            <p:nvPr/>
          </p:nvSpPr>
          <p:spPr>
            <a:xfrm>
              <a:off x="5799275" y="134275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3797;p96">
              <a:extLst>
                <a:ext uri="{FF2B5EF4-FFF2-40B4-BE49-F238E27FC236}">
                  <a16:creationId xmlns:a16="http://schemas.microsoft.com/office/drawing/2014/main" id="{1276F528-F6CF-238F-BEFE-47835F3738D1}"/>
                </a:ext>
              </a:extLst>
            </p:cNvPr>
            <p:cNvSpPr/>
            <p:nvPr/>
          </p:nvSpPr>
          <p:spPr>
            <a:xfrm>
              <a:off x="5799125" y="1190550"/>
              <a:ext cx="62350" cy="53425"/>
            </a:xfrm>
            <a:custGeom>
              <a:avLst/>
              <a:gdLst/>
              <a:ahLst/>
              <a:cxnLst/>
              <a:rect l="l" t="t" r="r" b="b"/>
              <a:pathLst>
                <a:path w="2494" h="2137" extrusionOk="0">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3798;p96">
              <a:extLst>
                <a:ext uri="{FF2B5EF4-FFF2-40B4-BE49-F238E27FC236}">
                  <a16:creationId xmlns:a16="http://schemas.microsoft.com/office/drawing/2014/main" id="{BA58F5FF-5417-5D51-4CA5-37BEDC99CF1A}"/>
                </a:ext>
              </a:extLst>
            </p:cNvPr>
            <p:cNvSpPr/>
            <p:nvPr/>
          </p:nvSpPr>
          <p:spPr>
            <a:xfrm>
              <a:off x="5723050"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3799;p96">
              <a:extLst>
                <a:ext uri="{FF2B5EF4-FFF2-40B4-BE49-F238E27FC236}">
                  <a16:creationId xmlns:a16="http://schemas.microsoft.com/office/drawing/2014/main" id="{80FBAE2C-8489-0F5A-CEA8-C9AB3816144E}"/>
                </a:ext>
              </a:extLst>
            </p:cNvPr>
            <p:cNvSpPr/>
            <p:nvPr/>
          </p:nvSpPr>
          <p:spPr>
            <a:xfrm>
              <a:off x="5723050"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3800;p96">
              <a:extLst>
                <a:ext uri="{FF2B5EF4-FFF2-40B4-BE49-F238E27FC236}">
                  <a16:creationId xmlns:a16="http://schemas.microsoft.com/office/drawing/2014/main" id="{4A85017A-0BB4-60AE-D632-0C5C31E07B31}"/>
                </a:ext>
              </a:extLst>
            </p:cNvPr>
            <p:cNvSpPr/>
            <p:nvPr/>
          </p:nvSpPr>
          <p:spPr>
            <a:xfrm>
              <a:off x="5723050" y="2942425"/>
              <a:ext cx="62225" cy="53450"/>
            </a:xfrm>
            <a:custGeom>
              <a:avLst/>
              <a:gdLst/>
              <a:ahLst/>
              <a:cxnLst/>
              <a:rect l="l" t="t" r="r" b="b"/>
              <a:pathLst>
                <a:path w="2489" h="2138" extrusionOk="0">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3801;p96">
              <a:extLst>
                <a:ext uri="{FF2B5EF4-FFF2-40B4-BE49-F238E27FC236}">
                  <a16:creationId xmlns:a16="http://schemas.microsoft.com/office/drawing/2014/main" id="{2C2DFCA0-D33B-213F-3997-E9C5E3693D22}"/>
                </a:ext>
              </a:extLst>
            </p:cNvPr>
            <p:cNvSpPr/>
            <p:nvPr/>
          </p:nvSpPr>
          <p:spPr>
            <a:xfrm>
              <a:off x="5723050" y="271400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3802;p96">
              <a:extLst>
                <a:ext uri="{FF2B5EF4-FFF2-40B4-BE49-F238E27FC236}">
                  <a16:creationId xmlns:a16="http://schemas.microsoft.com/office/drawing/2014/main" id="{4344F97E-EA4C-70F2-9961-43A6146C4B46}"/>
                </a:ext>
              </a:extLst>
            </p:cNvPr>
            <p:cNvSpPr/>
            <p:nvPr/>
          </p:nvSpPr>
          <p:spPr>
            <a:xfrm>
              <a:off x="5723050" y="134275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3803;p96">
              <a:extLst>
                <a:ext uri="{FF2B5EF4-FFF2-40B4-BE49-F238E27FC236}">
                  <a16:creationId xmlns:a16="http://schemas.microsoft.com/office/drawing/2014/main" id="{71CA43AC-99C4-3057-0CAC-0D5176EB317F}"/>
                </a:ext>
              </a:extLst>
            </p:cNvPr>
            <p:cNvSpPr/>
            <p:nvPr/>
          </p:nvSpPr>
          <p:spPr>
            <a:xfrm>
              <a:off x="5722900" y="1190550"/>
              <a:ext cx="62375" cy="53425"/>
            </a:xfrm>
            <a:custGeom>
              <a:avLst/>
              <a:gdLst/>
              <a:ahLst/>
              <a:cxnLst/>
              <a:rect l="l" t="t" r="r" b="b"/>
              <a:pathLst>
                <a:path w="2495" h="2137" extrusionOk="0">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3804;p96">
              <a:extLst>
                <a:ext uri="{FF2B5EF4-FFF2-40B4-BE49-F238E27FC236}">
                  <a16:creationId xmlns:a16="http://schemas.microsoft.com/office/drawing/2014/main" id="{CF904E90-ECCC-A0C3-1108-34F051284BB1}"/>
                </a:ext>
              </a:extLst>
            </p:cNvPr>
            <p:cNvSpPr/>
            <p:nvPr/>
          </p:nvSpPr>
          <p:spPr>
            <a:xfrm>
              <a:off x="56468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3805;p96">
              <a:extLst>
                <a:ext uri="{FF2B5EF4-FFF2-40B4-BE49-F238E27FC236}">
                  <a16:creationId xmlns:a16="http://schemas.microsoft.com/office/drawing/2014/main" id="{EC59767E-6906-0766-03D2-7AB1F70B1135}"/>
                </a:ext>
              </a:extLst>
            </p:cNvPr>
            <p:cNvSpPr/>
            <p:nvPr/>
          </p:nvSpPr>
          <p:spPr>
            <a:xfrm>
              <a:off x="5646825" y="2866425"/>
              <a:ext cx="62225" cy="53275"/>
            </a:xfrm>
            <a:custGeom>
              <a:avLst/>
              <a:gdLst/>
              <a:ahLst/>
              <a:cxnLst/>
              <a:rect l="l" t="t" r="r" b="b"/>
              <a:pathLst>
                <a:path w="2489" h="2131" extrusionOk="0">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3806;p96">
              <a:extLst>
                <a:ext uri="{FF2B5EF4-FFF2-40B4-BE49-F238E27FC236}">
                  <a16:creationId xmlns:a16="http://schemas.microsoft.com/office/drawing/2014/main" id="{0AD40960-2665-D674-9211-63D2BD7939B0}"/>
                </a:ext>
              </a:extLst>
            </p:cNvPr>
            <p:cNvSpPr/>
            <p:nvPr/>
          </p:nvSpPr>
          <p:spPr>
            <a:xfrm>
              <a:off x="56468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3807;p96">
              <a:extLst>
                <a:ext uri="{FF2B5EF4-FFF2-40B4-BE49-F238E27FC236}">
                  <a16:creationId xmlns:a16="http://schemas.microsoft.com/office/drawing/2014/main" id="{E788BCB7-02DE-892F-24F1-5E7886B4FAA1}"/>
                </a:ext>
              </a:extLst>
            </p:cNvPr>
            <p:cNvSpPr/>
            <p:nvPr/>
          </p:nvSpPr>
          <p:spPr>
            <a:xfrm>
              <a:off x="56468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3808;p96">
              <a:extLst>
                <a:ext uri="{FF2B5EF4-FFF2-40B4-BE49-F238E27FC236}">
                  <a16:creationId xmlns:a16="http://schemas.microsoft.com/office/drawing/2014/main" id="{A51EA023-6D50-64C4-374B-F7EA60A54E2B}"/>
                </a:ext>
              </a:extLst>
            </p:cNvPr>
            <p:cNvSpPr/>
            <p:nvPr/>
          </p:nvSpPr>
          <p:spPr>
            <a:xfrm>
              <a:off x="56468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3809;p96">
              <a:extLst>
                <a:ext uri="{FF2B5EF4-FFF2-40B4-BE49-F238E27FC236}">
                  <a16:creationId xmlns:a16="http://schemas.microsoft.com/office/drawing/2014/main" id="{D3283A96-BCBC-3D92-FAAD-2241A43AE421}"/>
                </a:ext>
              </a:extLst>
            </p:cNvPr>
            <p:cNvSpPr/>
            <p:nvPr/>
          </p:nvSpPr>
          <p:spPr>
            <a:xfrm>
              <a:off x="5646700" y="119055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3810;p96">
              <a:extLst>
                <a:ext uri="{FF2B5EF4-FFF2-40B4-BE49-F238E27FC236}">
                  <a16:creationId xmlns:a16="http://schemas.microsoft.com/office/drawing/2014/main" id="{5B2F5ED8-A4FD-1FF6-C609-A5F6FC6F9B8F}"/>
                </a:ext>
              </a:extLst>
            </p:cNvPr>
            <p:cNvSpPr/>
            <p:nvPr/>
          </p:nvSpPr>
          <p:spPr>
            <a:xfrm>
              <a:off x="5570625" y="3018650"/>
              <a:ext cx="62200" cy="53425"/>
            </a:xfrm>
            <a:custGeom>
              <a:avLst/>
              <a:gdLst/>
              <a:ahLst/>
              <a:cxnLst/>
              <a:rect l="l" t="t" r="r" b="b"/>
              <a:pathLst>
                <a:path w="2488" h="2137" extrusionOk="0">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3811;p96">
              <a:extLst>
                <a:ext uri="{FF2B5EF4-FFF2-40B4-BE49-F238E27FC236}">
                  <a16:creationId xmlns:a16="http://schemas.microsoft.com/office/drawing/2014/main" id="{054724BF-42E1-BEE0-373C-25FBA9F7D5A0}"/>
                </a:ext>
              </a:extLst>
            </p:cNvPr>
            <p:cNvSpPr/>
            <p:nvPr/>
          </p:nvSpPr>
          <p:spPr>
            <a:xfrm>
              <a:off x="5570625" y="2942425"/>
              <a:ext cx="62200" cy="53450"/>
            </a:xfrm>
            <a:custGeom>
              <a:avLst/>
              <a:gdLst/>
              <a:ahLst/>
              <a:cxnLst/>
              <a:rect l="l" t="t" r="r" b="b"/>
              <a:pathLst>
                <a:path w="2488" h="2138" extrusionOk="0">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3812;p96">
              <a:extLst>
                <a:ext uri="{FF2B5EF4-FFF2-40B4-BE49-F238E27FC236}">
                  <a16:creationId xmlns:a16="http://schemas.microsoft.com/office/drawing/2014/main" id="{4682164E-BC20-8AC9-EE5C-4BCC045C2321}"/>
                </a:ext>
              </a:extLst>
            </p:cNvPr>
            <p:cNvSpPr/>
            <p:nvPr/>
          </p:nvSpPr>
          <p:spPr>
            <a:xfrm>
              <a:off x="5570475" y="1190550"/>
              <a:ext cx="62350" cy="53325"/>
            </a:xfrm>
            <a:custGeom>
              <a:avLst/>
              <a:gdLst/>
              <a:ahLst/>
              <a:cxnLst/>
              <a:rect l="l" t="t" r="r" b="b"/>
              <a:pathLst>
                <a:path w="2494" h="2133" extrusionOk="0">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3813;p96">
              <a:extLst>
                <a:ext uri="{FF2B5EF4-FFF2-40B4-BE49-F238E27FC236}">
                  <a16:creationId xmlns:a16="http://schemas.microsoft.com/office/drawing/2014/main" id="{7F03AD26-18AB-97B0-9AC8-F995190B6859}"/>
                </a:ext>
              </a:extLst>
            </p:cNvPr>
            <p:cNvSpPr/>
            <p:nvPr/>
          </p:nvSpPr>
          <p:spPr>
            <a:xfrm>
              <a:off x="5494400" y="29424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3814;p96">
              <a:extLst>
                <a:ext uri="{FF2B5EF4-FFF2-40B4-BE49-F238E27FC236}">
                  <a16:creationId xmlns:a16="http://schemas.microsoft.com/office/drawing/2014/main" id="{4C05C36C-BCF9-1AB4-A783-44B4DD84D19E}"/>
                </a:ext>
              </a:extLst>
            </p:cNvPr>
            <p:cNvSpPr/>
            <p:nvPr/>
          </p:nvSpPr>
          <p:spPr>
            <a:xfrm>
              <a:off x="549440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3815;p96">
              <a:extLst>
                <a:ext uri="{FF2B5EF4-FFF2-40B4-BE49-F238E27FC236}">
                  <a16:creationId xmlns:a16="http://schemas.microsoft.com/office/drawing/2014/main" id="{CA876B83-1B13-9679-46C3-0E0482A51CA9}"/>
                </a:ext>
              </a:extLst>
            </p:cNvPr>
            <p:cNvSpPr/>
            <p:nvPr/>
          </p:nvSpPr>
          <p:spPr>
            <a:xfrm>
              <a:off x="5494275" y="1190550"/>
              <a:ext cx="62350" cy="53325"/>
            </a:xfrm>
            <a:custGeom>
              <a:avLst/>
              <a:gdLst/>
              <a:ahLst/>
              <a:cxnLst/>
              <a:rect l="l" t="t" r="r" b="b"/>
              <a:pathLst>
                <a:path w="2494" h="2133" extrusionOk="0">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3816;p96">
              <a:extLst>
                <a:ext uri="{FF2B5EF4-FFF2-40B4-BE49-F238E27FC236}">
                  <a16:creationId xmlns:a16="http://schemas.microsoft.com/office/drawing/2014/main" id="{FD3EE308-E88C-30D0-E303-A0C7FB8F3321}"/>
                </a:ext>
              </a:extLst>
            </p:cNvPr>
            <p:cNvSpPr/>
            <p:nvPr/>
          </p:nvSpPr>
          <p:spPr>
            <a:xfrm>
              <a:off x="5418200"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3817;p96">
              <a:extLst>
                <a:ext uri="{FF2B5EF4-FFF2-40B4-BE49-F238E27FC236}">
                  <a16:creationId xmlns:a16="http://schemas.microsoft.com/office/drawing/2014/main" id="{71BF9B4F-3FE2-9BC2-9383-FE64A16D2BEB}"/>
                </a:ext>
              </a:extLst>
            </p:cNvPr>
            <p:cNvSpPr/>
            <p:nvPr/>
          </p:nvSpPr>
          <p:spPr>
            <a:xfrm>
              <a:off x="5418200"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3818;p96">
              <a:extLst>
                <a:ext uri="{FF2B5EF4-FFF2-40B4-BE49-F238E27FC236}">
                  <a16:creationId xmlns:a16="http://schemas.microsoft.com/office/drawing/2014/main" id="{CF530C01-B4DC-9C1A-CF16-81DC2ED0670B}"/>
                </a:ext>
              </a:extLst>
            </p:cNvPr>
            <p:cNvSpPr/>
            <p:nvPr/>
          </p:nvSpPr>
          <p:spPr>
            <a:xfrm>
              <a:off x="5418200" y="1266550"/>
              <a:ext cx="62425" cy="53450"/>
            </a:xfrm>
            <a:custGeom>
              <a:avLst/>
              <a:gdLst/>
              <a:ahLst/>
              <a:cxnLst/>
              <a:rect l="l" t="t" r="r" b="b"/>
              <a:pathLst>
                <a:path w="2497" h="2138" extrusionOk="0">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3819;p96">
              <a:extLst>
                <a:ext uri="{FF2B5EF4-FFF2-40B4-BE49-F238E27FC236}">
                  <a16:creationId xmlns:a16="http://schemas.microsoft.com/office/drawing/2014/main" id="{7FB198A4-7ADE-EADB-2F36-08D554348057}"/>
                </a:ext>
              </a:extLst>
            </p:cNvPr>
            <p:cNvSpPr/>
            <p:nvPr/>
          </p:nvSpPr>
          <p:spPr>
            <a:xfrm>
              <a:off x="5418200" y="11905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3820;p96">
              <a:extLst>
                <a:ext uri="{FF2B5EF4-FFF2-40B4-BE49-F238E27FC236}">
                  <a16:creationId xmlns:a16="http://schemas.microsoft.com/office/drawing/2014/main" id="{D431F240-5208-9EF9-E7E9-C7A1A6E271CF}"/>
                </a:ext>
              </a:extLst>
            </p:cNvPr>
            <p:cNvSpPr/>
            <p:nvPr/>
          </p:nvSpPr>
          <p:spPr>
            <a:xfrm>
              <a:off x="5341975"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3821;p96">
              <a:extLst>
                <a:ext uri="{FF2B5EF4-FFF2-40B4-BE49-F238E27FC236}">
                  <a16:creationId xmlns:a16="http://schemas.microsoft.com/office/drawing/2014/main" id="{59624F7F-C265-2C4D-6533-B368C5DB0788}"/>
                </a:ext>
              </a:extLst>
            </p:cNvPr>
            <p:cNvSpPr/>
            <p:nvPr/>
          </p:nvSpPr>
          <p:spPr>
            <a:xfrm>
              <a:off x="5341975"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3822;p96">
              <a:extLst>
                <a:ext uri="{FF2B5EF4-FFF2-40B4-BE49-F238E27FC236}">
                  <a16:creationId xmlns:a16="http://schemas.microsoft.com/office/drawing/2014/main" id="{83B59BDE-8232-CBFD-ECA0-67C43AFDC797}"/>
                </a:ext>
              </a:extLst>
            </p:cNvPr>
            <p:cNvSpPr/>
            <p:nvPr/>
          </p:nvSpPr>
          <p:spPr>
            <a:xfrm>
              <a:off x="5265775" y="2790200"/>
              <a:ext cx="62200" cy="53350"/>
            </a:xfrm>
            <a:custGeom>
              <a:avLst/>
              <a:gdLst/>
              <a:ahLst/>
              <a:cxnLst/>
              <a:rect l="l" t="t" r="r" b="b"/>
              <a:pathLst>
                <a:path w="2488" h="2134" extrusionOk="0">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3823;p96">
              <a:extLst>
                <a:ext uri="{FF2B5EF4-FFF2-40B4-BE49-F238E27FC236}">
                  <a16:creationId xmlns:a16="http://schemas.microsoft.com/office/drawing/2014/main" id="{29472C22-8FF2-B8DB-D34D-EF10DD215337}"/>
                </a:ext>
              </a:extLst>
            </p:cNvPr>
            <p:cNvSpPr/>
            <p:nvPr/>
          </p:nvSpPr>
          <p:spPr>
            <a:xfrm>
              <a:off x="5265775" y="2714000"/>
              <a:ext cx="62200" cy="53350"/>
            </a:xfrm>
            <a:custGeom>
              <a:avLst/>
              <a:gdLst/>
              <a:ahLst/>
              <a:cxnLst/>
              <a:rect l="l" t="t" r="r" b="b"/>
              <a:pathLst>
                <a:path w="2488" h="2134" extrusionOk="0">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3824;p96">
              <a:extLst>
                <a:ext uri="{FF2B5EF4-FFF2-40B4-BE49-F238E27FC236}">
                  <a16:creationId xmlns:a16="http://schemas.microsoft.com/office/drawing/2014/main" id="{1562BBD9-F1EE-ECD0-B9E4-9707121242D5}"/>
                </a:ext>
              </a:extLst>
            </p:cNvPr>
            <p:cNvSpPr/>
            <p:nvPr/>
          </p:nvSpPr>
          <p:spPr>
            <a:xfrm>
              <a:off x="5265775" y="1266550"/>
              <a:ext cx="62200" cy="53450"/>
            </a:xfrm>
            <a:custGeom>
              <a:avLst/>
              <a:gdLst/>
              <a:ahLst/>
              <a:cxnLst/>
              <a:rect l="l" t="t" r="r" b="b"/>
              <a:pathLst>
                <a:path w="2488" h="2138" extrusionOk="0">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3825;p96">
              <a:extLst>
                <a:ext uri="{FF2B5EF4-FFF2-40B4-BE49-F238E27FC236}">
                  <a16:creationId xmlns:a16="http://schemas.microsoft.com/office/drawing/2014/main" id="{30C7CBAB-8782-3A8E-5A18-D4209879E769}"/>
                </a:ext>
              </a:extLst>
            </p:cNvPr>
            <p:cNvSpPr/>
            <p:nvPr/>
          </p:nvSpPr>
          <p:spPr>
            <a:xfrm>
              <a:off x="5189550"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3826;p96">
              <a:extLst>
                <a:ext uri="{FF2B5EF4-FFF2-40B4-BE49-F238E27FC236}">
                  <a16:creationId xmlns:a16="http://schemas.microsoft.com/office/drawing/2014/main" id="{AE68998E-377E-7383-F58F-D4729CA4DF2B}"/>
                </a:ext>
              </a:extLst>
            </p:cNvPr>
            <p:cNvSpPr/>
            <p:nvPr/>
          </p:nvSpPr>
          <p:spPr>
            <a:xfrm>
              <a:off x="5189550" y="2790200"/>
              <a:ext cx="62225" cy="53350"/>
            </a:xfrm>
            <a:custGeom>
              <a:avLst/>
              <a:gdLst/>
              <a:ahLst/>
              <a:cxnLst/>
              <a:rect l="l" t="t" r="r" b="b"/>
              <a:pathLst>
                <a:path w="2489" h="2134" extrusionOk="0">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3827;p96">
              <a:extLst>
                <a:ext uri="{FF2B5EF4-FFF2-40B4-BE49-F238E27FC236}">
                  <a16:creationId xmlns:a16="http://schemas.microsoft.com/office/drawing/2014/main" id="{F4A8725D-E264-F07E-5C2D-0582A6C0F0CF}"/>
                </a:ext>
              </a:extLst>
            </p:cNvPr>
            <p:cNvSpPr/>
            <p:nvPr/>
          </p:nvSpPr>
          <p:spPr>
            <a:xfrm>
              <a:off x="5189550" y="1342750"/>
              <a:ext cx="62225" cy="53350"/>
            </a:xfrm>
            <a:custGeom>
              <a:avLst/>
              <a:gdLst/>
              <a:ahLst/>
              <a:cxnLst/>
              <a:rect l="l" t="t" r="r" b="b"/>
              <a:pathLst>
                <a:path w="2489" h="2134" extrusionOk="0">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3828;p96">
              <a:extLst>
                <a:ext uri="{FF2B5EF4-FFF2-40B4-BE49-F238E27FC236}">
                  <a16:creationId xmlns:a16="http://schemas.microsoft.com/office/drawing/2014/main" id="{B6BA0E1A-BD42-43FB-C005-1A90D9F11DC4}"/>
                </a:ext>
              </a:extLst>
            </p:cNvPr>
            <p:cNvSpPr/>
            <p:nvPr/>
          </p:nvSpPr>
          <p:spPr>
            <a:xfrm>
              <a:off x="5113350" y="3094850"/>
              <a:ext cx="62400" cy="53350"/>
            </a:xfrm>
            <a:custGeom>
              <a:avLst/>
              <a:gdLst/>
              <a:ahLst/>
              <a:cxnLst/>
              <a:rect l="l" t="t" r="r" b="b"/>
              <a:pathLst>
                <a:path w="2496" h="2134" extrusionOk="0">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3829;p96">
              <a:extLst>
                <a:ext uri="{FF2B5EF4-FFF2-40B4-BE49-F238E27FC236}">
                  <a16:creationId xmlns:a16="http://schemas.microsoft.com/office/drawing/2014/main" id="{89C84380-A489-12A4-F987-45D192D56DAE}"/>
                </a:ext>
              </a:extLst>
            </p:cNvPr>
            <p:cNvSpPr/>
            <p:nvPr/>
          </p:nvSpPr>
          <p:spPr>
            <a:xfrm>
              <a:off x="5113350" y="3018650"/>
              <a:ext cx="62400" cy="53425"/>
            </a:xfrm>
            <a:custGeom>
              <a:avLst/>
              <a:gdLst/>
              <a:ahLst/>
              <a:cxnLst/>
              <a:rect l="l" t="t" r="r" b="b"/>
              <a:pathLst>
                <a:path w="2496" h="2137" extrusionOk="0">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3830;p96">
              <a:extLst>
                <a:ext uri="{FF2B5EF4-FFF2-40B4-BE49-F238E27FC236}">
                  <a16:creationId xmlns:a16="http://schemas.microsoft.com/office/drawing/2014/main" id="{FBD209AF-D4B7-C91D-CF93-269425C1BE7F}"/>
                </a:ext>
              </a:extLst>
            </p:cNvPr>
            <p:cNvSpPr/>
            <p:nvPr/>
          </p:nvSpPr>
          <p:spPr>
            <a:xfrm>
              <a:off x="5113350" y="2942425"/>
              <a:ext cx="62400" cy="53450"/>
            </a:xfrm>
            <a:custGeom>
              <a:avLst/>
              <a:gdLst/>
              <a:ahLst/>
              <a:cxnLst/>
              <a:rect l="l" t="t" r="r" b="b"/>
              <a:pathLst>
                <a:path w="2496" h="2138" extrusionOk="0">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3831;p96">
              <a:extLst>
                <a:ext uri="{FF2B5EF4-FFF2-40B4-BE49-F238E27FC236}">
                  <a16:creationId xmlns:a16="http://schemas.microsoft.com/office/drawing/2014/main" id="{E1C7B960-48FD-19C5-7139-A895E9A7F437}"/>
                </a:ext>
              </a:extLst>
            </p:cNvPr>
            <p:cNvSpPr/>
            <p:nvPr/>
          </p:nvSpPr>
          <p:spPr>
            <a:xfrm>
              <a:off x="5113350" y="2866425"/>
              <a:ext cx="62400" cy="53275"/>
            </a:xfrm>
            <a:custGeom>
              <a:avLst/>
              <a:gdLst/>
              <a:ahLst/>
              <a:cxnLst/>
              <a:rect l="l" t="t" r="r" b="b"/>
              <a:pathLst>
                <a:path w="2496" h="2131" extrusionOk="0">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3832;p96">
              <a:extLst>
                <a:ext uri="{FF2B5EF4-FFF2-40B4-BE49-F238E27FC236}">
                  <a16:creationId xmlns:a16="http://schemas.microsoft.com/office/drawing/2014/main" id="{68032C5E-E187-AA5B-8FCD-08B218C44D01}"/>
                </a:ext>
              </a:extLst>
            </p:cNvPr>
            <p:cNvSpPr/>
            <p:nvPr/>
          </p:nvSpPr>
          <p:spPr>
            <a:xfrm>
              <a:off x="5113350" y="2790200"/>
              <a:ext cx="62400" cy="53350"/>
            </a:xfrm>
            <a:custGeom>
              <a:avLst/>
              <a:gdLst/>
              <a:ahLst/>
              <a:cxnLst/>
              <a:rect l="l" t="t" r="r" b="b"/>
              <a:pathLst>
                <a:path w="2496" h="2134" extrusionOk="0">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3833;p96">
              <a:extLst>
                <a:ext uri="{FF2B5EF4-FFF2-40B4-BE49-F238E27FC236}">
                  <a16:creationId xmlns:a16="http://schemas.microsoft.com/office/drawing/2014/main" id="{6F395073-B8D7-52A9-34A8-506C5805B0F0}"/>
                </a:ext>
              </a:extLst>
            </p:cNvPr>
            <p:cNvSpPr/>
            <p:nvPr/>
          </p:nvSpPr>
          <p:spPr>
            <a:xfrm>
              <a:off x="5113350" y="2714000"/>
              <a:ext cx="62400" cy="53350"/>
            </a:xfrm>
            <a:custGeom>
              <a:avLst/>
              <a:gdLst/>
              <a:ahLst/>
              <a:cxnLst/>
              <a:rect l="l" t="t" r="r" b="b"/>
              <a:pathLst>
                <a:path w="2496" h="2134" extrusionOk="0">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3834;p96">
              <a:extLst>
                <a:ext uri="{FF2B5EF4-FFF2-40B4-BE49-F238E27FC236}">
                  <a16:creationId xmlns:a16="http://schemas.microsoft.com/office/drawing/2014/main" id="{A2C31AF5-66AE-7988-9154-E6ECA307D514}"/>
                </a:ext>
              </a:extLst>
            </p:cNvPr>
            <p:cNvSpPr/>
            <p:nvPr/>
          </p:nvSpPr>
          <p:spPr>
            <a:xfrm>
              <a:off x="5113350" y="141897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3835;p96">
              <a:extLst>
                <a:ext uri="{FF2B5EF4-FFF2-40B4-BE49-F238E27FC236}">
                  <a16:creationId xmlns:a16="http://schemas.microsoft.com/office/drawing/2014/main" id="{72BF02C1-F085-7F6F-EEBE-19E8226FB340}"/>
                </a:ext>
              </a:extLst>
            </p:cNvPr>
            <p:cNvSpPr/>
            <p:nvPr/>
          </p:nvSpPr>
          <p:spPr>
            <a:xfrm>
              <a:off x="5113350" y="134275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3836;p96">
              <a:extLst>
                <a:ext uri="{FF2B5EF4-FFF2-40B4-BE49-F238E27FC236}">
                  <a16:creationId xmlns:a16="http://schemas.microsoft.com/office/drawing/2014/main" id="{083EE0A3-8137-5506-9243-EC0B55B0BA3C}"/>
                </a:ext>
              </a:extLst>
            </p:cNvPr>
            <p:cNvSpPr/>
            <p:nvPr/>
          </p:nvSpPr>
          <p:spPr>
            <a:xfrm>
              <a:off x="50373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3837;p96">
              <a:extLst>
                <a:ext uri="{FF2B5EF4-FFF2-40B4-BE49-F238E27FC236}">
                  <a16:creationId xmlns:a16="http://schemas.microsoft.com/office/drawing/2014/main" id="{0EBC717D-8043-0BFA-6BD2-54625E2E2725}"/>
                </a:ext>
              </a:extLst>
            </p:cNvPr>
            <p:cNvSpPr/>
            <p:nvPr/>
          </p:nvSpPr>
          <p:spPr>
            <a:xfrm>
              <a:off x="503732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3838;p96">
              <a:extLst>
                <a:ext uri="{FF2B5EF4-FFF2-40B4-BE49-F238E27FC236}">
                  <a16:creationId xmlns:a16="http://schemas.microsoft.com/office/drawing/2014/main" id="{5BA0D63E-EB9A-7E66-F583-C28B52243BD0}"/>
                </a:ext>
              </a:extLst>
            </p:cNvPr>
            <p:cNvSpPr/>
            <p:nvPr/>
          </p:nvSpPr>
          <p:spPr>
            <a:xfrm>
              <a:off x="5037325" y="286642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3839;p96">
              <a:extLst>
                <a:ext uri="{FF2B5EF4-FFF2-40B4-BE49-F238E27FC236}">
                  <a16:creationId xmlns:a16="http://schemas.microsoft.com/office/drawing/2014/main" id="{8BAC9B9D-314B-4397-1B54-5F9AF8FB765A}"/>
                </a:ext>
              </a:extLst>
            </p:cNvPr>
            <p:cNvSpPr/>
            <p:nvPr/>
          </p:nvSpPr>
          <p:spPr>
            <a:xfrm>
              <a:off x="50373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3840;p96">
              <a:extLst>
                <a:ext uri="{FF2B5EF4-FFF2-40B4-BE49-F238E27FC236}">
                  <a16:creationId xmlns:a16="http://schemas.microsoft.com/office/drawing/2014/main" id="{2B107EAD-CDA9-0C1F-02E7-28F185090097}"/>
                </a:ext>
              </a:extLst>
            </p:cNvPr>
            <p:cNvSpPr/>
            <p:nvPr/>
          </p:nvSpPr>
          <p:spPr>
            <a:xfrm>
              <a:off x="50373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3841;p96">
              <a:extLst>
                <a:ext uri="{FF2B5EF4-FFF2-40B4-BE49-F238E27FC236}">
                  <a16:creationId xmlns:a16="http://schemas.microsoft.com/office/drawing/2014/main" id="{064D2CD4-52AF-6944-2E4C-35228F732972}"/>
                </a:ext>
              </a:extLst>
            </p:cNvPr>
            <p:cNvSpPr/>
            <p:nvPr/>
          </p:nvSpPr>
          <p:spPr>
            <a:xfrm>
              <a:off x="5037325"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3842;p96">
              <a:extLst>
                <a:ext uri="{FF2B5EF4-FFF2-40B4-BE49-F238E27FC236}">
                  <a16:creationId xmlns:a16="http://schemas.microsoft.com/office/drawing/2014/main" id="{C98D99D0-E451-7216-8E3B-C2A25401DD23}"/>
                </a:ext>
              </a:extLst>
            </p:cNvPr>
            <p:cNvSpPr/>
            <p:nvPr/>
          </p:nvSpPr>
          <p:spPr>
            <a:xfrm>
              <a:off x="50373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3843;p96">
              <a:extLst>
                <a:ext uri="{FF2B5EF4-FFF2-40B4-BE49-F238E27FC236}">
                  <a16:creationId xmlns:a16="http://schemas.microsoft.com/office/drawing/2014/main" id="{6470FED0-E2BF-F94C-7B7D-FFDE17B74671}"/>
                </a:ext>
              </a:extLst>
            </p:cNvPr>
            <p:cNvSpPr/>
            <p:nvPr/>
          </p:nvSpPr>
          <p:spPr>
            <a:xfrm>
              <a:off x="4961125"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3844;p96">
              <a:extLst>
                <a:ext uri="{FF2B5EF4-FFF2-40B4-BE49-F238E27FC236}">
                  <a16:creationId xmlns:a16="http://schemas.microsoft.com/office/drawing/2014/main" id="{DD190F89-BDB3-EA5E-EAE0-7C9882A99A06}"/>
                </a:ext>
              </a:extLst>
            </p:cNvPr>
            <p:cNvSpPr/>
            <p:nvPr/>
          </p:nvSpPr>
          <p:spPr>
            <a:xfrm>
              <a:off x="49611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3845;p96">
              <a:extLst>
                <a:ext uri="{FF2B5EF4-FFF2-40B4-BE49-F238E27FC236}">
                  <a16:creationId xmlns:a16="http://schemas.microsoft.com/office/drawing/2014/main" id="{46402382-6887-25CA-B0AD-43FE532299E1}"/>
                </a:ext>
              </a:extLst>
            </p:cNvPr>
            <p:cNvSpPr/>
            <p:nvPr/>
          </p:nvSpPr>
          <p:spPr>
            <a:xfrm>
              <a:off x="49611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3846;p96">
              <a:extLst>
                <a:ext uri="{FF2B5EF4-FFF2-40B4-BE49-F238E27FC236}">
                  <a16:creationId xmlns:a16="http://schemas.microsoft.com/office/drawing/2014/main" id="{216AC3D9-FEAA-00B1-48E8-626CBBAE41B5}"/>
                </a:ext>
              </a:extLst>
            </p:cNvPr>
            <p:cNvSpPr/>
            <p:nvPr/>
          </p:nvSpPr>
          <p:spPr>
            <a:xfrm>
              <a:off x="49611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3847;p96">
              <a:extLst>
                <a:ext uri="{FF2B5EF4-FFF2-40B4-BE49-F238E27FC236}">
                  <a16:creationId xmlns:a16="http://schemas.microsoft.com/office/drawing/2014/main" id="{3BB1600C-CF17-9890-12BB-CD99C40BA3EC}"/>
                </a:ext>
              </a:extLst>
            </p:cNvPr>
            <p:cNvSpPr/>
            <p:nvPr/>
          </p:nvSpPr>
          <p:spPr>
            <a:xfrm>
              <a:off x="49611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3848;p96">
              <a:extLst>
                <a:ext uri="{FF2B5EF4-FFF2-40B4-BE49-F238E27FC236}">
                  <a16:creationId xmlns:a16="http://schemas.microsoft.com/office/drawing/2014/main" id="{38BF07DC-1337-6E9E-752E-DE6FBAB648F2}"/>
                </a:ext>
              </a:extLst>
            </p:cNvPr>
            <p:cNvSpPr/>
            <p:nvPr/>
          </p:nvSpPr>
          <p:spPr>
            <a:xfrm>
              <a:off x="49611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3849;p96">
              <a:extLst>
                <a:ext uri="{FF2B5EF4-FFF2-40B4-BE49-F238E27FC236}">
                  <a16:creationId xmlns:a16="http://schemas.microsoft.com/office/drawing/2014/main" id="{B0F3BC2B-EA9C-BF9D-92E0-81A5133D8122}"/>
                </a:ext>
              </a:extLst>
            </p:cNvPr>
            <p:cNvSpPr/>
            <p:nvPr/>
          </p:nvSpPr>
          <p:spPr>
            <a:xfrm>
              <a:off x="4884900" y="2637775"/>
              <a:ext cx="62225" cy="53450"/>
            </a:xfrm>
            <a:custGeom>
              <a:avLst/>
              <a:gdLst/>
              <a:ahLst/>
              <a:cxnLst/>
              <a:rect l="l" t="t" r="r" b="b"/>
              <a:pathLst>
                <a:path w="2489" h="2138" extrusionOk="0">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3850;p96">
              <a:extLst>
                <a:ext uri="{FF2B5EF4-FFF2-40B4-BE49-F238E27FC236}">
                  <a16:creationId xmlns:a16="http://schemas.microsoft.com/office/drawing/2014/main" id="{2D83AC96-5AE0-33DF-F96D-5FBDBE2B37F9}"/>
                </a:ext>
              </a:extLst>
            </p:cNvPr>
            <p:cNvSpPr/>
            <p:nvPr/>
          </p:nvSpPr>
          <p:spPr>
            <a:xfrm>
              <a:off x="48849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3851;p96">
              <a:extLst>
                <a:ext uri="{FF2B5EF4-FFF2-40B4-BE49-F238E27FC236}">
                  <a16:creationId xmlns:a16="http://schemas.microsoft.com/office/drawing/2014/main" id="{7820222E-3F3E-5B69-FA39-B966EBE5DFF4}"/>
                </a:ext>
              </a:extLst>
            </p:cNvPr>
            <p:cNvSpPr/>
            <p:nvPr/>
          </p:nvSpPr>
          <p:spPr>
            <a:xfrm>
              <a:off x="48849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3852;p96">
              <a:extLst>
                <a:ext uri="{FF2B5EF4-FFF2-40B4-BE49-F238E27FC236}">
                  <a16:creationId xmlns:a16="http://schemas.microsoft.com/office/drawing/2014/main" id="{3A5FDDDB-02E2-04C8-4412-AA3EBC1143C3}"/>
                </a:ext>
              </a:extLst>
            </p:cNvPr>
            <p:cNvSpPr/>
            <p:nvPr/>
          </p:nvSpPr>
          <p:spPr>
            <a:xfrm>
              <a:off x="488490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3853;p96">
              <a:extLst>
                <a:ext uri="{FF2B5EF4-FFF2-40B4-BE49-F238E27FC236}">
                  <a16:creationId xmlns:a16="http://schemas.microsoft.com/office/drawing/2014/main" id="{9B33E2D7-6C73-3303-ACE1-63708F6AE8D7}"/>
                </a:ext>
              </a:extLst>
            </p:cNvPr>
            <p:cNvSpPr/>
            <p:nvPr/>
          </p:nvSpPr>
          <p:spPr>
            <a:xfrm>
              <a:off x="4808700" y="2637775"/>
              <a:ext cx="62400" cy="53450"/>
            </a:xfrm>
            <a:custGeom>
              <a:avLst/>
              <a:gdLst/>
              <a:ahLst/>
              <a:cxnLst/>
              <a:rect l="l" t="t" r="r" b="b"/>
              <a:pathLst>
                <a:path w="2496"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3854;p96">
              <a:extLst>
                <a:ext uri="{FF2B5EF4-FFF2-40B4-BE49-F238E27FC236}">
                  <a16:creationId xmlns:a16="http://schemas.microsoft.com/office/drawing/2014/main" id="{9047356C-3FC1-C8D5-BA43-EDA176B5EF72}"/>
                </a:ext>
              </a:extLst>
            </p:cNvPr>
            <p:cNvSpPr/>
            <p:nvPr/>
          </p:nvSpPr>
          <p:spPr>
            <a:xfrm>
              <a:off x="4808700" y="2561575"/>
              <a:ext cx="62400" cy="53425"/>
            </a:xfrm>
            <a:custGeom>
              <a:avLst/>
              <a:gdLst/>
              <a:ahLst/>
              <a:cxnLst/>
              <a:rect l="l" t="t" r="r" b="b"/>
              <a:pathLst>
                <a:path w="2496"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3855;p96">
              <a:extLst>
                <a:ext uri="{FF2B5EF4-FFF2-40B4-BE49-F238E27FC236}">
                  <a16:creationId xmlns:a16="http://schemas.microsoft.com/office/drawing/2014/main" id="{ECE3A4D5-521C-5962-F076-2C2B9D1E97FB}"/>
                </a:ext>
              </a:extLst>
            </p:cNvPr>
            <p:cNvSpPr/>
            <p:nvPr/>
          </p:nvSpPr>
          <p:spPr>
            <a:xfrm>
              <a:off x="4808700" y="141897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3856;p96">
              <a:extLst>
                <a:ext uri="{FF2B5EF4-FFF2-40B4-BE49-F238E27FC236}">
                  <a16:creationId xmlns:a16="http://schemas.microsoft.com/office/drawing/2014/main" id="{DE156A06-289F-2084-83F1-771C2014E5BE}"/>
                </a:ext>
              </a:extLst>
            </p:cNvPr>
            <p:cNvSpPr/>
            <p:nvPr/>
          </p:nvSpPr>
          <p:spPr>
            <a:xfrm>
              <a:off x="48087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3857;p96">
              <a:extLst>
                <a:ext uri="{FF2B5EF4-FFF2-40B4-BE49-F238E27FC236}">
                  <a16:creationId xmlns:a16="http://schemas.microsoft.com/office/drawing/2014/main" id="{787C077D-036C-06DC-EBD4-40B36757CEA5}"/>
                </a:ext>
              </a:extLst>
            </p:cNvPr>
            <p:cNvSpPr/>
            <p:nvPr/>
          </p:nvSpPr>
          <p:spPr>
            <a:xfrm>
              <a:off x="4808700" y="11905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3858;p96">
              <a:extLst>
                <a:ext uri="{FF2B5EF4-FFF2-40B4-BE49-F238E27FC236}">
                  <a16:creationId xmlns:a16="http://schemas.microsoft.com/office/drawing/2014/main" id="{7F88218F-CF58-69B9-4471-7B09870DDA3A}"/>
                </a:ext>
              </a:extLst>
            </p:cNvPr>
            <p:cNvSpPr/>
            <p:nvPr/>
          </p:nvSpPr>
          <p:spPr>
            <a:xfrm>
              <a:off x="4808700" y="1038125"/>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3859;p96">
              <a:extLst>
                <a:ext uri="{FF2B5EF4-FFF2-40B4-BE49-F238E27FC236}">
                  <a16:creationId xmlns:a16="http://schemas.microsoft.com/office/drawing/2014/main" id="{9BAA7FEF-ACF1-3317-D623-8A6AB512F905}"/>
                </a:ext>
              </a:extLst>
            </p:cNvPr>
            <p:cNvSpPr/>
            <p:nvPr/>
          </p:nvSpPr>
          <p:spPr>
            <a:xfrm>
              <a:off x="4732475" y="27902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3860;p96">
              <a:extLst>
                <a:ext uri="{FF2B5EF4-FFF2-40B4-BE49-F238E27FC236}">
                  <a16:creationId xmlns:a16="http://schemas.microsoft.com/office/drawing/2014/main" id="{DC8B8073-5621-93AC-CA37-64B588B955B1}"/>
                </a:ext>
              </a:extLst>
            </p:cNvPr>
            <p:cNvSpPr/>
            <p:nvPr/>
          </p:nvSpPr>
          <p:spPr>
            <a:xfrm>
              <a:off x="4732475" y="2714000"/>
              <a:ext cx="62425" cy="53350"/>
            </a:xfrm>
            <a:custGeom>
              <a:avLst/>
              <a:gdLst/>
              <a:ahLst/>
              <a:cxnLst/>
              <a:rect l="l" t="t" r="r" b="b"/>
              <a:pathLst>
                <a:path w="2497" h="2134" extrusionOk="0">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3861;p96">
              <a:extLst>
                <a:ext uri="{FF2B5EF4-FFF2-40B4-BE49-F238E27FC236}">
                  <a16:creationId xmlns:a16="http://schemas.microsoft.com/office/drawing/2014/main" id="{5F1F524C-2899-E6E3-78FB-319DDFF8BAB6}"/>
                </a:ext>
              </a:extLst>
            </p:cNvPr>
            <p:cNvSpPr/>
            <p:nvPr/>
          </p:nvSpPr>
          <p:spPr>
            <a:xfrm>
              <a:off x="4732475" y="2561575"/>
              <a:ext cx="62425" cy="53425"/>
            </a:xfrm>
            <a:custGeom>
              <a:avLst/>
              <a:gdLst/>
              <a:ahLst/>
              <a:cxnLst/>
              <a:rect l="l" t="t" r="r" b="b"/>
              <a:pathLst>
                <a:path w="2497" h="2137" extrusionOk="0">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3862;p96">
              <a:extLst>
                <a:ext uri="{FF2B5EF4-FFF2-40B4-BE49-F238E27FC236}">
                  <a16:creationId xmlns:a16="http://schemas.microsoft.com/office/drawing/2014/main" id="{D532FCD7-E50B-5E8B-E7C3-C01569C95321}"/>
                </a:ext>
              </a:extLst>
            </p:cNvPr>
            <p:cNvSpPr/>
            <p:nvPr/>
          </p:nvSpPr>
          <p:spPr>
            <a:xfrm>
              <a:off x="473247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3863;p96">
              <a:extLst>
                <a:ext uri="{FF2B5EF4-FFF2-40B4-BE49-F238E27FC236}">
                  <a16:creationId xmlns:a16="http://schemas.microsoft.com/office/drawing/2014/main" id="{4DC93D92-86C1-2E1D-9DE9-9E4939F4F46D}"/>
                </a:ext>
              </a:extLst>
            </p:cNvPr>
            <p:cNvSpPr/>
            <p:nvPr/>
          </p:nvSpPr>
          <p:spPr>
            <a:xfrm>
              <a:off x="4732475" y="11905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3864;p96">
              <a:extLst>
                <a:ext uri="{FF2B5EF4-FFF2-40B4-BE49-F238E27FC236}">
                  <a16:creationId xmlns:a16="http://schemas.microsoft.com/office/drawing/2014/main" id="{EE39C35A-7634-BD03-C93D-C2F83B1C38A0}"/>
                </a:ext>
              </a:extLst>
            </p:cNvPr>
            <p:cNvSpPr/>
            <p:nvPr/>
          </p:nvSpPr>
          <p:spPr>
            <a:xfrm>
              <a:off x="4656475" y="2866425"/>
              <a:ext cx="62200" cy="53275"/>
            </a:xfrm>
            <a:custGeom>
              <a:avLst/>
              <a:gdLst/>
              <a:ahLst/>
              <a:cxnLst/>
              <a:rect l="l" t="t" r="r" b="b"/>
              <a:pathLst>
                <a:path w="2488" h="2131" extrusionOk="0">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3865;p96">
              <a:extLst>
                <a:ext uri="{FF2B5EF4-FFF2-40B4-BE49-F238E27FC236}">
                  <a16:creationId xmlns:a16="http://schemas.microsoft.com/office/drawing/2014/main" id="{026A46AB-7FBC-0240-D884-734A77A9CFFB}"/>
                </a:ext>
              </a:extLst>
            </p:cNvPr>
            <p:cNvSpPr/>
            <p:nvPr/>
          </p:nvSpPr>
          <p:spPr>
            <a:xfrm>
              <a:off x="4656475" y="27902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3866;p96">
              <a:extLst>
                <a:ext uri="{FF2B5EF4-FFF2-40B4-BE49-F238E27FC236}">
                  <a16:creationId xmlns:a16="http://schemas.microsoft.com/office/drawing/2014/main" id="{9F65C0A9-5D5F-7E16-CA7B-D2A9D2E896CD}"/>
                </a:ext>
              </a:extLst>
            </p:cNvPr>
            <p:cNvSpPr/>
            <p:nvPr/>
          </p:nvSpPr>
          <p:spPr>
            <a:xfrm>
              <a:off x="4656475" y="271400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3867;p96">
              <a:extLst>
                <a:ext uri="{FF2B5EF4-FFF2-40B4-BE49-F238E27FC236}">
                  <a16:creationId xmlns:a16="http://schemas.microsoft.com/office/drawing/2014/main" id="{71B70D9A-609C-94C9-7127-404EE25080EF}"/>
                </a:ext>
              </a:extLst>
            </p:cNvPr>
            <p:cNvSpPr/>
            <p:nvPr/>
          </p:nvSpPr>
          <p:spPr>
            <a:xfrm>
              <a:off x="4656475" y="2485550"/>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3868;p96">
              <a:extLst>
                <a:ext uri="{FF2B5EF4-FFF2-40B4-BE49-F238E27FC236}">
                  <a16:creationId xmlns:a16="http://schemas.microsoft.com/office/drawing/2014/main" id="{CA34E1FC-CD78-AE11-CC5F-3FCD26161AB2}"/>
                </a:ext>
              </a:extLst>
            </p:cNvPr>
            <p:cNvSpPr/>
            <p:nvPr/>
          </p:nvSpPr>
          <p:spPr>
            <a:xfrm>
              <a:off x="465647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3869;p96">
              <a:extLst>
                <a:ext uri="{FF2B5EF4-FFF2-40B4-BE49-F238E27FC236}">
                  <a16:creationId xmlns:a16="http://schemas.microsoft.com/office/drawing/2014/main" id="{8A368839-84C5-4010-B38C-01A8D49E845D}"/>
                </a:ext>
              </a:extLst>
            </p:cNvPr>
            <p:cNvSpPr/>
            <p:nvPr/>
          </p:nvSpPr>
          <p:spPr>
            <a:xfrm>
              <a:off x="465647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3870;p96">
              <a:extLst>
                <a:ext uri="{FF2B5EF4-FFF2-40B4-BE49-F238E27FC236}">
                  <a16:creationId xmlns:a16="http://schemas.microsoft.com/office/drawing/2014/main" id="{21FE2FED-7ADA-E9EE-BC32-E125888482DF}"/>
                </a:ext>
              </a:extLst>
            </p:cNvPr>
            <p:cNvSpPr/>
            <p:nvPr/>
          </p:nvSpPr>
          <p:spPr>
            <a:xfrm>
              <a:off x="46564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3871;p96">
              <a:extLst>
                <a:ext uri="{FF2B5EF4-FFF2-40B4-BE49-F238E27FC236}">
                  <a16:creationId xmlns:a16="http://schemas.microsoft.com/office/drawing/2014/main" id="{3CB2B1EC-F887-94EA-7055-EF8AF1F60269}"/>
                </a:ext>
              </a:extLst>
            </p:cNvPr>
            <p:cNvSpPr/>
            <p:nvPr/>
          </p:nvSpPr>
          <p:spPr>
            <a:xfrm>
              <a:off x="4656475" y="1038125"/>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3872;p96">
              <a:extLst>
                <a:ext uri="{FF2B5EF4-FFF2-40B4-BE49-F238E27FC236}">
                  <a16:creationId xmlns:a16="http://schemas.microsoft.com/office/drawing/2014/main" id="{7866849D-0FB3-9DD0-04C7-C55668561DA7}"/>
                </a:ext>
              </a:extLst>
            </p:cNvPr>
            <p:cNvSpPr/>
            <p:nvPr/>
          </p:nvSpPr>
          <p:spPr>
            <a:xfrm>
              <a:off x="4580250" y="29424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3873;p96">
              <a:extLst>
                <a:ext uri="{FF2B5EF4-FFF2-40B4-BE49-F238E27FC236}">
                  <a16:creationId xmlns:a16="http://schemas.microsoft.com/office/drawing/2014/main" id="{539F6BE7-D9DC-6972-ED48-348D9907CA84}"/>
                </a:ext>
              </a:extLst>
            </p:cNvPr>
            <p:cNvSpPr/>
            <p:nvPr/>
          </p:nvSpPr>
          <p:spPr>
            <a:xfrm>
              <a:off x="458025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3874;p96">
              <a:extLst>
                <a:ext uri="{FF2B5EF4-FFF2-40B4-BE49-F238E27FC236}">
                  <a16:creationId xmlns:a16="http://schemas.microsoft.com/office/drawing/2014/main" id="{87741050-C208-F21A-0102-948177DE5776}"/>
                </a:ext>
              </a:extLst>
            </p:cNvPr>
            <p:cNvSpPr/>
            <p:nvPr/>
          </p:nvSpPr>
          <p:spPr>
            <a:xfrm>
              <a:off x="458025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3875;p96">
              <a:extLst>
                <a:ext uri="{FF2B5EF4-FFF2-40B4-BE49-F238E27FC236}">
                  <a16:creationId xmlns:a16="http://schemas.microsoft.com/office/drawing/2014/main" id="{3A69CDA2-7909-2918-CA04-E68D69E4595B}"/>
                </a:ext>
              </a:extLst>
            </p:cNvPr>
            <p:cNvSpPr/>
            <p:nvPr/>
          </p:nvSpPr>
          <p:spPr>
            <a:xfrm>
              <a:off x="4580250"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3876;p96">
              <a:extLst>
                <a:ext uri="{FF2B5EF4-FFF2-40B4-BE49-F238E27FC236}">
                  <a16:creationId xmlns:a16="http://schemas.microsoft.com/office/drawing/2014/main" id="{067B9777-F11B-7DE4-0464-FC824C4577EF}"/>
                </a:ext>
              </a:extLst>
            </p:cNvPr>
            <p:cNvSpPr/>
            <p:nvPr/>
          </p:nvSpPr>
          <p:spPr>
            <a:xfrm>
              <a:off x="458025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3877;p96">
              <a:extLst>
                <a:ext uri="{FF2B5EF4-FFF2-40B4-BE49-F238E27FC236}">
                  <a16:creationId xmlns:a16="http://schemas.microsoft.com/office/drawing/2014/main" id="{9A8C81A3-23B4-B677-081E-C6DC5A7DC2EC}"/>
                </a:ext>
              </a:extLst>
            </p:cNvPr>
            <p:cNvSpPr/>
            <p:nvPr/>
          </p:nvSpPr>
          <p:spPr>
            <a:xfrm>
              <a:off x="45802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3878;p96">
              <a:extLst>
                <a:ext uri="{FF2B5EF4-FFF2-40B4-BE49-F238E27FC236}">
                  <a16:creationId xmlns:a16="http://schemas.microsoft.com/office/drawing/2014/main" id="{828B5D2D-2947-71FE-4977-368A0A0A057E}"/>
                </a:ext>
              </a:extLst>
            </p:cNvPr>
            <p:cNvSpPr/>
            <p:nvPr/>
          </p:nvSpPr>
          <p:spPr>
            <a:xfrm>
              <a:off x="45802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3879;p96">
              <a:extLst>
                <a:ext uri="{FF2B5EF4-FFF2-40B4-BE49-F238E27FC236}">
                  <a16:creationId xmlns:a16="http://schemas.microsoft.com/office/drawing/2014/main" id="{A2DDECCC-073B-7AF2-1207-F1D3B571241A}"/>
                </a:ext>
              </a:extLst>
            </p:cNvPr>
            <p:cNvSpPr/>
            <p:nvPr/>
          </p:nvSpPr>
          <p:spPr>
            <a:xfrm>
              <a:off x="45802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3880;p96">
              <a:extLst>
                <a:ext uri="{FF2B5EF4-FFF2-40B4-BE49-F238E27FC236}">
                  <a16:creationId xmlns:a16="http://schemas.microsoft.com/office/drawing/2014/main" id="{C233CD80-5017-0933-7293-1E8083195269}"/>
                </a:ext>
              </a:extLst>
            </p:cNvPr>
            <p:cNvSpPr/>
            <p:nvPr/>
          </p:nvSpPr>
          <p:spPr>
            <a:xfrm>
              <a:off x="450405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3881;p96">
              <a:extLst>
                <a:ext uri="{FF2B5EF4-FFF2-40B4-BE49-F238E27FC236}">
                  <a16:creationId xmlns:a16="http://schemas.microsoft.com/office/drawing/2014/main" id="{4FB84A23-5F51-0C09-4E72-F71C2A82A6FB}"/>
                </a:ext>
              </a:extLst>
            </p:cNvPr>
            <p:cNvSpPr/>
            <p:nvPr/>
          </p:nvSpPr>
          <p:spPr>
            <a:xfrm>
              <a:off x="4504050"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3882;p96">
              <a:extLst>
                <a:ext uri="{FF2B5EF4-FFF2-40B4-BE49-F238E27FC236}">
                  <a16:creationId xmlns:a16="http://schemas.microsoft.com/office/drawing/2014/main" id="{D37C6367-7F1B-8635-FEB8-5D7E2159B11F}"/>
                </a:ext>
              </a:extLst>
            </p:cNvPr>
            <p:cNvSpPr/>
            <p:nvPr/>
          </p:nvSpPr>
          <p:spPr>
            <a:xfrm>
              <a:off x="45040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3883;p96">
              <a:extLst>
                <a:ext uri="{FF2B5EF4-FFF2-40B4-BE49-F238E27FC236}">
                  <a16:creationId xmlns:a16="http://schemas.microsoft.com/office/drawing/2014/main" id="{F1747898-E4F2-4A57-BDC0-58DD7EA3898F}"/>
                </a:ext>
              </a:extLst>
            </p:cNvPr>
            <p:cNvSpPr/>
            <p:nvPr/>
          </p:nvSpPr>
          <p:spPr>
            <a:xfrm>
              <a:off x="450405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3884;p96">
              <a:extLst>
                <a:ext uri="{FF2B5EF4-FFF2-40B4-BE49-F238E27FC236}">
                  <a16:creationId xmlns:a16="http://schemas.microsoft.com/office/drawing/2014/main" id="{66A49015-6053-F27E-DB71-7A760E942D5F}"/>
                </a:ext>
              </a:extLst>
            </p:cNvPr>
            <p:cNvSpPr/>
            <p:nvPr/>
          </p:nvSpPr>
          <p:spPr>
            <a:xfrm>
              <a:off x="45040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3885;p96">
              <a:extLst>
                <a:ext uri="{FF2B5EF4-FFF2-40B4-BE49-F238E27FC236}">
                  <a16:creationId xmlns:a16="http://schemas.microsoft.com/office/drawing/2014/main" id="{A947DFC5-C777-7450-4DA5-E9F1B2AE99C8}"/>
                </a:ext>
              </a:extLst>
            </p:cNvPr>
            <p:cNvSpPr/>
            <p:nvPr/>
          </p:nvSpPr>
          <p:spPr>
            <a:xfrm>
              <a:off x="45040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3886;p96">
              <a:extLst>
                <a:ext uri="{FF2B5EF4-FFF2-40B4-BE49-F238E27FC236}">
                  <a16:creationId xmlns:a16="http://schemas.microsoft.com/office/drawing/2014/main" id="{6C4480C2-EC4D-24DE-00CA-80351EBF6D88}"/>
                </a:ext>
              </a:extLst>
            </p:cNvPr>
            <p:cNvSpPr/>
            <p:nvPr/>
          </p:nvSpPr>
          <p:spPr>
            <a:xfrm>
              <a:off x="4427825" y="2942425"/>
              <a:ext cx="62425" cy="53450"/>
            </a:xfrm>
            <a:custGeom>
              <a:avLst/>
              <a:gdLst/>
              <a:ahLst/>
              <a:cxnLst/>
              <a:rect l="l" t="t" r="r" b="b"/>
              <a:pathLst>
                <a:path w="2497" h="2138" extrusionOk="0">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3887;p96">
              <a:extLst>
                <a:ext uri="{FF2B5EF4-FFF2-40B4-BE49-F238E27FC236}">
                  <a16:creationId xmlns:a16="http://schemas.microsoft.com/office/drawing/2014/main" id="{18A671D5-7CE1-1BD5-8E77-3210510A4040}"/>
                </a:ext>
              </a:extLst>
            </p:cNvPr>
            <p:cNvSpPr/>
            <p:nvPr/>
          </p:nvSpPr>
          <p:spPr>
            <a:xfrm>
              <a:off x="4427825" y="2866425"/>
              <a:ext cx="62425" cy="53275"/>
            </a:xfrm>
            <a:custGeom>
              <a:avLst/>
              <a:gdLst/>
              <a:ahLst/>
              <a:cxnLst/>
              <a:rect l="l" t="t" r="r" b="b"/>
              <a:pathLst>
                <a:path w="2497" h="2131" extrusionOk="0">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3888;p96">
              <a:extLst>
                <a:ext uri="{FF2B5EF4-FFF2-40B4-BE49-F238E27FC236}">
                  <a16:creationId xmlns:a16="http://schemas.microsoft.com/office/drawing/2014/main" id="{0E091CC0-AC28-8DE4-45D3-20A1D4EE76DA}"/>
                </a:ext>
              </a:extLst>
            </p:cNvPr>
            <p:cNvSpPr/>
            <p:nvPr/>
          </p:nvSpPr>
          <p:spPr>
            <a:xfrm>
              <a:off x="4427825" y="2790200"/>
              <a:ext cx="62425" cy="53350"/>
            </a:xfrm>
            <a:custGeom>
              <a:avLst/>
              <a:gdLst/>
              <a:ahLst/>
              <a:cxnLst/>
              <a:rect l="l" t="t" r="r" b="b"/>
              <a:pathLst>
                <a:path w="2497" h="2134" extrusionOk="0">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3889;p96">
              <a:extLst>
                <a:ext uri="{FF2B5EF4-FFF2-40B4-BE49-F238E27FC236}">
                  <a16:creationId xmlns:a16="http://schemas.microsoft.com/office/drawing/2014/main" id="{9674CE95-E5E4-57B1-BA05-59186DF7DA93}"/>
                </a:ext>
              </a:extLst>
            </p:cNvPr>
            <p:cNvSpPr/>
            <p:nvPr/>
          </p:nvSpPr>
          <p:spPr>
            <a:xfrm>
              <a:off x="4427825" y="2561575"/>
              <a:ext cx="62425" cy="53425"/>
            </a:xfrm>
            <a:custGeom>
              <a:avLst/>
              <a:gdLst/>
              <a:ahLst/>
              <a:cxnLst/>
              <a:rect l="l" t="t" r="r" b="b"/>
              <a:pathLst>
                <a:path w="2497" h="2137" extrusionOk="0">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3890;p96">
              <a:extLst>
                <a:ext uri="{FF2B5EF4-FFF2-40B4-BE49-F238E27FC236}">
                  <a16:creationId xmlns:a16="http://schemas.microsoft.com/office/drawing/2014/main" id="{39442F6B-11F6-588B-47E6-4BB8EA42DCB4}"/>
                </a:ext>
              </a:extLst>
            </p:cNvPr>
            <p:cNvSpPr/>
            <p:nvPr/>
          </p:nvSpPr>
          <p:spPr>
            <a:xfrm>
              <a:off x="4427825" y="2485550"/>
              <a:ext cx="62425" cy="53300"/>
            </a:xfrm>
            <a:custGeom>
              <a:avLst/>
              <a:gdLst/>
              <a:ahLst/>
              <a:cxnLst/>
              <a:rect l="l" t="t" r="r" b="b"/>
              <a:pathLst>
                <a:path w="2497" h="2132" extrusionOk="0">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3891;p96">
              <a:extLst>
                <a:ext uri="{FF2B5EF4-FFF2-40B4-BE49-F238E27FC236}">
                  <a16:creationId xmlns:a16="http://schemas.microsoft.com/office/drawing/2014/main" id="{1DB40972-F7C9-841F-CF2B-CC51FD37DF90}"/>
                </a:ext>
              </a:extLst>
            </p:cNvPr>
            <p:cNvSpPr/>
            <p:nvPr/>
          </p:nvSpPr>
          <p:spPr>
            <a:xfrm>
              <a:off x="4427825" y="2409350"/>
              <a:ext cx="62425" cy="53350"/>
            </a:xfrm>
            <a:custGeom>
              <a:avLst/>
              <a:gdLst/>
              <a:ahLst/>
              <a:cxnLst/>
              <a:rect l="l" t="t" r="r" b="b"/>
              <a:pathLst>
                <a:path w="2497" h="2134"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3892;p96">
              <a:extLst>
                <a:ext uri="{FF2B5EF4-FFF2-40B4-BE49-F238E27FC236}">
                  <a16:creationId xmlns:a16="http://schemas.microsoft.com/office/drawing/2014/main" id="{F5425A72-076F-B97E-DDF3-B4FC35DFE1A5}"/>
                </a:ext>
              </a:extLst>
            </p:cNvPr>
            <p:cNvSpPr/>
            <p:nvPr/>
          </p:nvSpPr>
          <p:spPr>
            <a:xfrm>
              <a:off x="435160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3893;p96">
              <a:extLst>
                <a:ext uri="{FF2B5EF4-FFF2-40B4-BE49-F238E27FC236}">
                  <a16:creationId xmlns:a16="http://schemas.microsoft.com/office/drawing/2014/main" id="{7B20E684-4ED7-C9DB-A7CB-D8199C807DEC}"/>
                </a:ext>
              </a:extLst>
            </p:cNvPr>
            <p:cNvSpPr/>
            <p:nvPr/>
          </p:nvSpPr>
          <p:spPr>
            <a:xfrm>
              <a:off x="435160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3894;p96">
              <a:extLst>
                <a:ext uri="{FF2B5EF4-FFF2-40B4-BE49-F238E27FC236}">
                  <a16:creationId xmlns:a16="http://schemas.microsoft.com/office/drawing/2014/main" id="{DE33938C-35D1-DB65-E324-1E07D0A83CFA}"/>
                </a:ext>
              </a:extLst>
            </p:cNvPr>
            <p:cNvSpPr/>
            <p:nvPr/>
          </p:nvSpPr>
          <p:spPr>
            <a:xfrm>
              <a:off x="4351600" y="2637775"/>
              <a:ext cx="62425" cy="53450"/>
            </a:xfrm>
            <a:custGeom>
              <a:avLst/>
              <a:gdLst/>
              <a:ahLst/>
              <a:cxnLst/>
              <a:rect l="l" t="t" r="r" b="b"/>
              <a:pathLst>
                <a:path w="2497" h="2138" extrusionOk="0">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3895;p96">
              <a:extLst>
                <a:ext uri="{FF2B5EF4-FFF2-40B4-BE49-F238E27FC236}">
                  <a16:creationId xmlns:a16="http://schemas.microsoft.com/office/drawing/2014/main" id="{14A0EE43-4EAE-BFC0-FA40-19CB1B54CA32}"/>
                </a:ext>
              </a:extLst>
            </p:cNvPr>
            <p:cNvSpPr/>
            <p:nvPr/>
          </p:nvSpPr>
          <p:spPr>
            <a:xfrm>
              <a:off x="4351600" y="2561575"/>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3896;p96">
              <a:extLst>
                <a:ext uri="{FF2B5EF4-FFF2-40B4-BE49-F238E27FC236}">
                  <a16:creationId xmlns:a16="http://schemas.microsoft.com/office/drawing/2014/main" id="{4075BCB2-8581-5B56-56BB-1EDB123E297D}"/>
                </a:ext>
              </a:extLst>
            </p:cNvPr>
            <p:cNvSpPr/>
            <p:nvPr/>
          </p:nvSpPr>
          <p:spPr>
            <a:xfrm>
              <a:off x="4275600" y="26377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3897;p96">
              <a:extLst>
                <a:ext uri="{FF2B5EF4-FFF2-40B4-BE49-F238E27FC236}">
                  <a16:creationId xmlns:a16="http://schemas.microsoft.com/office/drawing/2014/main" id="{54699C3A-9B10-E0C6-A738-865031A52800}"/>
                </a:ext>
              </a:extLst>
            </p:cNvPr>
            <p:cNvSpPr/>
            <p:nvPr/>
          </p:nvSpPr>
          <p:spPr>
            <a:xfrm>
              <a:off x="42756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3898;p96">
              <a:extLst>
                <a:ext uri="{FF2B5EF4-FFF2-40B4-BE49-F238E27FC236}">
                  <a16:creationId xmlns:a16="http://schemas.microsoft.com/office/drawing/2014/main" id="{3034FAA0-BD5C-0A6D-780A-AA1CE9528899}"/>
                </a:ext>
              </a:extLst>
            </p:cNvPr>
            <p:cNvSpPr/>
            <p:nvPr/>
          </p:nvSpPr>
          <p:spPr>
            <a:xfrm>
              <a:off x="427560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3899;p96">
              <a:extLst>
                <a:ext uri="{FF2B5EF4-FFF2-40B4-BE49-F238E27FC236}">
                  <a16:creationId xmlns:a16="http://schemas.microsoft.com/office/drawing/2014/main" id="{749948F8-17A0-014F-2F4E-73B19B4A080C}"/>
                </a:ext>
              </a:extLst>
            </p:cNvPr>
            <p:cNvSpPr/>
            <p:nvPr/>
          </p:nvSpPr>
          <p:spPr>
            <a:xfrm>
              <a:off x="42756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3900;p96">
              <a:extLst>
                <a:ext uri="{FF2B5EF4-FFF2-40B4-BE49-F238E27FC236}">
                  <a16:creationId xmlns:a16="http://schemas.microsoft.com/office/drawing/2014/main" id="{96BD67B9-64DF-15D1-348A-D4B897272068}"/>
                </a:ext>
              </a:extLst>
            </p:cNvPr>
            <p:cNvSpPr/>
            <p:nvPr/>
          </p:nvSpPr>
          <p:spPr>
            <a:xfrm>
              <a:off x="42756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3901;p96">
              <a:extLst>
                <a:ext uri="{FF2B5EF4-FFF2-40B4-BE49-F238E27FC236}">
                  <a16:creationId xmlns:a16="http://schemas.microsoft.com/office/drawing/2014/main" id="{17A69A95-E83E-3C28-9400-1E2820B2A8C8}"/>
                </a:ext>
              </a:extLst>
            </p:cNvPr>
            <p:cNvSpPr/>
            <p:nvPr/>
          </p:nvSpPr>
          <p:spPr>
            <a:xfrm>
              <a:off x="4275600" y="2256925"/>
              <a:ext cx="62350" cy="53425"/>
            </a:xfrm>
            <a:custGeom>
              <a:avLst/>
              <a:gdLst/>
              <a:ahLst/>
              <a:cxnLst/>
              <a:rect l="l" t="t" r="r" b="b"/>
              <a:pathLst>
                <a:path w="2494" h="2137" extrusionOk="0">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3902;p96">
              <a:extLst>
                <a:ext uri="{FF2B5EF4-FFF2-40B4-BE49-F238E27FC236}">
                  <a16:creationId xmlns:a16="http://schemas.microsoft.com/office/drawing/2014/main" id="{EF9ADC5D-480B-AF5E-69AB-DAE5311C2009}"/>
                </a:ext>
              </a:extLst>
            </p:cNvPr>
            <p:cNvSpPr/>
            <p:nvPr/>
          </p:nvSpPr>
          <p:spPr>
            <a:xfrm>
              <a:off x="419940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3903;p96">
              <a:extLst>
                <a:ext uri="{FF2B5EF4-FFF2-40B4-BE49-F238E27FC236}">
                  <a16:creationId xmlns:a16="http://schemas.microsoft.com/office/drawing/2014/main" id="{098A84D2-13DC-43DB-3C9A-39DD70B0C8A0}"/>
                </a:ext>
              </a:extLst>
            </p:cNvPr>
            <p:cNvSpPr/>
            <p:nvPr/>
          </p:nvSpPr>
          <p:spPr>
            <a:xfrm>
              <a:off x="41994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3904;p96">
              <a:extLst>
                <a:ext uri="{FF2B5EF4-FFF2-40B4-BE49-F238E27FC236}">
                  <a16:creationId xmlns:a16="http://schemas.microsoft.com/office/drawing/2014/main" id="{DFFBEF1E-422F-55A4-CF0E-CA1FD38D6A5C}"/>
                </a:ext>
              </a:extLst>
            </p:cNvPr>
            <p:cNvSpPr/>
            <p:nvPr/>
          </p:nvSpPr>
          <p:spPr>
            <a:xfrm>
              <a:off x="419940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3905;p96">
              <a:extLst>
                <a:ext uri="{FF2B5EF4-FFF2-40B4-BE49-F238E27FC236}">
                  <a16:creationId xmlns:a16="http://schemas.microsoft.com/office/drawing/2014/main" id="{B2AD743F-A605-D0EB-85A8-9AFF56849E4F}"/>
                </a:ext>
              </a:extLst>
            </p:cNvPr>
            <p:cNvSpPr/>
            <p:nvPr/>
          </p:nvSpPr>
          <p:spPr>
            <a:xfrm>
              <a:off x="4123175" y="23331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3906;p96">
              <a:extLst>
                <a:ext uri="{FF2B5EF4-FFF2-40B4-BE49-F238E27FC236}">
                  <a16:creationId xmlns:a16="http://schemas.microsoft.com/office/drawing/2014/main" id="{E8D8A17E-C4B5-06B2-72F7-DD1574FE1130}"/>
                </a:ext>
              </a:extLst>
            </p:cNvPr>
            <p:cNvSpPr/>
            <p:nvPr/>
          </p:nvSpPr>
          <p:spPr>
            <a:xfrm>
              <a:off x="4123175" y="2256925"/>
              <a:ext cx="62350" cy="53425"/>
            </a:xfrm>
            <a:custGeom>
              <a:avLst/>
              <a:gdLst/>
              <a:ahLst/>
              <a:cxnLst/>
              <a:rect l="l" t="t" r="r" b="b"/>
              <a:pathLst>
                <a:path w="2494" h="2137" extrusionOk="0">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3"/>
        <p:cNvGrpSpPr/>
        <p:nvPr/>
      </p:nvGrpSpPr>
      <p:grpSpPr>
        <a:xfrm>
          <a:off x="0" y="0"/>
          <a:ext cx="0" cy="0"/>
          <a:chOff x="0" y="0"/>
          <a:chExt cx="0" cy="0"/>
        </a:xfrm>
      </p:grpSpPr>
      <p:sp>
        <p:nvSpPr>
          <p:cNvPr id="1314" name="Google Shape;1314;p87"/>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 You</a:t>
            </a:r>
            <a:endParaRPr dirty="0"/>
          </a:p>
        </p:txBody>
      </p:sp>
      <p:sp>
        <p:nvSpPr>
          <p:cNvPr id="1315" name="Google Shape;1315;p87"/>
          <p:cNvSpPr txBox="1">
            <a:spLocks noGrp="1"/>
          </p:cNvSpPr>
          <p:nvPr>
            <p:ph type="subTitle" idx="1"/>
          </p:nvPr>
        </p:nvSpPr>
        <p:spPr>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dirty="0"/>
              <a:t>Do you have any questions?</a:t>
            </a:r>
            <a:endParaRPr dirty="0"/>
          </a:p>
          <a:p>
            <a:pPr marL="0" lvl="0" indent="0" algn="ctr" rtl="0">
              <a:spcBef>
                <a:spcPts val="1000"/>
              </a:spcBef>
              <a:spcAft>
                <a:spcPts val="0"/>
              </a:spcAft>
              <a:buClr>
                <a:schemeClr val="dk1"/>
              </a:buClr>
              <a:buSzPts val="1100"/>
              <a:buFont typeface="Arial"/>
              <a:buNone/>
            </a:pPr>
            <a:r>
              <a:rPr lang="en" dirty="0"/>
              <a:t>genesissteliga@gmail.com </a:t>
            </a:r>
            <a:endParaRPr dirty="0"/>
          </a:p>
        </p:txBody>
      </p:sp>
      <p:pic>
        <p:nvPicPr>
          <p:cNvPr id="1329" name="Google Shape;1329;p87"/>
          <p:cNvPicPr preferRelativeResize="0">
            <a:picLocks noGrp="1"/>
          </p:cNvPicPr>
          <p:nvPr>
            <p:ph type="pic" idx="2"/>
          </p:nvPr>
        </p:nvPicPr>
        <p:blipFill rotWithShape="1">
          <a:blip r:embed="rId3">
            <a:alphaModFix/>
          </a:blip>
          <a:srcRect l="9920" r="9920"/>
          <a:stretch/>
        </p:blipFill>
        <p:spPr>
          <a:prstGeom prst="parallelogram">
            <a:avLst>
              <a:gd name="adj" fmla="val 25000"/>
            </a:avLst>
          </a:prstGeom>
        </p:spPr>
      </p:pic>
      <p:sp>
        <p:nvSpPr>
          <p:cNvPr id="1316" name="Google Shape;1316;p87"/>
          <p:cNvSpPr txBox="1"/>
          <p:nvPr/>
        </p:nvSpPr>
        <p:spPr>
          <a:xfrm>
            <a:off x="812775" y="4112291"/>
            <a:ext cx="3661200" cy="3123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a:solidFill>
                  <a:schemeClr val="dk1"/>
                </a:solidFill>
                <a:latin typeface="DM Sans"/>
                <a:ea typeface="DM Sans"/>
                <a:cs typeface="DM Sans"/>
                <a:sym typeface="DM Sans"/>
              </a:rPr>
              <a:t>Please keep this slide for attribution</a:t>
            </a:r>
            <a:endParaRPr sz="1200">
              <a:solidFill>
                <a:schemeClr val="dk1"/>
              </a:solidFill>
              <a:latin typeface="DM Sans"/>
              <a:ea typeface="DM Sans"/>
              <a:cs typeface="DM Sans"/>
              <a:sym typeface="DM Sans"/>
            </a:endParaRPr>
          </a:p>
        </p:txBody>
      </p:sp>
      <p:grpSp>
        <p:nvGrpSpPr>
          <p:cNvPr id="1317" name="Google Shape;1317;p87"/>
          <p:cNvGrpSpPr/>
          <p:nvPr/>
        </p:nvGrpSpPr>
        <p:grpSpPr>
          <a:xfrm>
            <a:off x="1535405" y="2821944"/>
            <a:ext cx="512266" cy="512239"/>
            <a:chOff x="266768" y="1721375"/>
            <a:chExt cx="397907" cy="397887"/>
          </a:xfrm>
        </p:grpSpPr>
        <p:sp>
          <p:nvSpPr>
            <p:cNvPr id="1318" name="Google Shape;1318;p87"/>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87"/>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0" name="Google Shape;1320;p87"/>
          <p:cNvGrpSpPr/>
          <p:nvPr/>
        </p:nvGrpSpPr>
        <p:grpSpPr>
          <a:xfrm>
            <a:off x="3239123" y="2821630"/>
            <a:ext cx="512239" cy="512239"/>
            <a:chOff x="1379798" y="1723250"/>
            <a:chExt cx="397887" cy="397887"/>
          </a:xfrm>
        </p:grpSpPr>
        <p:sp>
          <p:nvSpPr>
            <p:cNvPr id="1321" name="Google Shape;1321;p87"/>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87"/>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87"/>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87"/>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5" name="Google Shape;1325;p87"/>
          <p:cNvGrpSpPr/>
          <p:nvPr/>
        </p:nvGrpSpPr>
        <p:grpSpPr>
          <a:xfrm>
            <a:off x="2385029" y="2821630"/>
            <a:ext cx="512212" cy="512239"/>
            <a:chOff x="864491" y="1723250"/>
            <a:chExt cx="397866" cy="397887"/>
          </a:xfrm>
        </p:grpSpPr>
        <p:sp>
          <p:nvSpPr>
            <p:cNvPr id="1326" name="Google Shape;1326;p87"/>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87"/>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87"/>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0" name="Google Shape;1330;p87"/>
          <p:cNvSpPr/>
          <p:nvPr/>
        </p:nvSpPr>
        <p:spPr>
          <a:xfrm flipH="1">
            <a:off x="-33789" y="-58626"/>
            <a:ext cx="9297685" cy="598895"/>
          </a:xfrm>
          <a:custGeom>
            <a:avLst/>
            <a:gdLst/>
            <a:ahLst/>
            <a:cxnLst/>
            <a:rect l="l" t="t" r="r" b="b"/>
            <a:pathLst>
              <a:path w="58499" h="3768" fill="none" extrusionOk="0">
                <a:moveTo>
                  <a:pt x="58499" y="2472"/>
                </a:moveTo>
                <a:lnTo>
                  <a:pt x="44663" y="2472"/>
                </a:lnTo>
                <a:lnTo>
                  <a:pt x="42191" y="0"/>
                </a:lnTo>
                <a:lnTo>
                  <a:pt x="27753" y="0"/>
                </a:lnTo>
                <a:lnTo>
                  <a:pt x="23986" y="3768"/>
                </a:lnTo>
                <a:lnTo>
                  <a:pt x="0" y="3768"/>
                </a:lnTo>
              </a:path>
            </a:pathLst>
          </a:custGeom>
          <a:noFill/>
          <a:ln w="9525" cap="flat" cmpd="sng">
            <a:solidFill>
              <a:schemeClr val="lt2"/>
            </a:solidFill>
            <a:prstDash val="solid"/>
            <a:miter lim="409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87"/>
          <p:cNvSpPr/>
          <p:nvPr/>
        </p:nvSpPr>
        <p:spPr>
          <a:xfrm rot="10800000" flipH="1">
            <a:off x="-232900" y="4610587"/>
            <a:ext cx="9763125" cy="304800"/>
          </a:xfrm>
          <a:custGeom>
            <a:avLst/>
            <a:gdLst/>
            <a:ahLst/>
            <a:cxnLst/>
            <a:rect l="l" t="t" r="r" b="b"/>
            <a:pathLst>
              <a:path w="390525" h="12192" extrusionOk="0">
                <a:moveTo>
                  <a:pt x="0" y="12192"/>
                </a:moveTo>
                <a:lnTo>
                  <a:pt x="164973" y="12192"/>
                </a:lnTo>
                <a:lnTo>
                  <a:pt x="176022" y="0"/>
                </a:lnTo>
                <a:lnTo>
                  <a:pt x="390525" y="0"/>
                </a:lnTo>
              </a:path>
            </a:pathLst>
          </a:custGeom>
          <a:noFill/>
          <a:ln w="9525" cap="flat" cmpd="sng">
            <a:solidFill>
              <a:schemeClr val="lt2"/>
            </a:solidFill>
            <a:prstDash val="solid"/>
            <a:round/>
            <a:headEnd type="none" w="med" len="med"/>
            <a:tailEnd type="none" w="med" len="med"/>
          </a:ln>
        </p:spPr>
        <p:txBody>
          <a:bodyPr/>
          <a:lstStyle/>
          <a:p>
            <a:endParaRPr lang="en-US"/>
          </a:p>
        </p:txBody>
      </p:sp>
    </p:spTree>
  </p:cSld>
  <p:clrMapOvr>
    <a:masterClrMapping/>
  </p:clrMapOvr>
</p:sld>
</file>

<file path=ppt/theme/theme1.xml><?xml version="1.0" encoding="utf-8"?>
<a:theme xmlns:a="http://schemas.openxmlformats.org/drawingml/2006/main" name="Automotive Industry Consulting by Slidesgo">
  <a:themeElements>
    <a:clrScheme name="Simple Light">
      <a:dk1>
        <a:srgbClr val="FFFFFF"/>
      </a:dk1>
      <a:lt1>
        <a:srgbClr val="12151A"/>
      </a:lt1>
      <a:dk2>
        <a:srgbClr val="242933"/>
      </a:dk2>
      <a:lt2>
        <a:srgbClr val="CCD4DB"/>
      </a:lt2>
      <a:accent1>
        <a:srgbClr val="8B939C"/>
      </a:accent1>
      <a:accent2>
        <a:srgbClr val="ABB3B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TotalTime>
  <Words>1223</Words>
  <Application>Microsoft Office PowerPoint</Application>
  <PresentationFormat>On-screen Show (16:9)</PresentationFormat>
  <Paragraphs>102</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DM Sans</vt:lpstr>
      <vt:lpstr>Montserrat Black</vt:lpstr>
      <vt:lpstr>Arial</vt:lpstr>
      <vt:lpstr>Cambay</vt:lpstr>
      <vt:lpstr>Automotive Industry Consulting by Slidesgo</vt:lpstr>
      <vt:lpstr>Vehicle Characteristics and Their Impact on Resale Prices in the U.S.</vt:lpstr>
      <vt:lpstr>How do vehicle characteristics (such as mileage, year, and engine size) affect the resale prices of different make origin/brand (Chevrolet, Chrysler, Ford, GMC, Jeep, and RAM) in both Used/New Cars in the USA?</vt:lpstr>
      <vt:lpstr>Dataset  Description</vt:lpstr>
      <vt:lpstr>Model 1: Numeric Regression</vt:lpstr>
      <vt:lpstr>Model 2: Full Regression</vt:lpstr>
      <vt:lpstr>ANOVA Model Comparison</vt:lpstr>
      <vt:lpstr>Data Visualization (Part 1)</vt:lpstr>
      <vt:lpstr>Data Visualization (Part 2)</vt:lpstr>
      <vt:lpstr>PowerPoint Presentation</vt:lpstr>
      <vt:lpstr>1.  Model 1 (numeric features only)  explained 13% of   price variation. 2.  Model 2 (adding brand, region, origin, stock type, car type) improved to Adjusted R² = 0.633. 3.  ANOVA confirmed Model 2 is significantly better (p = 0.0). Brand, origin, and car type influence resale value more than mileage or age alone. 4.  Pivot tables + visualizations showed consistent patterns across regions, brands, and vehicle categories. 5.  Overall, resale price depends on both car condition and market identity. </vt:lpstr>
      <vt:lpstr>Additional Notes: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Genesis</dc:creator>
  <cp:lastModifiedBy>Genesis Steliga Padilla</cp:lastModifiedBy>
  <cp:revision>2</cp:revision>
  <dcterms:modified xsi:type="dcterms:W3CDTF">2025-12-12T14:39:18Z</dcterms:modified>
</cp:coreProperties>
</file>